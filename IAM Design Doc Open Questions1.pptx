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5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6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7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8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9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0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1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2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3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14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4" r:id="rId4"/>
    <p:sldMasterId id="2147484266" r:id="rId5"/>
    <p:sldMasterId id="2147484303" r:id="rId6"/>
  </p:sldMasterIdLst>
  <p:notesMasterIdLst>
    <p:notesMasterId r:id="rId41"/>
  </p:notesMasterIdLst>
  <p:handoutMasterIdLst>
    <p:handoutMasterId r:id="rId42"/>
  </p:handoutMasterIdLst>
  <p:sldIdLst>
    <p:sldId id="373" r:id="rId7"/>
    <p:sldId id="280" r:id="rId8"/>
    <p:sldId id="277" r:id="rId9"/>
    <p:sldId id="257" r:id="rId10"/>
    <p:sldId id="2147483639" r:id="rId11"/>
    <p:sldId id="2147483642" r:id="rId12"/>
    <p:sldId id="2147483640" r:id="rId13"/>
    <p:sldId id="2147483643" r:id="rId14"/>
    <p:sldId id="256" r:id="rId15"/>
    <p:sldId id="2147483644" r:id="rId16"/>
    <p:sldId id="2147483645" r:id="rId17"/>
    <p:sldId id="2147483646" r:id="rId18"/>
    <p:sldId id="279" r:id="rId19"/>
    <p:sldId id="2147483647" r:id="rId20"/>
    <p:sldId id="258" r:id="rId21"/>
    <p:sldId id="259" r:id="rId22"/>
    <p:sldId id="260" r:id="rId23"/>
    <p:sldId id="261" r:id="rId24"/>
    <p:sldId id="262" r:id="rId25"/>
    <p:sldId id="263" r:id="rId26"/>
    <p:sldId id="282" r:id="rId27"/>
    <p:sldId id="264" r:id="rId28"/>
    <p:sldId id="281" r:id="rId29"/>
    <p:sldId id="265" r:id="rId30"/>
    <p:sldId id="283" r:id="rId31"/>
    <p:sldId id="266" r:id="rId32"/>
    <p:sldId id="285" r:id="rId33"/>
    <p:sldId id="267" r:id="rId34"/>
    <p:sldId id="286" r:id="rId35"/>
    <p:sldId id="268" r:id="rId36"/>
    <p:sldId id="269" r:id="rId37"/>
    <p:sldId id="270" r:id="rId38"/>
    <p:sldId id="271" r:id="rId39"/>
    <p:sldId id="2147483612" r:id="rId40"/>
  </p:sldIdLst>
  <p:sldSz cx="13441363" cy="8504238"/>
  <p:notesSz cx="6858000" cy="9144000"/>
  <p:defaultTextStyle>
    <a:defPPr>
      <a:defRPr lang="en-US"/>
    </a:defPPr>
    <a:lvl1pPr marL="0" algn="l" defTabSz="1086279" rtl="0" eaLnBrk="1" latinLnBrk="0" hangingPunct="1">
      <a:defRPr sz="2139" kern="1200">
        <a:solidFill>
          <a:schemeClr val="tx1"/>
        </a:solidFill>
        <a:latin typeface="+mn-lt"/>
        <a:ea typeface="+mn-ea"/>
        <a:cs typeface="+mn-cs"/>
      </a:defRPr>
    </a:lvl1pPr>
    <a:lvl2pPr marL="543139" algn="l" defTabSz="1086279" rtl="0" eaLnBrk="1" latinLnBrk="0" hangingPunct="1">
      <a:defRPr sz="2139" kern="1200">
        <a:solidFill>
          <a:schemeClr val="tx1"/>
        </a:solidFill>
        <a:latin typeface="+mn-lt"/>
        <a:ea typeface="+mn-ea"/>
        <a:cs typeface="+mn-cs"/>
      </a:defRPr>
    </a:lvl2pPr>
    <a:lvl3pPr marL="1086279" algn="l" defTabSz="1086279" rtl="0" eaLnBrk="1" latinLnBrk="0" hangingPunct="1">
      <a:defRPr sz="2139" kern="1200">
        <a:solidFill>
          <a:schemeClr val="tx1"/>
        </a:solidFill>
        <a:latin typeface="+mn-lt"/>
        <a:ea typeface="+mn-ea"/>
        <a:cs typeface="+mn-cs"/>
      </a:defRPr>
    </a:lvl3pPr>
    <a:lvl4pPr marL="1629417" algn="l" defTabSz="1086279" rtl="0" eaLnBrk="1" latinLnBrk="0" hangingPunct="1">
      <a:defRPr sz="2139" kern="1200">
        <a:solidFill>
          <a:schemeClr val="tx1"/>
        </a:solidFill>
        <a:latin typeface="+mn-lt"/>
        <a:ea typeface="+mn-ea"/>
        <a:cs typeface="+mn-cs"/>
      </a:defRPr>
    </a:lvl4pPr>
    <a:lvl5pPr marL="2172556" algn="l" defTabSz="1086279" rtl="0" eaLnBrk="1" latinLnBrk="0" hangingPunct="1">
      <a:defRPr sz="2139" kern="1200">
        <a:solidFill>
          <a:schemeClr val="tx1"/>
        </a:solidFill>
        <a:latin typeface="+mn-lt"/>
        <a:ea typeface="+mn-ea"/>
        <a:cs typeface="+mn-cs"/>
      </a:defRPr>
    </a:lvl5pPr>
    <a:lvl6pPr marL="2715696" algn="l" defTabSz="1086279" rtl="0" eaLnBrk="1" latinLnBrk="0" hangingPunct="1">
      <a:defRPr sz="2139" kern="1200">
        <a:solidFill>
          <a:schemeClr val="tx1"/>
        </a:solidFill>
        <a:latin typeface="+mn-lt"/>
        <a:ea typeface="+mn-ea"/>
        <a:cs typeface="+mn-cs"/>
      </a:defRPr>
    </a:lvl6pPr>
    <a:lvl7pPr marL="3258835" algn="l" defTabSz="1086279" rtl="0" eaLnBrk="1" latinLnBrk="0" hangingPunct="1">
      <a:defRPr sz="2139" kern="1200">
        <a:solidFill>
          <a:schemeClr val="tx1"/>
        </a:solidFill>
        <a:latin typeface="+mn-lt"/>
        <a:ea typeface="+mn-ea"/>
        <a:cs typeface="+mn-cs"/>
      </a:defRPr>
    </a:lvl7pPr>
    <a:lvl8pPr marL="3801974" algn="l" defTabSz="1086279" rtl="0" eaLnBrk="1" latinLnBrk="0" hangingPunct="1">
      <a:defRPr sz="2139" kern="1200">
        <a:solidFill>
          <a:schemeClr val="tx1"/>
        </a:solidFill>
        <a:latin typeface="+mn-lt"/>
        <a:ea typeface="+mn-ea"/>
        <a:cs typeface="+mn-cs"/>
      </a:defRPr>
    </a:lvl8pPr>
    <a:lvl9pPr marL="4345113" algn="l" defTabSz="1086279" rtl="0" eaLnBrk="1" latinLnBrk="0" hangingPunct="1">
      <a:defRPr sz="213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B14001-8CCD-41F5-881F-3C2AD168D868}">
          <p14:sldIdLst>
            <p14:sldId id="373"/>
            <p14:sldId id="280"/>
            <p14:sldId id="277"/>
            <p14:sldId id="257"/>
            <p14:sldId id="2147483639"/>
            <p14:sldId id="2147483642"/>
            <p14:sldId id="2147483640"/>
            <p14:sldId id="2147483643"/>
            <p14:sldId id="256"/>
            <p14:sldId id="2147483644"/>
            <p14:sldId id="2147483645"/>
            <p14:sldId id="2147483646"/>
            <p14:sldId id="279"/>
            <p14:sldId id="2147483647"/>
            <p14:sldId id="258"/>
            <p14:sldId id="259"/>
            <p14:sldId id="260"/>
            <p14:sldId id="261"/>
            <p14:sldId id="262"/>
            <p14:sldId id="263"/>
            <p14:sldId id="282"/>
            <p14:sldId id="264"/>
            <p14:sldId id="281"/>
            <p14:sldId id="265"/>
            <p14:sldId id="283"/>
            <p14:sldId id="266"/>
            <p14:sldId id="285"/>
            <p14:sldId id="267"/>
            <p14:sldId id="286"/>
            <p14:sldId id="268"/>
            <p14:sldId id="269"/>
            <p14:sldId id="270"/>
            <p14:sldId id="271"/>
            <p14:sldId id="21474836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253D1C-F383-1482-9EEC-1F8D4FFC5AFF}" name="Yanai, Junna" initials="YJ" userId="S::jyanai@deloitte.com::8ffa1875-aeed-446e-9ffb-baf9c126e272" providerId="AD"/>
  <p188:author id="{00DE5338-65AF-505B-6CC6-B4EBD43EB090}" name="Clark, Stephanie" initials="" userId="S::sclark@deloitte.com::fbd2900e-6c8f-4ed9-a904-f47d17a31139" providerId="AD"/>
  <p188:author id="{B5072160-5061-27B9-AA80-CB7044260705}" name="Vummadi, Varshith" initials="VV" userId="S::vvummadi@deloitte.com::e67e6c42-2714-41e3-a1bf-5ae9d465498a" providerId="AD"/>
  <p188:author id="{BE5AD06B-58C2-619C-CF3D-3671ADB6199E}" name="Mehta, Pooja" initials="MP" userId="S::poojamehta6@deloitte.com::b782717f-4384-40d5-a438-77c7a57f43fd" providerId="AD"/>
  <p188:author id="{EFF7AB71-69A5-ADF9-AE82-95C1D1FB2D58}" name="Stolfo, Spencer" initials="SS" userId="S::sstolfo@deloitte.com::1ff83a0b-198d-489d-b79c-5e4acf66f3e5" providerId="AD"/>
  <p188:author id="{F6AB168E-46F9-7059-9083-4C7B15EA8246}" name="Chakka, Nagendra" initials="CN" userId="S::nchakka@deloitte.com::a3717fd3-8ff9-43c7-8dc6-37283476b558" providerId="AD"/>
  <p188:author id="{7CA307A2-D1F1-B36E-45E8-D4C8F6601914}" name="Mitchell, Hunter" initials="MH" userId="S::humitchell@deloitte.com::e816eab6-0c89-456e-afb9-aae304bb1b4a" providerId="AD"/>
  <p188:author id="{6AE1A8AA-60F3-1C65-1A75-B2A1BD84C2CB}" name="Sivannarayana, Tadikonda" initials="ST" userId="S::tsivannarayana@deloitte.com::bdc9a9e2-fa2c-4c43-bb81-09288d48999a" providerId="AD"/>
  <p188:author id="{684A4DAD-78F9-B880-6C01-DCB8096DB44D}" name="Mittal, Ekta" initials="ME" userId="S::ekmittal@deloitte.com::1dcc6aa2-3ef9-4208-b1e6-f77d262392ac" providerId="AD"/>
  <p188:author id="{BFB2EFB3-CFA7-AD1B-96F5-02CFE7A8A387}" name="Husami, Nasr" initials="HN" userId="S::nhusami@deloitte.com::f33f46f8-7653-4b0b-adfa-c0a74864a865" providerId="AD"/>
  <p188:author id="{26BBB0BC-3CB1-9958-51CA-564A03658F33}" name="Deloitte" initials="D" userId="Deloitte" providerId="None"/>
  <p188:author id="{4C3791C3-CFE9-B07F-009D-081D4356B3FB}" name="Bowlin, Eric" initials="BE" userId="S::ebowlin@deloitte.com::c0a27c65-f140-4863-b8fb-30a8742143a4" providerId="AD"/>
  <p188:author id="{D65023CF-8278-A0B9-DB70-E07E7C2E363F}" name="Tarun, Thippakkagari" initials="TT" userId="S::thtarun@deloitte.com::d17094b1-3d89-470a-8e0e-b59f277ce58d" providerId="AD"/>
  <p188:author id="{C8036FE0-D156-9934-CDE3-C97FDBAF4E55}" name="Varkey, George" initials="VG" userId="S::gvarkey@deloitte.com::98a21eba-5e64-4434-8729-fd8ee6534c38" providerId="AD"/>
  <p188:author id="{337A88F3-3143-F58F-F048-C5B32031672B}" name="McPhillips, Liam" initials="ML" userId="S::lmcphillips@deloitte.com::da8b8e9c-a338-4fc8-ad72-035d13cc9c79" providerId="AD"/>
  <p188:author id="{F70D30F7-705F-0873-9DB8-9F74DFDDFE40}" name="Chaurasia, Chunnu Kumar" initials="CC" userId="S::chuchaurasia@deloitte.com::0a923548-6272-4faa-ad46-fa1ded2fee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8AD"/>
    <a:srgbClr val="00B0F0"/>
    <a:srgbClr val="B7CAF2"/>
    <a:srgbClr val="FFFFFF"/>
    <a:srgbClr val="F2F2F2"/>
    <a:srgbClr val="1E69D2"/>
    <a:srgbClr val="EAEAEA"/>
    <a:srgbClr val="0460A9"/>
    <a:srgbClr val="79A6E3"/>
    <a:srgbClr val="CC7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handoutMaster" Target="handoutMasters/handoutMaster1.xml"/><Relationship Id="rId47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05393C-279E-C9B0-6414-753F3C5AC3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548BD-3BF5-C546-597C-CDDEBB5060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D6D29-B0AC-4F17-B48C-0DD4C2CD20D2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99E39-A58A-EE61-F03E-E373F660B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A5418-7089-7ED5-A1DA-A7670647F2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E6E49-F2EA-4DFD-BA31-A3CAB8E0D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150165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8-13T08:35:0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3140 3448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B3FB0-12FC-4420-880E-3E7AA3DB0BD4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1143000"/>
            <a:ext cx="4876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F80CA-0B62-4806-84EF-87D648B4EC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538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086279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1pPr>
    <a:lvl2pPr marL="543139" algn="l" defTabSz="1086279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2pPr>
    <a:lvl3pPr marL="1086279" algn="l" defTabSz="1086279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3pPr>
    <a:lvl4pPr marL="1629417" algn="l" defTabSz="1086279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4pPr>
    <a:lvl5pPr marL="2172556" algn="l" defTabSz="1086279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5pPr>
    <a:lvl6pPr marL="2715696" algn="l" defTabSz="1086279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6pPr>
    <a:lvl7pPr marL="3258835" algn="l" defTabSz="1086279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7pPr>
    <a:lvl8pPr marL="3801974" algn="l" defTabSz="1086279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8pPr>
    <a:lvl9pPr marL="4345113" algn="l" defTabSz="1086279" rtl="0" eaLnBrk="1" latinLnBrk="0" hangingPunct="1">
      <a:defRPr sz="14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30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2738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439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82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570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723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4294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142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7764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4680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445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444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707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5457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174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251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362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94809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389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727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716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024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3447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9239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239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1831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F80CA-0B62-4806-84EF-87D648B4ECD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4233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4495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3609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630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F80CA-0B62-4806-84EF-87D648B4ECD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862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99957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12800" y="720725"/>
            <a:ext cx="5689600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FEB637-BC42-497E-9119-65CA0380A6E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4288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t="200" r="133" b="15653"/>
          <a:stretch/>
        </p:blipFill>
        <p:spPr>
          <a:xfrm>
            <a:off x="-1" y="3"/>
            <a:ext cx="13465365" cy="85020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0081022" cy="8504238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915704" y="566950"/>
            <a:ext cx="9272625" cy="166654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5427"/>
              </a:lnSpc>
              <a:defRPr sz="3101" b="1" baseline="0">
                <a:solidFill>
                  <a:srgbClr val="1B429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5704" y="1486100"/>
            <a:ext cx="8605392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938" b="1" baseline="0">
                <a:solidFill>
                  <a:srgbClr val="1B4297"/>
                </a:solidFill>
              </a:defRPr>
            </a:lvl1pPr>
            <a:lvl2pPr marL="443047" indent="0" algn="ctr">
              <a:buNone/>
              <a:defRPr sz="1938"/>
            </a:lvl2pPr>
            <a:lvl3pPr marL="886095" indent="0" algn="ctr">
              <a:buNone/>
              <a:defRPr sz="1744"/>
            </a:lvl3pPr>
            <a:lvl4pPr marL="1329142" indent="0" algn="ctr">
              <a:buNone/>
              <a:defRPr sz="1550"/>
            </a:lvl4pPr>
            <a:lvl5pPr marL="1772189" indent="0" algn="ctr">
              <a:buNone/>
              <a:defRPr sz="1550"/>
            </a:lvl5pPr>
            <a:lvl6pPr marL="2215237" indent="0" algn="ctr">
              <a:buNone/>
              <a:defRPr sz="1550"/>
            </a:lvl6pPr>
            <a:lvl7pPr marL="2658284" indent="0" algn="ctr">
              <a:buNone/>
              <a:defRPr sz="1550"/>
            </a:lvl7pPr>
            <a:lvl8pPr marL="3101332" indent="0" algn="ctr">
              <a:buNone/>
              <a:defRPr sz="1550"/>
            </a:lvl8pPr>
            <a:lvl9pPr marL="3544379" indent="0" algn="ctr">
              <a:buNone/>
              <a:defRPr sz="1550"/>
            </a:lvl9pPr>
          </a:lstStyle>
          <a:p>
            <a:r>
              <a:rPr lang="en-US"/>
              <a:t>Presentation Subtitle Here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83" y="5583275"/>
            <a:ext cx="2702073" cy="22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78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58" userDrawn="1">
          <p15:clr>
            <a:srgbClr val="FBAE40"/>
          </p15:clr>
        </p15:guide>
        <p15:guide id="2" pos="2117" userDrawn="1">
          <p15:clr>
            <a:srgbClr val="FBAE40"/>
          </p15:clr>
        </p15:guide>
        <p15:guide id="3" pos="3175" userDrawn="1">
          <p15:clr>
            <a:srgbClr val="FBAE40"/>
          </p15:clr>
        </p15:guide>
        <p15:guide id="4" pos="4234" userDrawn="1">
          <p15:clr>
            <a:srgbClr val="FBAE40"/>
          </p15:clr>
        </p15:guide>
        <p15:guide id="5" pos="317" userDrawn="1">
          <p15:clr>
            <a:srgbClr val="FBAE40"/>
          </p15:clr>
        </p15:guide>
        <p15:guide id="6" orient="horz" pos="357" userDrawn="1">
          <p15:clr>
            <a:srgbClr val="FBAE40"/>
          </p15:clr>
        </p15:guide>
        <p15:guide id="7" orient="horz" pos="5000" userDrawn="1">
          <p15:clr>
            <a:srgbClr val="FBAE40"/>
          </p15:clr>
        </p15:guide>
        <p15:guide id="8" pos="8150" userDrawn="1">
          <p15:clr>
            <a:srgbClr val="FBAE40"/>
          </p15:clr>
        </p15:guide>
        <p15:guide id="9" pos="571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3429426" cy="8504238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ctrTitle" hasCustomPrompt="1"/>
          </p:nvPr>
        </p:nvSpPr>
        <p:spPr>
          <a:xfrm>
            <a:off x="879704" y="969836"/>
            <a:ext cx="8605392" cy="166654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5427"/>
              </a:lnSpc>
              <a:defRPr sz="5233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3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9704" y="2895833"/>
            <a:ext cx="8605392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326" b="1" baseline="0">
                <a:solidFill>
                  <a:schemeClr val="bg1"/>
                </a:solidFill>
              </a:defRPr>
            </a:lvl1pPr>
            <a:lvl2pPr marL="443047" indent="0" algn="ctr">
              <a:buNone/>
              <a:defRPr sz="1938"/>
            </a:lvl2pPr>
            <a:lvl3pPr marL="886095" indent="0" algn="ctr">
              <a:buNone/>
              <a:defRPr sz="1744"/>
            </a:lvl3pPr>
            <a:lvl4pPr marL="1329142" indent="0" algn="ctr">
              <a:buNone/>
              <a:defRPr sz="1550"/>
            </a:lvl4pPr>
            <a:lvl5pPr marL="1772189" indent="0" algn="ctr">
              <a:buNone/>
              <a:defRPr sz="1550"/>
            </a:lvl5pPr>
            <a:lvl6pPr marL="2215237" indent="0" algn="ctr">
              <a:buNone/>
              <a:defRPr sz="1550"/>
            </a:lvl6pPr>
            <a:lvl7pPr marL="2658284" indent="0" algn="ctr">
              <a:buNone/>
              <a:defRPr sz="1550"/>
            </a:lvl7pPr>
            <a:lvl8pPr marL="3101332" indent="0" algn="ctr">
              <a:buNone/>
              <a:defRPr sz="1550"/>
            </a:lvl8pPr>
            <a:lvl9pPr marL="3544379" indent="0" algn="ctr">
              <a:buNone/>
              <a:defRPr sz="1550"/>
            </a:lvl9pPr>
          </a:lstStyle>
          <a:p>
            <a:r>
              <a:rPr lang="en-US"/>
              <a:t>Presentation Subtitle Here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83" y="5583275"/>
            <a:ext cx="2702073" cy="22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74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58" userDrawn="1">
          <p15:clr>
            <a:srgbClr val="FBAE40"/>
          </p15:clr>
        </p15:guide>
        <p15:guide id="2" pos="2117" userDrawn="1">
          <p15:clr>
            <a:srgbClr val="FBAE40"/>
          </p15:clr>
        </p15:guide>
        <p15:guide id="3" pos="3175" userDrawn="1">
          <p15:clr>
            <a:srgbClr val="FBAE40"/>
          </p15:clr>
        </p15:guide>
        <p15:guide id="4" pos="4234" userDrawn="1">
          <p15:clr>
            <a:srgbClr val="FBAE40"/>
          </p15:clr>
        </p15:guide>
        <p15:guide id="5" pos="317" userDrawn="1">
          <p15:clr>
            <a:srgbClr val="FBAE40"/>
          </p15:clr>
        </p15:guide>
        <p15:guide id="6" orient="horz" pos="357" userDrawn="1">
          <p15:clr>
            <a:srgbClr val="FBAE40"/>
          </p15:clr>
        </p15:guide>
        <p15:guide id="7" orient="horz" pos="5000" userDrawn="1">
          <p15:clr>
            <a:srgbClr val="FBAE40"/>
          </p15:clr>
        </p15:guide>
        <p15:guide id="8" pos="6033" userDrawn="1">
          <p15:clr>
            <a:srgbClr val="FBAE40"/>
          </p15:clr>
        </p15:guide>
        <p15:guide id="9" pos="571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_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3429426" cy="8504238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ctrTitle" hasCustomPrompt="1"/>
          </p:nvPr>
        </p:nvSpPr>
        <p:spPr>
          <a:xfrm>
            <a:off x="879704" y="969836"/>
            <a:ext cx="8605392" cy="166654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5427"/>
              </a:lnSpc>
              <a:defRPr sz="5233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3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9704" y="2895833"/>
            <a:ext cx="8605392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326" b="1" baseline="0">
                <a:solidFill>
                  <a:schemeClr val="bg1"/>
                </a:solidFill>
              </a:defRPr>
            </a:lvl1pPr>
            <a:lvl2pPr marL="443047" indent="0" algn="ctr">
              <a:buNone/>
              <a:defRPr sz="1938"/>
            </a:lvl2pPr>
            <a:lvl3pPr marL="886095" indent="0" algn="ctr">
              <a:buNone/>
              <a:defRPr sz="1744"/>
            </a:lvl3pPr>
            <a:lvl4pPr marL="1329142" indent="0" algn="ctr">
              <a:buNone/>
              <a:defRPr sz="1550"/>
            </a:lvl4pPr>
            <a:lvl5pPr marL="1772189" indent="0" algn="ctr">
              <a:buNone/>
              <a:defRPr sz="1550"/>
            </a:lvl5pPr>
            <a:lvl6pPr marL="2215237" indent="0" algn="ctr">
              <a:buNone/>
              <a:defRPr sz="1550"/>
            </a:lvl6pPr>
            <a:lvl7pPr marL="2658284" indent="0" algn="ctr">
              <a:buNone/>
              <a:defRPr sz="1550"/>
            </a:lvl7pPr>
            <a:lvl8pPr marL="3101332" indent="0" algn="ctr">
              <a:buNone/>
              <a:defRPr sz="1550"/>
            </a:lvl8pPr>
            <a:lvl9pPr marL="3544379" indent="0" algn="ctr">
              <a:buNone/>
              <a:defRPr sz="1550"/>
            </a:lvl9pPr>
          </a:lstStyle>
          <a:p>
            <a:r>
              <a:rPr lang="en-US"/>
              <a:t>Presentation Subtitle Here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83" y="5583276"/>
            <a:ext cx="2702073" cy="228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04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58" userDrawn="1">
          <p15:clr>
            <a:srgbClr val="FBAE40"/>
          </p15:clr>
        </p15:guide>
        <p15:guide id="2" pos="2117" userDrawn="1">
          <p15:clr>
            <a:srgbClr val="FBAE40"/>
          </p15:clr>
        </p15:guide>
        <p15:guide id="3" pos="3175" userDrawn="1">
          <p15:clr>
            <a:srgbClr val="FBAE40"/>
          </p15:clr>
        </p15:guide>
        <p15:guide id="4" pos="4234" userDrawn="1">
          <p15:clr>
            <a:srgbClr val="FBAE40"/>
          </p15:clr>
        </p15:guide>
        <p15:guide id="5" pos="317" userDrawn="1">
          <p15:clr>
            <a:srgbClr val="FBAE40"/>
          </p15:clr>
        </p15:guide>
        <p15:guide id="6" orient="horz" pos="357" userDrawn="1">
          <p15:clr>
            <a:srgbClr val="FBAE40"/>
          </p15:clr>
        </p15:guide>
        <p15:guide id="7" orient="horz" pos="5000" userDrawn="1">
          <p15:clr>
            <a:srgbClr val="FBAE40"/>
          </p15:clr>
        </p15:guide>
        <p15:guide id="8" pos="6033" userDrawn="1">
          <p15:clr>
            <a:srgbClr val="FBAE40"/>
          </p15:clr>
        </p15:guide>
        <p15:guide id="9" pos="57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1E69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672068" y="3875671"/>
            <a:ext cx="12097227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886095" rtl="0" eaLnBrk="1" latinLnBrk="0" hangingPunct="1">
              <a:lnSpc>
                <a:spcPts val="5427"/>
              </a:lnSpc>
              <a:spcBef>
                <a:spcPct val="0"/>
              </a:spcBef>
              <a:buNone/>
              <a:defRPr lang="en-US" sz="5233" b="1" kern="120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Section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6048614" y="4987237"/>
            <a:ext cx="1344136" cy="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" y="7339003"/>
            <a:ext cx="2195864" cy="1047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3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 flipV="1">
            <a:off x="0" y="0"/>
            <a:ext cx="13441363" cy="5025665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sp>
        <p:nvSpPr>
          <p:cNvPr id="13" name="Title 13"/>
          <p:cNvSpPr>
            <a:spLocks noGrp="1"/>
          </p:cNvSpPr>
          <p:nvPr>
            <p:ph type="title" hasCustomPrompt="1"/>
          </p:nvPr>
        </p:nvSpPr>
        <p:spPr>
          <a:xfrm>
            <a:off x="1008103" y="566951"/>
            <a:ext cx="11458429" cy="38917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88609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907" b="1" kern="1200" baseline="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“Quote Here.”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3459" y="5761528"/>
            <a:ext cx="12097227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ts val="1357"/>
              </a:lnSpc>
              <a:buNone/>
              <a:defRPr sz="1938" b="1" baseline="0">
                <a:solidFill>
                  <a:srgbClr val="000000"/>
                </a:solidFill>
              </a:defRPr>
            </a:lvl1pPr>
            <a:lvl2pPr marL="443047" indent="0" algn="ctr">
              <a:buNone/>
              <a:defRPr sz="1938"/>
            </a:lvl2pPr>
            <a:lvl3pPr marL="886095" indent="0" algn="ctr">
              <a:buNone/>
              <a:defRPr sz="1744"/>
            </a:lvl3pPr>
            <a:lvl4pPr marL="1329142" indent="0" algn="ctr">
              <a:buNone/>
              <a:defRPr sz="1550"/>
            </a:lvl4pPr>
            <a:lvl5pPr marL="1772189" indent="0" algn="ctr">
              <a:buNone/>
              <a:defRPr sz="1550"/>
            </a:lvl5pPr>
            <a:lvl6pPr marL="2215237" indent="0" algn="ctr">
              <a:buNone/>
              <a:defRPr sz="1550"/>
            </a:lvl6pPr>
            <a:lvl7pPr marL="2658284" indent="0" algn="ctr">
              <a:buNone/>
              <a:defRPr sz="1550"/>
            </a:lvl7pPr>
            <a:lvl8pPr marL="3101332" indent="0" algn="ctr">
              <a:buNone/>
              <a:defRPr sz="1550"/>
            </a:lvl8pPr>
            <a:lvl9pPr marL="3544379" indent="0" algn="ctr">
              <a:buNone/>
              <a:defRPr sz="1550"/>
            </a:lvl9pPr>
          </a:lstStyle>
          <a:p>
            <a:r>
              <a:rPr lang="en-US"/>
              <a:t>Author</a:t>
            </a:r>
          </a:p>
          <a:p>
            <a:r>
              <a:rPr lang="en-US"/>
              <a:t>Title, Company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636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pt 1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12559274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353375"/>
            <a:ext cx="12559274" cy="4733491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592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pt 1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6"/>
            <a:ext cx="12559275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5"/>
            <a:ext cx="12559275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963114"/>
            <a:ext cx="12559275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3029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_Opt 1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12559274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12559274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438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pt 2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84585" y="2385913"/>
            <a:ext cx="12552727" cy="4700954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357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7"/>
            <a:ext cx="12552727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5"/>
            <a:ext cx="12552727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4762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pt 2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12559274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963114"/>
            <a:ext cx="12559274" cy="4123753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357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168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_Opt 2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12559274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12559274" cy="3727960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357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8543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8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12559274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3938947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12559274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447960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12559274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10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Icon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20681" y="1"/>
            <a:ext cx="6720682" cy="8504238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563084"/>
            <a:ext cx="5922601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5922601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30617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Icon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20681" y="1"/>
            <a:ext cx="6720682" cy="8504238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5922601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963114"/>
            <a:ext cx="5922601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4810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6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Icon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20681" y="1"/>
            <a:ext cx="6720682" cy="8504238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5922601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5922601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7358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6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6720682" cy="8504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563084"/>
            <a:ext cx="5838592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7"/>
            <a:ext cx="5838592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305431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6720682" cy="8504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6"/>
            <a:ext cx="5838592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963114"/>
            <a:ext cx="5838592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6959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7096466" y="1109215"/>
            <a:ext cx="5840847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7222477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6466" y="454895"/>
            <a:ext cx="5840847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6466" y="3358906"/>
            <a:ext cx="5840847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6720682" cy="8504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95105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ne Photo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7291839"/>
            <a:ext cx="13441363" cy="1212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4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22830"/>
            <a:ext cx="6720682" cy="7314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" y="7339003"/>
            <a:ext cx="2195864" cy="1047584"/>
          </a:xfrm>
          <a:prstGeom prst="rect">
            <a:avLst/>
          </a:prstGeom>
        </p:spPr>
      </p:pic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563084"/>
            <a:ext cx="5838592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7"/>
            <a:ext cx="5838592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310594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ne Photo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7291839"/>
            <a:ext cx="13441363" cy="1212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4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22830"/>
            <a:ext cx="6720682" cy="7314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" y="7339003"/>
            <a:ext cx="2195864" cy="1047584"/>
          </a:xfrm>
          <a:prstGeom prst="rect">
            <a:avLst/>
          </a:prstGeom>
        </p:spPr>
      </p:pic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6"/>
            <a:ext cx="5838592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963114"/>
            <a:ext cx="5838592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391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ne Photo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7291839"/>
            <a:ext cx="13441363" cy="1212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4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22830"/>
            <a:ext cx="6720682" cy="7314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7096466" y="1109215"/>
            <a:ext cx="5840847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7222477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6466" y="454895"/>
            <a:ext cx="5840847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6466" y="3358906"/>
            <a:ext cx="5840847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" y="7339003"/>
            <a:ext cx="2195864" cy="104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8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Two Photo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20681" y="0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20681" y="4252119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3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563084"/>
            <a:ext cx="5922601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5922601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3032436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79" userDrawn="1">
          <p15:clr>
            <a:srgbClr val="FBAE40"/>
          </p15:clr>
        </p15:guide>
        <p15:guide id="2" pos="3969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Two Photo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20681" y="0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20681" y="4252119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5922601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963114"/>
            <a:ext cx="5922601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23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79" userDrawn="1">
          <p15:clr>
            <a:srgbClr val="FBAE40"/>
          </p15:clr>
        </p15:guide>
        <p15:guide id="2" pos="396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Two Photo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20681" y="0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20681" y="4252119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5922601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5922601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3777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79" userDrawn="1">
          <p15:clr>
            <a:srgbClr val="FBAE40"/>
          </p15:clr>
        </p15:guide>
        <p15:guide id="2" pos="396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 with Content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42631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263164"/>
            <a:ext cx="6720682" cy="42410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6234" y="4822752"/>
            <a:ext cx="5743127" cy="3114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907"/>
              </a:lnSpc>
              <a:buNone/>
              <a:defRPr sz="1938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563084"/>
            <a:ext cx="5838592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7"/>
            <a:ext cx="5838592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42314143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 with Content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42631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263164"/>
            <a:ext cx="6720682" cy="42410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6234" y="4822752"/>
            <a:ext cx="5743127" cy="3114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907"/>
              </a:lnSpc>
              <a:buNone/>
              <a:defRPr sz="1938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3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6"/>
            <a:ext cx="5838592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963114"/>
            <a:ext cx="5838592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96873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 with Content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42631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263164"/>
            <a:ext cx="6720682" cy="42410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6234" y="4822752"/>
            <a:ext cx="5743127" cy="3114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907"/>
              </a:lnSpc>
              <a:buNone/>
              <a:defRPr sz="1938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3" name="Title 13"/>
          <p:cNvSpPr>
            <a:spLocks noGrp="1"/>
          </p:cNvSpPr>
          <p:nvPr>
            <p:ph type="title" hasCustomPrompt="1"/>
          </p:nvPr>
        </p:nvSpPr>
        <p:spPr>
          <a:xfrm>
            <a:off x="7096466" y="1109215"/>
            <a:ext cx="5840847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7222477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6466" y="454895"/>
            <a:ext cx="5840847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6466" y="3358906"/>
            <a:ext cx="5840847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76495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515776" y="2405918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15776" y="2795168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3745898" y="2793054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32"/>
          </p:nvPr>
        </p:nvSpPr>
        <p:spPr>
          <a:xfrm>
            <a:off x="6976018" y="2796549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33"/>
          </p:nvPr>
        </p:nvSpPr>
        <p:spPr>
          <a:xfrm>
            <a:off x="10206141" y="2795999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3745898" y="2405918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6976018" y="2402423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36" hasCustomPrompt="1"/>
          </p:nvPr>
        </p:nvSpPr>
        <p:spPr>
          <a:xfrm>
            <a:off x="10206143" y="2402423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515776" y="4775281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8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515777" y="5165913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3745899" y="5163798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6976023" y="5167294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10206142" y="5166743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42" hasCustomPrompt="1"/>
          </p:nvPr>
        </p:nvSpPr>
        <p:spPr>
          <a:xfrm>
            <a:off x="3745898" y="4773167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43" hasCustomPrompt="1"/>
          </p:nvPr>
        </p:nvSpPr>
        <p:spPr>
          <a:xfrm>
            <a:off x="6976023" y="4773167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44" hasCustomPrompt="1"/>
          </p:nvPr>
        </p:nvSpPr>
        <p:spPr>
          <a:xfrm>
            <a:off x="10206141" y="4772617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30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12559271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35734180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Half Page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563084"/>
            <a:ext cx="6342643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6342643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6342643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2880505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Half Page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6342643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6342643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963114"/>
            <a:ext cx="6342643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09745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Half Page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6342643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6342643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6342643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99966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3429426" cy="85042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" t="19826" r="63696" b="18809"/>
          <a:stretch/>
        </p:blipFill>
        <p:spPr>
          <a:xfrm>
            <a:off x="5495981" y="5438868"/>
            <a:ext cx="2430365" cy="249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4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pos="1058" userDrawn="1">
          <p15:clr>
            <a:srgbClr val="FBAE40"/>
          </p15:clr>
        </p15:guide>
        <p15:guide id="2" pos="2117" userDrawn="1">
          <p15:clr>
            <a:srgbClr val="FBAE40"/>
          </p15:clr>
        </p15:guide>
        <p15:guide id="3" pos="4207" userDrawn="1">
          <p15:clr>
            <a:srgbClr val="FBAE40"/>
          </p15:clr>
        </p15:guide>
        <p15:guide id="4" pos="317" userDrawn="1">
          <p15:clr>
            <a:srgbClr val="FBAE40"/>
          </p15:clr>
        </p15:guide>
        <p15:guide id="5" orient="horz" pos="357" userDrawn="1">
          <p15:clr>
            <a:srgbClr val="FBAE40"/>
          </p15:clr>
        </p15:guide>
        <p15:guide id="6" orient="horz" pos="5000" userDrawn="1">
          <p15:clr>
            <a:srgbClr val="FBAE40"/>
          </p15:clr>
        </p15:guide>
        <p15:guide id="7" pos="6086" userDrawn="1">
          <p15:clr>
            <a:srgbClr val="FBAE40"/>
          </p15:clr>
        </p15:guide>
        <p15:guide id="8" orient="horz" pos="4643" userDrawn="1">
          <p15:clr>
            <a:srgbClr val="FBAE40"/>
          </p15:clr>
        </p15:guide>
        <p15:guide id="9" orient="horz" pos="714" userDrawn="1">
          <p15:clr>
            <a:srgbClr val="FBAE40"/>
          </p15:clr>
        </p15:guide>
        <p15:guide id="10" pos="571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Divider - Deloitte gree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172829C-B9D5-C705-6F9F-8D2BD23C4DD1}"/>
              </a:ext>
            </a:extLst>
          </p:cNvPr>
          <p:cNvGrpSpPr/>
          <p:nvPr userDrawn="1"/>
        </p:nvGrpSpPr>
        <p:grpSpPr>
          <a:xfrm>
            <a:off x="-42282" y="0"/>
            <a:ext cx="13483645" cy="8596884"/>
            <a:chOff x="37848" y="2928672"/>
            <a:chExt cx="12230352" cy="69327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93986B-CC15-7CF6-0307-40F087049BED}"/>
                </a:ext>
              </a:extLst>
            </p:cNvPr>
            <p:cNvSpPr/>
            <p:nvPr/>
          </p:nvSpPr>
          <p:spPr bwMode="gray">
            <a:xfrm>
              <a:off x="37848" y="2928672"/>
              <a:ext cx="12230352" cy="6932712"/>
            </a:xfrm>
            <a:prstGeom prst="rect">
              <a:avLst/>
            </a:prstGeom>
            <a:solidFill>
              <a:schemeClr val="tx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008126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764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A232EC-E0A2-F6D0-FA57-DC8736D38FD0}"/>
                </a:ext>
              </a:extLst>
            </p:cNvPr>
            <p:cNvSpPr/>
            <p:nvPr userDrawn="1"/>
          </p:nvSpPr>
          <p:spPr bwMode="gray">
            <a:xfrm>
              <a:off x="37848" y="2928672"/>
              <a:ext cx="12230352" cy="6932712"/>
            </a:xfrm>
            <a:prstGeom prst="rect">
              <a:avLst/>
            </a:prstGeom>
            <a:gradFill flip="none" rotWithShape="1">
              <a:gsLst>
                <a:gs pos="0">
                  <a:srgbClr val="005587"/>
                </a:gs>
                <a:gs pos="86000">
                  <a:srgbClr val="004F59"/>
                </a:gs>
              </a:gsLst>
              <a:lin ang="5400000" scaled="1"/>
              <a:tileRect/>
            </a:gra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008126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764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93435" y="2277465"/>
            <a:ext cx="5812210" cy="3860376"/>
          </a:xfrm>
        </p:spPr>
        <p:txBody>
          <a:bodyPr anchor="ctr"/>
          <a:lstStyle>
            <a:lvl1pPr algn="ctr">
              <a:lnSpc>
                <a:spcPct val="95000"/>
              </a:lnSpc>
              <a:defRPr sz="3528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847A2D-302B-DD10-D3B5-EE511F09772A}"/>
              </a:ext>
            </a:extLst>
          </p:cNvPr>
          <p:cNvGrpSpPr/>
          <p:nvPr userDrawn="1"/>
        </p:nvGrpSpPr>
        <p:grpSpPr>
          <a:xfrm rot="18087616">
            <a:off x="9498962" y="-927953"/>
            <a:ext cx="8171767" cy="6410836"/>
            <a:chOff x="-9135781" y="75232"/>
            <a:chExt cx="7771347" cy="6857480"/>
          </a:xfr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F5E9AAF1-6D4E-517A-018C-B544F7845CE3}"/>
                </a:ext>
              </a:extLst>
            </p:cNvPr>
            <p:cNvGrpSpPr/>
            <p:nvPr/>
          </p:nvGrpSpPr>
          <p:grpSpPr>
            <a:xfrm>
              <a:off x="-9135781" y="400432"/>
              <a:ext cx="7771347" cy="5735574"/>
              <a:chOff x="-1775339" y="560747"/>
              <a:chExt cx="7771347" cy="5735574"/>
            </a:xfrm>
            <a:grpFill/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6C4DEC1B-6A48-0E8B-3065-4BB8F6A2574C}"/>
                  </a:ext>
                </a:extLst>
              </p:cNvPr>
              <p:cNvSpPr/>
              <p:nvPr/>
            </p:nvSpPr>
            <p:spPr>
              <a:xfrm>
                <a:off x="-1211347" y="560747"/>
                <a:ext cx="5926286" cy="5144694"/>
              </a:xfrm>
              <a:custGeom>
                <a:avLst/>
                <a:gdLst>
                  <a:gd name="connsiteX0" fmla="*/ 3061778 w 5926286"/>
                  <a:gd name="connsiteY0" fmla="*/ 5144695 h 5144694"/>
                  <a:gd name="connsiteX1" fmla="*/ 2282401 w 5926286"/>
                  <a:gd name="connsiteY1" fmla="*/ 4949019 h 5144694"/>
                  <a:gd name="connsiteX2" fmla="*/ 1359414 w 5926286"/>
                  <a:gd name="connsiteY2" fmla="*/ 4398725 h 5144694"/>
                  <a:gd name="connsiteX3" fmla="*/ 559847 w 5926286"/>
                  <a:gd name="connsiteY3" fmla="*/ 3705679 h 5144694"/>
                  <a:gd name="connsiteX4" fmla="*/ 70303 w 5926286"/>
                  <a:gd name="connsiteY4" fmla="*/ 3083911 h 5144694"/>
                  <a:gd name="connsiteX5" fmla="*/ 26492 w 5926286"/>
                  <a:gd name="connsiteY5" fmla="*/ 2780924 h 5144694"/>
                  <a:gd name="connsiteX6" fmla="*/ 382999 w 5926286"/>
                  <a:gd name="connsiteY6" fmla="*/ 2762234 h 5144694"/>
                  <a:gd name="connsiteX7" fmla="*/ 1345607 w 5926286"/>
                  <a:gd name="connsiteY7" fmla="*/ 2897931 h 5144694"/>
                  <a:gd name="connsiteX8" fmla="*/ 1902638 w 5926286"/>
                  <a:gd name="connsiteY8" fmla="*/ 2715661 h 5144694"/>
                  <a:gd name="connsiteX9" fmla="*/ 2208670 w 5926286"/>
                  <a:gd name="connsiteY9" fmla="*/ 2098081 h 5144694"/>
                  <a:gd name="connsiteX10" fmla="*/ 2225092 w 5926286"/>
                  <a:gd name="connsiteY10" fmla="*/ 1280046 h 5144694"/>
                  <a:gd name="connsiteX11" fmla="*/ 2264094 w 5926286"/>
                  <a:gd name="connsiteY11" fmla="*/ 419683 h 5144694"/>
                  <a:gd name="connsiteX12" fmla="*/ 2423873 w 5926286"/>
                  <a:gd name="connsiteY12" fmla="*/ 131340 h 5144694"/>
                  <a:gd name="connsiteX13" fmla="*/ 2751444 w 5926286"/>
                  <a:gd name="connsiteY13" fmla="*/ 2613 h 5144694"/>
                  <a:gd name="connsiteX14" fmla="*/ 3665854 w 5926286"/>
                  <a:gd name="connsiteY14" fmla="*/ 1133724 h 5144694"/>
                  <a:gd name="connsiteX15" fmla="*/ 4350157 w 5926286"/>
                  <a:gd name="connsiteY15" fmla="*/ 2392101 h 5144694"/>
                  <a:gd name="connsiteX16" fmla="*/ 5510984 w 5926286"/>
                  <a:gd name="connsiteY16" fmla="*/ 2371949 h 5144694"/>
                  <a:gd name="connsiteX17" fmla="*/ 5882169 w 5926286"/>
                  <a:gd name="connsiteY17" fmla="*/ 2376812 h 5144694"/>
                  <a:gd name="connsiteX18" fmla="*/ 5926036 w 5926286"/>
                  <a:gd name="connsiteY18" fmla="*/ 2522065 h 5144694"/>
                  <a:gd name="connsiteX19" fmla="*/ 5873649 w 5926286"/>
                  <a:gd name="connsiteY19" fmla="*/ 2740564 h 5144694"/>
                  <a:gd name="connsiteX20" fmla="*/ 4774743 w 5926286"/>
                  <a:gd name="connsiteY20" fmla="*/ 4197456 h 5144694"/>
                  <a:gd name="connsiteX21" fmla="*/ 3951526 w 5926286"/>
                  <a:gd name="connsiteY21" fmla="*/ 4840950 h 5144694"/>
                  <a:gd name="connsiteX22" fmla="*/ 3142820 w 5926286"/>
                  <a:gd name="connsiteY22" fmla="*/ 5141688 h 5144694"/>
                  <a:gd name="connsiteX23" fmla="*/ 3061778 w 5926286"/>
                  <a:gd name="connsiteY23" fmla="*/ 5144695 h 5144694"/>
                  <a:gd name="connsiteX24" fmla="*/ 173617 w 5926286"/>
                  <a:gd name="connsiteY24" fmla="*/ 2738905 h 5144694"/>
                  <a:gd name="connsiteX25" fmla="*/ 34731 w 5926286"/>
                  <a:gd name="connsiteY25" fmla="*/ 2787529 h 5144694"/>
                  <a:gd name="connsiteX26" fmla="*/ 79639 w 5926286"/>
                  <a:gd name="connsiteY26" fmla="*/ 3078964 h 5144694"/>
                  <a:gd name="connsiteX27" fmla="*/ 1365657 w 5926286"/>
                  <a:gd name="connsiteY27" fmla="*/ 4390209 h 5144694"/>
                  <a:gd name="connsiteX28" fmla="*/ 3142004 w 5926286"/>
                  <a:gd name="connsiteY28" fmla="*/ 5131148 h 5144694"/>
                  <a:gd name="connsiteX29" fmla="*/ 3142004 w 5926286"/>
                  <a:gd name="connsiteY29" fmla="*/ 5131148 h 5144694"/>
                  <a:gd name="connsiteX30" fmla="*/ 4767432 w 5926286"/>
                  <a:gd name="connsiteY30" fmla="*/ 4189810 h 5144694"/>
                  <a:gd name="connsiteX31" fmla="*/ 5863751 w 5926286"/>
                  <a:gd name="connsiteY31" fmla="*/ 2736825 h 5144694"/>
                  <a:gd name="connsiteX32" fmla="*/ 5874520 w 5926286"/>
                  <a:gd name="connsiteY32" fmla="*/ 2384147 h 5144694"/>
                  <a:gd name="connsiteX33" fmla="*/ 5514330 w 5926286"/>
                  <a:gd name="connsiteY33" fmla="*/ 2382011 h 5144694"/>
                  <a:gd name="connsiteX34" fmla="*/ 4825640 w 5926286"/>
                  <a:gd name="connsiteY34" fmla="*/ 2512368 h 5144694"/>
                  <a:gd name="connsiteX35" fmla="*/ 4825078 w 5926286"/>
                  <a:gd name="connsiteY35" fmla="*/ 2512368 h 5144694"/>
                  <a:gd name="connsiteX36" fmla="*/ 4345152 w 5926286"/>
                  <a:gd name="connsiteY36" fmla="*/ 2401461 h 5144694"/>
                  <a:gd name="connsiteX37" fmla="*/ 3893346 w 5926286"/>
                  <a:gd name="connsiteY37" fmla="*/ 1873455 h 5144694"/>
                  <a:gd name="connsiteX38" fmla="*/ 3655674 w 5926286"/>
                  <a:gd name="connsiteY38" fmla="*/ 1136451 h 5144694"/>
                  <a:gd name="connsiteX39" fmla="*/ 3368006 w 5926286"/>
                  <a:gd name="connsiteY39" fmla="*/ 330052 h 5144694"/>
                  <a:gd name="connsiteX40" fmla="*/ 2752316 w 5926286"/>
                  <a:gd name="connsiteY40" fmla="*/ 13181 h 5144694"/>
                  <a:gd name="connsiteX41" fmla="*/ 2274386 w 5926286"/>
                  <a:gd name="connsiteY41" fmla="*/ 422465 h 5144694"/>
                  <a:gd name="connsiteX42" fmla="*/ 2235749 w 5926286"/>
                  <a:gd name="connsiteY42" fmla="*/ 1279709 h 5144694"/>
                  <a:gd name="connsiteX43" fmla="*/ 2219215 w 5926286"/>
                  <a:gd name="connsiteY43" fmla="*/ 2099711 h 5144694"/>
                  <a:gd name="connsiteX44" fmla="*/ 2119557 w 5926286"/>
                  <a:gd name="connsiteY44" fmla="*/ 2452052 h 5144694"/>
                  <a:gd name="connsiteX45" fmla="*/ 1909275 w 5926286"/>
                  <a:gd name="connsiteY45" fmla="*/ 2723981 h 5144694"/>
                  <a:gd name="connsiteX46" fmla="*/ 380271 w 5926286"/>
                  <a:gd name="connsiteY46" fmla="*/ 2772464 h 5144694"/>
                  <a:gd name="connsiteX47" fmla="*/ 173673 w 5926286"/>
                  <a:gd name="connsiteY47" fmla="*/ 2738933 h 514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926286" h="5144694">
                    <a:moveTo>
                      <a:pt x="3061778" y="5144695"/>
                    </a:moveTo>
                    <a:cubicBezTo>
                      <a:pt x="2838532" y="5144695"/>
                      <a:pt x="2576875" y="5079039"/>
                      <a:pt x="2282401" y="4949019"/>
                    </a:cubicBezTo>
                    <a:cubicBezTo>
                      <a:pt x="1994929" y="4822091"/>
                      <a:pt x="1675765" y="4631783"/>
                      <a:pt x="1359414" y="4398725"/>
                    </a:cubicBezTo>
                    <a:cubicBezTo>
                      <a:pt x="1071801" y="4186831"/>
                      <a:pt x="795324" y="3947197"/>
                      <a:pt x="559847" y="3705679"/>
                    </a:cubicBezTo>
                    <a:cubicBezTo>
                      <a:pt x="333227" y="3473240"/>
                      <a:pt x="159360" y="3252408"/>
                      <a:pt x="70303" y="3083911"/>
                    </a:cubicBezTo>
                    <a:cubicBezTo>
                      <a:pt x="-5255" y="2940934"/>
                      <a:pt x="-19990" y="2838992"/>
                      <a:pt x="26492" y="2780924"/>
                    </a:cubicBezTo>
                    <a:cubicBezTo>
                      <a:pt x="76827" y="2718050"/>
                      <a:pt x="196788" y="2711755"/>
                      <a:pt x="382999" y="2762234"/>
                    </a:cubicBezTo>
                    <a:cubicBezTo>
                      <a:pt x="764702" y="2865721"/>
                      <a:pt x="1088561" y="2911366"/>
                      <a:pt x="1345607" y="2897931"/>
                    </a:cubicBezTo>
                    <a:cubicBezTo>
                      <a:pt x="1581647" y="2885592"/>
                      <a:pt x="1763866" y="2825979"/>
                      <a:pt x="1902638" y="2715661"/>
                    </a:cubicBezTo>
                    <a:cubicBezTo>
                      <a:pt x="2066073" y="2585754"/>
                      <a:pt x="2166180" y="2383754"/>
                      <a:pt x="2208670" y="2098081"/>
                    </a:cubicBezTo>
                    <a:cubicBezTo>
                      <a:pt x="2246379" y="1844646"/>
                      <a:pt x="2235552" y="1557624"/>
                      <a:pt x="2225092" y="1280046"/>
                    </a:cubicBezTo>
                    <a:cubicBezTo>
                      <a:pt x="2212944" y="957779"/>
                      <a:pt x="2201471" y="653387"/>
                      <a:pt x="2264094" y="419683"/>
                    </a:cubicBezTo>
                    <a:cubicBezTo>
                      <a:pt x="2297810" y="293823"/>
                      <a:pt x="2350086" y="199498"/>
                      <a:pt x="2423873" y="131340"/>
                    </a:cubicBezTo>
                    <a:cubicBezTo>
                      <a:pt x="2506265" y="55228"/>
                      <a:pt x="2613431" y="13125"/>
                      <a:pt x="2751444" y="2613"/>
                    </a:cubicBezTo>
                    <a:cubicBezTo>
                      <a:pt x="3357517" y="-43510"/>
                      <a:pt x="3507285" y="528342"/>
                      <a:pt x="3665854" y="1133724"/>
                    </a:cubicBezTo>
                    <a:cubicBezTo>
                      <a:pt x="3799115" y="1642533"/>
                      <a:pt x="3936932" y="2168656"/>
                      <a:pt x="4350157" y="2392101"/>
                    </a:cubicBezTo>
                    <a:cubicBezTo>
                      <a:pt x="4633130" y="2545112"/>
                      <a:pt x="5012836" y="2538535"/>
                      <a:pt x="5510984" y="2371949"/>
                    </a:cubicBezTo>
                    <a:cubicBezTo>
                      <a:pt x="5695143" y="2310368"/>
                      <a:pt x="5820024" y="2311998"/>
                      <a:pt x="5882169" y="2376812"/>
                    </a:cubicBezTo>
                    <a:cubicBezTo>
                      <a:pt x="5913664" y="2409668"/>
                      <a:pt x="5928427" y="2458545"/>
                      <a:pt x="5926036" y="2522065"/>
                    </a:cubicBezTo>
                    <a:cubicBezTo>
                      <a:pt x="5923759" y="2582156"/>
                      <a:pt x="5906155" y="2655682"/>
                      <a:pt x="5873649" y="2740564"/>
                    </a:cubicBezTo>
                    <a:cubicBezTo>
                      <a:pt x="5725512" y="3127644"/>
                      <a:pt x="5283914" y="3713099"/>
                      <a:pt x="4774743" y="4197456"/>
                    </a:cubicBezTo>
                    <a:cubicBezTo>
                      <a:pt x="4499475" y="4459294"/>
                      <a:pt x="4214815" y="4681840"/>
                      <a:pt x="3951526" y="4840950"/>
                    </a:cubicBezTo>
                    <a:cubicBezTo>
                      <a:pt x="3651119" y="5022517"/>
                      <a:pt x="3379029" y="5123700"/>
                      <a:pt x="3142820" y="5141688"/>
                    </a:cubicBezTo>
                    <a:cubicBezTo>
                      <a:pt x="3116415" y="5143683"/>
                      <a:pt x="3089392" y="5144695"/>
                      <a:pt x="3061778" y="5144695"/>
                    </a:cubicBezTo>
                    <a:close/>
                    <a:moveTo>
                      <a:pt x="173617" y="2738905"/>
                    </a:moveTo>
                    <a:cubicBezTo>
                      <a:pt x="107141" y="2738905"/>
                      <a:pt x="60658" y="2755123"/>
                      <a:pt x="34731" y="2787529"/>
                    </a:cubicBezTo>
                    <a:cubicBezTo>
                      <a:pt x="-8264" y="2841241"/>
                      <a:pt x="7258" y="2942002"/>
                      <a:pt x="79639" y="3078964"/>
                    </a:cubicBezTo>
                    <a:cubicBezTo>
                      <a:pt x="265007" y="3429759"/>
                      <a:pt x="793862" y="3968979"/>
                      <a:pt x="1365657" y="4390209"/>
                    </a:cubicBezTo>
                    <a:cubicBezTo>
                      <a:pt x="1768196" y="4686759"/>
                      <a:pt x="2534244" y="5177383"/>
                      <a:pt x="3142004" y="5131148"/>
                    </a:cubicBezTo>
                    <a:lnTo>
                      <a:pt x="3142004" y="5131148"/>
                    </a:lnTo>
                    <a:cubicBezTo>
                      <a:pt x="3743297" y="5085391"/>
                      <a:pt x="4418489" y="4521719"/>
                      <a:pt x="4767432" y="4189810"/>
                    </a:cubicBezTo>
                    <a:cubicBezTo>
                      <a:pt x="5275562" y="3706466"/>
                      <a:pt x="5716148" y="3122557"/>
                      <a:pt x="5863751" y="2736825"/>
                    </a:cubicBezTo>
                    <a:cubicBezTo>
                      <a:pt x="5928877" y="2566670"/>
                      <a:pt x="5932589" y="2444716"/>
                      <a:pt x="5874520" y="2384147"/>
                    </a:cubicBezTo>
                    <a:cubicBezTo>
                      <a:pt x="5815441" y="2322538"/>
                      <a:pt x="5694271" y="2321836"/>
                      <a:pt x="5514330" y="2382011"/>
                    </a:cubicBezTo>
                    <a:cubicBezTo>
                      <a:pt x="5255681" y="2468494"/>
                      <a:pt x="5023971" y="2512368"/>
                      <a:pt x="4825640" y="2512368"/>
                    </a:cubicBezTo>
                    <a:lnTo>
                      <a:pt x="4825078" y="2512368"/>
                    </a:lnTo>
                    <a:cubicBezTo>
                      <a:pt x="4642578" y="2512284"/>
                      <a:pt x="4481113" y="2474959"/>
                      <a:pt x="4345152" y="2401461"/>
                    </a:cubicBezTo>
                    <a:cubicBezTo>
                      <a:pt x="4158237" y="2300390"/>
                      <a:pt x="4010438" y="2127677"/>
                      <a:pt x="3893346" y="1873455"/>
                    </a:cubicBezTo>
                    <a:cubicBezTo>
                      <a:pt x="3789864" y="1648829"/>
                      <a:pt x="3721644" y="1388368"/>
                      <a:pt x="3655674" y="1136451"/>
                    </a:cubicBezTo>
                    <a:cubicBezTo>
                      <a:pt x="3575504" y="830345"/>
                      <a:pt x="3499749" y="541187"/>
                      <a:pt x="3368006" y="330052"/>
                    </a:cubicBezTo>
                    <a:cubicBezTo>
                      <a:pt x="3220178" y="93172"/>
                      <a:pt x="3024519" y="-7505"/>
                      <a:pt x="2752316" y="13181"/>
                    </a:cubicBezTo>
                    <a:cubicBezTo>
                      <a:pt x="2495804" y="32687"/>
                      <a:pt x="2343955" y="162735"/>
                      <a:pt x="2274386" y="422465"/>
                    </a:cubicBezTo>
                    <a:cubicBezTo>
                      <a:pt x="2212185" y="654624"/>
                      <a:pt x="2223630" y="958257"/>
                      <a:pt x="2235749" y="1279709"/>
                    </a:cubicBezTo>
                    <a:cubicBezTo>
                      <a:pt x="2246238" y="1557765"/>
                      <a:pt x="2257064" y="1845292"/>
                      <a:pt x="2219215" y="2099711"/>
                    </a:cubicBezTo>
                    <a:cubicBezTo>
                      <a:pt x="2198743" y="2237376"/>
                      <a:pt x="2166152" y="2352640"/>
                      <a:pt x="2119557" y="2452052"/>
                    </a:cubicBezTo>
                    <a:cubicBezTo>
                      <a:pt x="2066916" y="2564421"/>
                      <a:pt x="1998134" y="2653378"/>
                      <a:pt x="1909275" y="2723981"/>
                    </a:cubicBezTo>
                    <a:cubicBezTo>
                      <a:pt x="1616966" y="2956280"/>
                      <a:pt x="1116850" y="2972132"/>
                      <a:pt x="380271" y="2772464"/>
                    </a:cubicBezTo>
                    <a:cubicBezTo>
                      <a:pt x="297823" y="2750120"/>
                      <a:pt x="228873" y="2738933"/>
                      <a:pt x="173673" y="273893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DFF59680-9B4F-FFB9-3858-46D78A1BC981}"/>
                  </a:ext>
                </a:extLst>
              </p:cNvPr>
              <p:cNvSpPr/>
              <p:nvPr/>
            </p:nvSpPr>
            <p:spPr>
              <a:xfrm>
                <a:off x="-1144478" y="599546"/>
                <a:ext cx="5888842" cy="5142856"/>
              </a:xfrm>
              <a:custGeom>
                <a:avLst/>
                <a:gdLst>
                  <a:gd name="connsiteX0" fmla="*/ 2962430 w 5888842"/>
                  <a:gd name="connsiteY0" fmla="*/ 5142856 h 5142856"/>
                  <a:gd name="connsiteX1" fmla="*/ 2123411 w 5888842"/>
                  <a:gd name="connsiteY1" fmla="*/ 4959884 h 5142856"/>
                  <a:gd name="connsiteX2" fmla="*/ 1242463 w 5888842"/>
                  <a:gd name="connsiteY2" fmla="*/ 4436179 h 5142856"/>
                  <a:gd name="connsiteX3" fmla="*/ 527875 w 5888842"/>
                  <a:gd name="connsiteY3" fmla="*/ 3762273 h 5142856"/>
                  <a:gd name="connsiteX4" fmla="*/ 87767 w 5888842"/>
                  <a:gd name="connsiteY4" fmla="*/ 3131033 h 5142856"/>
                  <a:gd name="connsiteX5" fmla="*/ 35211 w 5888842"/>
                  <a:gd name="connsiteY5" fmla="*/ 2728072 h 5142856"/>
                  <a:gd name="connsiteX6" fmla="*/ 357580 w 5888842"/>
                  <a:gd name="connsiteY6" fmla="*/ 2720624 h 5142856"/>
                  <a:gd name="connsiteX7" fmla="*/ 1723542 w 5888842"/>
                  <a:gd name="connsiteY7" fmla="*/ 2758989 h 5142856"/>
                  <a:gd name="connsiteX8" fmla="*/ 2101871 w 5888842"/>
                  <a:gd name="connsiteY8" fmla="*/ 1345606 h 5142856"/>
                  <a:gd name="connsiteX9" fmla="*/ 2182378 w 5888842"/>
                  <a:gd name="connsiteY9" fmla="*/ 449464 h 5142856"/>
                  <a:gd name="connsiteX10" fmla="*/ 2355317 w 5888842"/>
                  <a:gd name="connsiteY10" fmla="*/ 144594 h 5142856"/>
                  <a:gd name="connsiteX11" fmla="*/ 2687669 w 5888842"/>
                  <a:gd name="connsiteY11" fmla="*/ 5271 h 5142856"/>
                  <a:gd name="connsiteX12" fmla="*/ 3155419 w 5888842"/>
                  <a:gd name="connsiteY12" fmla="*/ 73879 h 5142856"/>
                  <a:gd name="connsiteX13" fmla="*/ 3454842 w 5888842"/>
                  <a:gd name="connsiteY13" fmla="*/ 340636 h 5142856"/>
                  <a:gd name="connsiteX14" fmla="*/ 3773358 w 5888842"/>
                  <a:gd name="connsiteY14" fmla="*/ 1210049 h 5142856"/>
                  <a:gd name="connsiteX15" fmla="*/ 4401506 w 5888842"/>
                  <a:gd name="connsiteY15" fmla="*/ 2403669 h 5142856"/>
                  <a:gd name="connsiteX16" fmla="*/ 5452157 w 5888842"/>
                  <a:gd name="connsiteY16" fmla="*/ 2434193 h 5142856"/>
                  <a:gd name="connsiteX17" fmla="*/ 5836222 w 5888842"/>
                  <a:gd name="connsiteY17" fmla="*/ 2469972 h 5142856"/>
                  <a:gd name="connsiteX18" fmla="*/ 5810689 w 5888842"/>
                  <a:gd name="connsiteY18" fmla="*/ 2954891 h 5142856"/>
                  <a:gd name="connsiteX19" fmla="*/ 5411158 w 5888842"/>
                  <a:gd name="connsiteY19" fmla="*/ 3613675 h 5142856"/>
                  <a:gd name="connsiteX20" fmla="*/ 4756803 w 5888842"/>
                  <a:gd name="connsiteY20" fmla="*/ 4311049 h 5142856"/>
                  <a:gd name="connsiteX21" fmla="*/ 3942501 w 5888842"/>
                  <a:gd name="connsiteY21" fmla="*/ 4876718 h 5142856"/>
                  <a:gd name="connsiteX22" fmla="*/ 3062848 w 5888842"/>
                  <a:gd name="connsiteY22" fmla="*/ 5139821 h 5142856"/>
                  <a:gd name="connsiteX23" fmla="*/ 3062848 w 5888842"/>
                  <a:gd name="connsiteY23" fmla="*/ 5139821 h 5142856"/>
                  <a:gd name="connsiteX24" fmla="*/ 2962458 w 5888842"/>
                  <a:gd name="connsiteY24" fmla="*/ 5142856 h 5142856"/>
                  <a:gd name="connsiteX25" fmla="*/ 163129 w 5888842"/>
                  <a:gd name="connsiteY25" fmla="*/ 2691394 h 5142856"/>
                  <a:gd name="connsiteX26" fmla="*/ 153596 w 5888842"/>
                  <a:gd name="connsiteY26" fmla="*/ 2691534 h 5142856"/>
                  <a:gd name="connsiteX27" fmla="*/ 42775 w 5888842"/>
                  <a:gd name="connsiteY27" fmla="*/ 2734705 h 5142856"/>
                  <a:gd name="connsiteX28" fmla="*/ 96822 w 5888842"/>
                  <a:gd name="connsiteY28" fmla="*/ 3126564 h 5142856"/>
                  <a:gd name="connsiteX29" fmla="*/ 1248622 w 5888842"/>
                  <a:gd name="connsiteY29" fmla="*/ 4428169 h 5142856"/>
                  <a:gd name="connsiteX30" fmla="*/ 3062201 w 5888842"/>
                  <a:gd name="connsiteY30" fmla="*/ 5129731 h 5142856"/>
                  <a:gd name="connsiteX31" fmla="*/ 3062201 w 5888842"/>
                  <a:gd name="connsiteY31" fmla="*/ 5129731 h 5142856"/>
                  <a:gd name="connsiteX32" fmla="*/ 4750139 w 5888842"/>
                  <a:gd name="connsiteY32" fmla="*/ 4303433 h 5142856"/>
                  <a:gd name="connsiteX33" fmla="*/ 5801353 w 5888842"/>
                  <a:gd name="connsiteY33" fmla="*/ 2950984 h 5142856"/>
                  <a:gd name="connsiteX34" fmla="*/ 5877559 w 5888842"/>
                  <a:gd name="connsiteY34" fmla="*/ 2664777 h 5142856"/>
                  <a:gd name="connsiteX35" fmla="*/ 5828686 w 5888842"/>
                  <a:gd name="connsiteY35" fmla="*/ 2476605 h 5142856"/>
                  <a:gd name="connsiteX36" fmla="*/ 5454885 w 5888842"/>
                  <a:gd name="connsiteY36" fmla="*/ 2443833 h 5142856"/>
                  <a:gd name="connsiteX37" fmla="*/ 4892146 w 5888842"/>
                  <a:gd name="connsiteY37" fmla="*/ 2532340 h 5142856"/>
                  <a:gd name="connsiteX38" fmla="*/ 4396472 w 5888842"/>
                  <a:gd name="connsiteY38" fmla="*/ 2412326 h 5142856"/>
                  <a:gd name="connsiteX39" fmla="*/ 3763601 w 5888842"/>
                  <a:gd name="connsiteY39" fmla="*/ 1212466 h 5142856"/>
                  <a:gd name="connsiteX40" fmla="*/ 3446490 w 5888842"/>
                  <a:gd name="connsiteY40" fmla="*/ 346229 h 5142856"/>
                  <a:gd name="connsiteX41" fmla="*/ 2688569 w 5888842"/>
                  <a:gd name="connsiteY41" fmla="*/ 15249 h 5142856"/>
                  <a:gd name="connsiteX42" fmla="*/ 2111938 w 5888842"/>
                  <a:gd name="connsiteY42" fmla="*/ 1345662 h 5142856"/>
                  <a:gd name="connsiteX43" fmla="*/ 1729363 w 5888842"/>
                  <a:gd name="connsiteY43" fmla="*/ 2767168 h 5142856"/>
                  <a:gd name="connsiteX44" fmla="*/ 1220389 w 5888842"/>
                  <a:gd name="connsiteY44" fmla="*/ 2905733 h 5142856"/>
                  <a:gd name="connsiteX45" fmla="*/ 354318 w 5888842"/>
                  <a:gd name="connsiteY45" fmla="*/ 2730096 h 5142856"/>
                  <a:gd name="connsiteX46" fmla="*/ 163129 w 5888842"/>
                  <a:gd name="connsiteY46" fmla="*/ 2691337 h 5142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5888842" h="5142856">
                    <a:moveTo>
                      <a:pt x="2962430" y="5142856"/>
                    </a:moveTo>
                    <a:cubicBezTo>
                      <a:pt x="2698889" y="5142856"/>
                      <a:pt x="2417210" y="5081472"/>
                      <a:pt x="2123411" y="4959884"/>
                    </a:cubicBezTo>
                    <a:cubicBezTo>
                      <a:pt x="1832396" y="4839420"/>
                      <a:pt x="1535981" y="4663222"/>
                      <a:pt x="1242463" y="4436179"/>
                    </a:cubicBezTo>
                    <a:cubicBezTo>
                      <a:pt x="985558" y="4237467"/>
                      <a:pt x="738467" y="4004437"/>
                      <a:pt x="527875" y="3762273"/>
                    </a:cubicBezTo>
                    <a:cubicBezTo>
                      <a:pt x="334099" y="3539446"/>
                      <a:pt x="177808" y="3315270"/>
                      <a:pt x="87767" y="3131033"/>
                    </a:cubicBezTo>
                    <a:cubicBezTo>
                      <a:pt x="-7391" y="2936284"/>
                      <a:pt x="-25585" y="2796961"/>
                      <a:pt x="35211" y="2728072"/>
                    </a:cubicBezTo>
                    <a:cubicBezTo>
                      <a:pt x="88105" y="2668122"/>
                      <a:pt x="196564" y="2665620"/>
                      <a:pt x="357580" y="2720624"/>
                    </a:cubicBezTo>
                    <a:cubicBezTo>
                      <a:pt x="1001868" y="2940697"/>
                      <a:pt x="1448668" y="2953260"/>
                      <a:pt x="1723542" y="2758989"/>
                    </a:cubicBezTo>
                    <a:cubicBezTo>
                      <a:pt x="2089723" y="2500186"/>
                      <a:pt x="2095881" y="1913242"/>
                      <a:pt x="2101871" y="1345606"/>
                    </a:cubicBezTo>
                    <a:cubicBezTo>
                      <a:pt x="2105386" y="1011253"/>
                      <a:pt x="2108704" y="695450"/>
                      <a:pt x="2182378" y="449464"/>
                    </a:cubicBezTo>
                    <a:cubicBezTo>
                      <a:pt x="2222084" y="316886"/>
                      <a:pt x="2278662" y="217165"/>
                      <a:pt x="2355317" y="144594"/>
                    </a:cubicBezTo>
                    <a:cubicBezTo>
                      <a:pt x="2441140" y="63339"/>
                      <a:pt x="2549852" y="17750"/>
                      <a:pt x="2687669" y="5271"/>
                    </a:cubicBezTo>
                    <a:cubicBezTo>
                      <a:pt x="2870731" y="-11312"/>
                      <a:pt x="3023704" y="11145"/>
                      <a:pt x="3155419" y="73879"/>
                    </a:cubicBezTo>
                    <a:cubicBezTo>
                      <a:pt x="3273130" y="129951"/>
                      <a:pt x="3371072" y="217193"/>
                      <a:pt x="3454842" y="340636"/>
                    </a:cubicBezTo>
                    <a:cubicBezTo>
                      <a:pt x="3610290" y="569646"/>
                      <a:pt x="3689504" y="880727"/>
                      <a:pt x="3773358" y="1210049"/>
                    </a:cubicBezTo>
                    <a:cubicBezTo>
                      <a:pt x="3895315" y="1688981"/>
                      <a:pt x="4021434" y="2184243"/>
                      <a:pt x="4401506" y="2403669"/>
                    </a:cubicBezTo>
                    <a:cubicBezTo>
                      <a:pt x="4656752" y="2551059"/>
                      <a:pt x="5000436" y="2561036"/>
                      <a:pt x="5452157" y="2434193"/>
                    </a:cubicBezTo>
                    <a:cubicBezTo>
                      <a:pt x="5639184" y="2381690"/>
                      <a:pt x="5768396" y="2393719"/>
                      <a:pt x="5836222" y="2469972"/>
                    </a:cubicBezTo>
                    <a:cubicBezTo>
                      <a:pt x="5914199" y="2557608"/>
                      <a:pt x="5905369" y="2725290"/>
                      <a:pt x="5810689" y="2954891"/>
                    </a:cubicBezTo>
                    <a:cubicBezTo>
                      <a:pt x="5729844" y="3150904"/>
                      <a:pt x="5591690" y="3378734"/>
                      <a:pt x="5411158" y="3613675"/>
                    </a:cubicBezTo>
                    <a:cubicBezTo>
                      <a:pt x="5222388" y="3859353"/>
                      <a:pt x="4996106" y="4100505"/>
                      <a:pt x="4756803" y="4311049"/>
                    </a:cubicBezTo>
                    <a:cubicBezTo>
                      <a:pt x="4489493" y="4546243"/>
                      <a:pt x="4215519" y="4736551"/>
                      <a:pt x="3942501" y="4876718"/>
                    </a:cubicBezTo>
                    <a:cubicBezTo>
                      <a:pt x="3635907" y="5034113"/>
                      <a:pt x="3339943" y="5122648"/>
                      <a:pt x="3062848" y="5139821"/>
                    </a:cubicBezTo>
                    <a:lnTo>
                      <a:pt x="3062848" y="5139821"/>
                    </a:lnTo>
                    <a:cubicBezTo>
                      <a:pt x="3029694" y="5141845"/>
                      <a:pt x="2996203" y="5142856"/>
                      <a:pt x="2962458" y="5142856"/>
                    </a:cubicBezTo>
                    <a:close/>
                    <a:moveTo>
                      <a:pt x="163129" y="2691394"/>
                    </a:moveTo>
                    <a:cubicBezTo>
                      <a:pt x="159895" y="2691394"/>
                      <a:pt x="156718" y="2691450"/>
                      <a:pt x="153596" y="2691534"/>
                    </a:cubicBezTo>
                    <a:cubicBezTo>
                      <a:pt x="103908" y="2693164"/>
                      <a:pt x="66621" y="2707695"/>
                      <a:pt x="42775" y="2734705"/>
                    </a:cubicBezTo>
                    <a:cubicBezTo>
                      <a:pt x="-14281" y="2799350"/>
                      <a:pt x="4925" y="2938505"/>
                      <a:pt x="96822" y="3126564"/>
                    </a:cubicBezTo>
                    <a:cubicBezTo>
                      <a:pt x="257444" y="3455240"/>
                      <a:pt x="675871" y="3985156"/>
                      <a:pt x="1248622" y="4428169"/>
                    </a:cubicBezTo>
                    <a:cubicBezTo>
                      <a:pt x="1692554" y="4771544"/>
                      <a:pt x="2367521" y="5172003"/>
                      <a:pt x="3062201" y="5129731"/>
                    </a:cubicBezTo>
                    <a:lnTo>
                      <a:pt x="3062201" y="5129731"/>
                    </a:lnTo>
                    <a:cubicBezTo>
                      <a:pt x="3581635" y="5097521"/>
                      <a:pt x="4181100" y="4804063"/>
                      <a:pt x="4750139" y="4303433"/>
                    </a:cubicBezTo>
                    <a:cubicBezTo>
                      <a:pt x="5220589" y="3889539"/>
                      <a:pt x="5633223" y="3358666"/>
                      <a:pt x="5801353" y="2950984"/>
                    </a:cubicBezTo>
                    <a:cubicBezTo>
                      <a:pt x="5846683" y="2841060"/>
                      <a:pt x="5872328" y="2744768"/>
                      <a:pt x="5877559" y="2664777"/>
                    </a:cubicBezTo>
                    <a:cubicBezTo>
                      <a:pt x="5882929" y="2582425"/>
                      <a:pt x="5866508" y="2519130"/>
                      <a:pt x="5828686" y="2476605"/>
                    </a:cubicBezTo>
                    <a:cubicBezTo>
                      <a:pt x="5763616" y="2403472"/>
                      <a:pt x="5637863" y="2392455"/>
                      <a:pt x="5454885" y="2443833"/>
                    </a:cubicBezTo>
                    <a:cubicBezTo>
                      <a:pt x="5244856" y="2502800"/>
                      <a:pt x="5057885" y="2532340"/>
                      <a:pt x="4892146" y="2532340"/>
                    </a:cubicBezTo>
                    <a:cubicBezTo>
                      <a:pt x="4699269" y="2532340"/>
                      <a:pt x="4535076" y="2492373"/>
                      <a:pt x="4396472" y="2412326"/>
                    </a:cubicBezTo>
                    <a:cubicBezTo>
                      <a:pt x="4012745" y="2190764"/>
                      <a:pt x="3886092" y="1693422"/>
                      <a:pt x="3763601" y="1212466"/>
                    </a:cubicBezTo>
                    <a:cubicBezTo>
                      <a:pt x="3679971" y="884016"/>
                      <a:pt x="3600954" y="573778"/>
                      <a:pt x="3446490" y="346229"/>
                    </a:cubicBezTo>
                    <a:cubicBezTo>
                      <a:pt x="3272145" y="89393"/>
                      <a:pt x="3031297" y="-15781"/>
                      <a:pt x="2688569" y="15249"/>
                    </a:cubicBezTo>
                    <a:cubicBezTo>
                      <a:pt x="2125379" y="66234"/>
                      <a:pt x="2118855" y="687693"/>
                      <a:pt x="2111938" y="1345662"/>
                    </a:cubicBezTo>
                    <a:cubicBezTo>
                      <a:pt x="2105948" y="1915827"/>
                      <a:pt x="2099734" y="2505414"/>
                      <a:pt x="1729363" y="2767168"/>
                    </a:cubicBezTo>
                    <a:cubicBezTo>
                      <a:pt x="1598717" y="2859526"/>
                      <a:pt x="1429912" y="2905733"/>
                      <a:pt x="1220389" y="2905733"/>
                    </a:cubicBezTo>
                    <a:cubicBezTo>
                      <a:pt x="984602" y="2905733"/>
                      <a:pt x="697214" y="2847215"/>
                      <a:pt x="354318" y="2730096"/>
                    </a:cubicBezTo>
                    <a:cubicBezTo>
                      <a:pt x="278956" y="2704351"/>
                      <a:pt x="214701" y="2691337"/>
                      <a:pt x="163129" y="2691337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98C231C1-ABC0-210F-447E-4E8C0BAD521E}"/>
                  </a:ext>
                </a:extLst>
              </p:cNvPr>
              <p:cNvSpPr/>
              <p:nvPr/>
            </p:nvSpPr>
            <p:spPr>
              <a:xfrm>
                <a:off x="-1085825" y="637291"/>
                <a:ext cx="5865740" cy="5142043"/>
              </a:xfrm>
              <a:custGeom>
                <a:avLst/>
                <a:gdLst>
                  <a:gd name="connsiteX0" fmla="*/ 2871664 w 5865740"/>
                  <a:gd name="connsiteY0" fmla="*/ 5142044 h 5142043"/>
                  <a:gd name="connsiteX1" fmla="*/ 1989283 w 5865740"/>
                  <a:gd name="connsiteY1" fmla="*/ 4976610 h 5142043"/>
                  <a:gd name="connsiteX2" fmla="*/ 1144330 w 5865740"/>
                  <a:gd name="connsiteY2" fmla="*/ 4491860 h 5142043"/>
                  <a:gd name="connsiteX3" fmla="*/ 501757 w 5865740"/>
                  <a:gd name="connsiteY3" fmla="*/ 3851064 h 5142043"/>
                  <a:gd name="connsiteX4" fmla="*/ 106979 w 5865740"/>
                  <a:gd name="connsiteY4" fmla="*/ 3220076 h 5142043"/>
                  <a:gd name="connsiteX5" fmla="*/ 48657 w 5865740"/>
                  <a:gd name="connsiteY5" fmla="*/ 2675123 h 5142043"/>
                  <a:gd name="connsiteX6" fmla="*/ 161532 w 5865740"/>
                  <a:gd name="connsiteY6" fmla="*/ 2634256 h 5142043"/>
                  <a:gd name="connsiteX7" fmla="*/ 340432 w 5865740"/>
                  <a:gd name="connsiteY7" fmla="*/ 2680069 h 5142043"/>
                  <a:gd name="connsiteX8" fmla="*/ 1544423 w 5865740"/>
                  <a:gd name="connsiteY8" fmla="*/ 2804131 h 5142043"/>
                  <a:gd name="connsiteX9" fmla="*/ 1883383 w 5865740"/>
                  <a:gd name="connsiteY9" fmla="*/ 2245658 h 5142043"/>
                  <a:gd name="connsiteX10" fmla="*/ 1977416 w 5865740"/>
                  <a:gd name="connsiteY10" fmla="*/ 1418179 h 5142043"/>
                  <a:gd name="connsiteX11" fmla="*/ 2105081 w 5865740"/>
                  <a:gd name="connsiteY11" fmla="*/ 481732 h 5142043"/>
                  <a:gd name="connsiteX12" fmla="*/ 2293571 w 5865740"/>
                  <a:gd name="connsiteY12" fmla="*/ 158734 h 5142043"/>
                  <a:gd name="connsiteX13" fmla="*/ 2632137 w 5865740"/>
                  <a:gd name="connsiteY13" fmla="*/ 8927 h 5142043"/>
                  <a:gd name="connsiteX14" fmla="*/ 3195973 w 5865740"/>
                  <a:gd name="connsiteY14" fmla="*/ 71633 h 5142043"/>
                  <a:gd name="connsiteX15" fmla="*/ 3545788 w 5865740"/>
                  <a:gd name="connsiteY15" fmla="*/ 353174 h 5142043"/>
                  <a:gd name="connsiteX16" fmla="*/ 3885957 w 5865740"/>
                  <a:gd name="connsiteY16" fmla="*/ 1277591 h 5142043"/>
                  <a:gd name="connsiteX17" fmla="*/ 4275224 w 5865740"/>
                  <a:gd name="connsiteY17" fmla="*/ 2263224 h 5142043"/>
                  <a:gd name="connsiteX18" fmla="*/ 5401575 w 5865740"/>
                  <a:gd name="connsiteY18" fmla="*/ 2497434 h 5142043"/>
                  <a:gd name="connsiteX19" fmla="*/ 5651365 w 5865740"/>
                  <a:gd name="connsiteY19" fmla="*/ 2484112 h 5142043"/>
                  <a:gd name="connsiteX20" fmla="*/ 5804170 w 5865740"/>
                  <a:gd name="connsiteY20" fmla="*/ 2568768 h 5142043"/>
                  <a:gd name="connsiteX21" fmla="*/ 5761456 w 5865740"/>
                  <a:gd name="connsiteY21" fmla="*/ 3178113 h 5142043"/>
                  <a:gd name="connsiteX22" fmla="*/ 5371570 w 5865740"/>
                  <a:gd name="connsiteY22" fmla="*/ 3797099 h 5142043"/>
                  <a:gd name="connsiteX23" fmla="*/ 4743817 w 5865740"/>
                  <a:gd name="connsiteY23" fmla="*/ 4418980 h 5142043"/>
                  <a:gd name="connsiteX24" fmla="*/ 3932298 w 5865740"/>
                  <a:gd name="connsiteY24" fmla="*/ 4910729 h 5142043"/>
                  <a:gd name="connsiteX25" fmla="*/ 2991090 w 5865740"/>
                  <a:gd name="connsiteY25" fmla="*/ 5138924 h 5142043"/>
                  <a:gd name="connsiteX26" fmla="*/ 2991090 w 5865740"/>
                  <a:gd name="connsiteY26" fmla="*/ 5138924 h 5142043"/>
                  <a:gd name="connsiteX27" fmla="*/ 2871664 w 5865740"/>
                  <a:gd name="connsiteY27" fmla="*/ 5141959 h 5142043"/>
                  <a:gd name="connsiteX28" fmla="*/ 160126 w 5865740"/>
                  <a:gd name="connsiteY28" fmla="*/ 2644093 h 5142043"/>
                  <a:gd name="connsiteX29" fmla="*/ 55462 w 5865740"/>
                  <a:gd name="connsiteY29" fmla="*/ 2681896 h 5142043"/>
                  <a:gd name="connsiteX30" fmla="*/ 13170 w 5865740"/>
                  <a:gd name="connsiteY30" fmla="*/ 2882716 h 5142043"/>
                  <a:gd name="connsiteX31" fmla="*/ 115724 w 5865740"/>
                  <a:gd name="connsiteY31" fmla="*/ 3216170 h 5142043"/>
                  <a:gd name="connsiteX32" fmla="*/ 2990584 w 5865740"/>
                  <a:gd name="connsiteY32" fmla="*/ 5129424 h 5142043"/>
                  <a:gd name="connsiteX33" fmla="*/ 2990584 w 5865740"/>
                  <a:gd name="connsiteY33" fmla="*/ 5129424 h 5142043"/>
                  <a:gd name="connsiteX34" fmla="*/ 5752654 w 5865740"/>
                  <a:gd name="connsiteY34" fmla="*/ 3174291 h 5142043"/>
                  <a:gd name="connsiteX35" fmla="*/ 5854055 w 5865740"/>
                  <a:gd name="connsiteY35" fmla="*/ 2817987 h 5142043"/>
                  <a:gd name="connsiteX36" fmla="*/ 5796747 w 5865740"/>
                  <a:gd name="connsiteY36" fmla="*/ 2574867 h 5142043"/>
                  <a:gd name="connsiteX37" fmla="*/ 5403628 w 5865740"/>
                  <a:gd name="connsiteY37" fmla="*/ 2506794 h 5142043"/>
                  <a:gd name="connsiteX38" fmla="*/ 4697053 w 5865740"/>
                  <a:gd name="connsiteY38" fmla="*/ 2529953 h 5142043"/>
                  <a:gd name="connsiteX39" fmla="*/ 4267912 w 5865740"/>
                  <a:gd name="connsiteY39" fmla="*/ 2269520 h 5142043"/>
                  <a:gd name="connsiteX40" fmla="*/ 4025573 w 5865740"/>
                  <a:gd name="connsiteY40" fmla="*/ 1821083 h 5142043"/>
                  <a:gd name="connsiteX41" fmla="*/ 3876593 w 5865740"/>
                  <a:gd name="connsiteY41" fmla="*/ 1279840 h 5142043"/>
                  <a:gd name="connsiteX42" fmla="*/ 3537970 w 5865740"/>
                  <a:gd name="connsiteY42" fmla="*/ 358795 h 5142043"/>
                  <a:gd name="connsiteX43" fmla="*/ 2633037 w 5865740"/>
                  <a:gd name="connsiteY43" fmla="*/ 18455 h 5142043"/>
                  <a:gd name="connsiteX44" fmla="*/ 2114108 w 5865740"/>
                  <a:gd name="connsiteY44" fmla="*/ 484739 h 5142043"/>
                  <a:gd name="connsiteX45" fmla="*/ 1986921 w 5865740"/>
                  <a:gd name="connsiteY45" fmla="*/ 1418741 h 5142043"/>
                  <a:gd name="connsiteX46" fmla="*/ 1892662 w 5865740"/>
                  <a:gd name="connsiteY46" fmla="*/ 2247850 h 5142043"/>
                  <a:gd name="connsiteX47" fmla="*/ 1767865 w 5865740"/>
                  <a:gd name="connsiteY47" fmla="*/ 2580629 h 5142043"/>
                  <a:gd name="connsiteX48" fmla="*/ 1549400 w 5865740"/>
                  <a:gd name="connsiteY48" fmla="*/ 2812254 h 5142043"/>
                  <a:gd name="connsiteX49" fmla="*/ 336579 w 5865740"/>
                  <a:gd name="connsiteY49" fmla="*/ 2688810 h 5142043"/>
                  <a:gd name="connsiteX50" fmla="*/ 160097 w 5865740"/>
                  <a:gd name="connsiteY50" fmla="*/ 2644009 h 5142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865740" h="5142043">
                    <a:moveTo>
                      <a:pt x="2871664" y="5142044"/>
                    </a:moveTo>
                    <a:cubicBezTo>
                      <a:pt x="2576853" y="5142044"/>
                      <a:pt x="2280635" y="5086562"/>
                      <a:pt x="1989283" y="4976610"/>
                    </a:cubicBezTo>
                    <a:cubicBezTo>
                      <a:pt x="1698071" y="4866714"/>
                      <a:pt x="1413805" y="4703613"/>
                      <a:pt x="1144330" y="4491860"/>
                    </a:cubicBezTo>
                    <a:cubicBezTo>
                      <a:pt x="911045" y="4308522"/>
                      <a:pt x="688840" y="4086932"/>
                      <a:pt x="501757" y="3851064"/>
                    </a:cubicBezTo>
                    <a:cubicBezTo>
                      <a:pt x="333177" y="3638523"/>
                      <a:pt x="196654" y="3420334"/>
                      <a:pt x="106979" y="3220076"/>
                    </a:cubicBezTo>
                    <a:cubicBezTo>
                      <a:pt x="-11351" y="2955877"/>
                      <a:pt x="-32610" y="2757249"/>
                      <a:pt x="48657" y="2675123"/>
                    </a:cubicBezTo>
                    <a:cubicBezTo>
                      <a:pt x="75765" y="2647719"/>
                      <a:pt x="113784" y="2633975"/>
                      <a:pt x="161532" y="2634256"/>
                    </a:cubicBezTo>
                    <a:cubicBezTo>
                      <a:pt x="210967" y="2634565"/>
                      <a:pt x="271144" y="2649967"/>
                      <a:pt x="340432" y="2680069"/>
                    </a:cubicBezTo>
                    <a:cubicBezTo>
                      <a:pt x="894229" y="2920688"/>
                      <a:pt x="1288052" y="2961245"/>
                      <a:pt x="1544423" y="2804131"/>
                    </a:cubicBezTo>
                    <a:cubicBezTo>
                      <a:pt x="1706676" y="2704690"/>
                      <a:pt x="1817553" y="2521999"/>
                      <a:pt x="1883383" y="2245658"/>
                    </a:cubicBezTo>
                    <a:cubicBezTo>
                      <a:pt x="1942153" y="1998940"/>
                      <a:pt x="1960066" y="1703711"/>
                      <a:pt x="1977416" y="1418179"/>
                    </a:cubicBezTo>
                    <a:cubicBezTo>
                      <a:pt x="1997606" y="1085456"/>
                      <a:pt x="2018500" y="741407"/>
                      <a:pt x="2105081" y="481732"/>
                    </a:cubicBezTo>
                    <a:cubicBezTo>
                      <a:pt x="2151789" y="341650"/>
                      <a:pt x="2213428" y="235998"/>
                      <a:pt x="2293571" y="158734"/>
                    </a:cubicBezTo>
                    <a:cubicBezTo>
                      <a:pt x="2383555" y="71998"/>
                      <a:pt x="2494292" y="22981"/>
                      <a:pt x="2632137" y="8927"/>
                    </a:cubicBezTo>
                    <a:cubicBezTo>
                      <a:pt x="2854736" y="-13783"/>
                      <a:pt x="3039175" y="6735"/>
                      <a:pt x="3195973" y="71633"/>
                    </a:cubicBezTo>
                    <a:cubicBezTo>
                      <a:pt x="3335843" y="129504"/>
                      <a:pt x="3450292" y="221608"/>
                      <a:pt x="3545788" y="353174"/>
                    </a:cubicBezTo>
                    <a:cubicBezTo>
                      <a:pt x="3722804" y="596996"/>
                      <a:pt x="3805758" y="942985"/>
                      <a:pt x="3885957" y="1277591"/>
                    </a:cubicBezTo>
                    <a:cubicBezTo>
                      <a:pt x="3973270" y="1641793"/>
                      <a:pt x="4063563" y="2018390"/>
                      <a:pt x="4275224" y="2263224"/>
                    </a:cubicBezTo>
                    <a:cubicBezTo>
                      <a:pt x="4512220" y="2537373"/>
                      <a:pt x="4880649" y="2613991"/>
                      <a:pt x="5401575" y="2497434"/>
                    </a:cubicBezTo>
                    <a:cubicBezTo>
                      <a:pt x="5499067" y="2475624"/>
                      <a:pt x="5583090" y="2471155"/>
                      <a:pt x="5651365" y="2484112"/>
                    </a:cubicBezTo>
                    <a:cubicBezTo>
                      <a:pt x="5716801" y="2496535"/>
                      <a:pt x="5768205" y="2525035"/>
                      <a:pt x="5804170" y="2568768"/>
                    </a:cubicBezTo>
                    <a:cubicBezTo>
                      <a:pt x="5899048" y="2684145"/>
                      <a:pt x="5883863" y="2900563"/>
                      <a:pt x="5761456" y="3178113"/>
                    </a:cubicBezTo>
                    <a:cubicBezTo>
                      <a:pt x="5675296" y="3373481"/>
                      <a:pt x="5540460" y="3587539"/>
                      <a:pt x="5371570" y="3797099"/>
                    </a:cubicBezTo>
                    <a:cubicBezTo>
                      <a:pt x="5191180" y="4020938"/>
                      <a:pt x="4974121" y="4235980"/>
                      <a:pt x="4743817" y="4418980"/>
                    </a:cubicBezTo>
                    <a:cubicBezTo>
                      <a:pt x="4485309" y="4624410"/>
                      <a:pt x="4212263" y="4789843"/>
                      <a:pt x="3932298" y="4910729"/>
                    </a:cubicBezTo>
                    <a:cubicBezTo>
                      <a:pt x="3619462" y="5045780"/>
                      <a:pt x="3302773" y="5122566"/>
                      <a:pt x="2991090" y="5138924"/>
                    </a:cubicBezTo>
                    <a:lnTo>
                      <a:pt x="2991090" y="5138924"/>
                    </a:lnTo>
                    <a:cubicBezTo>
                      <a:pt x="2951328" y="5140948"/>
                      <a:pt x="2911482" y="5141959"/>
                      <a:pt x="2871664" y="5141959"/>
                    </a:cubicBezTo>
                    <a:close/>
                    <a:moveTo>
                      <a:pt x="160126" y="2644093"/>
                    </a:moveTo>
                    <a:cubicBezTo>
                      <a:pt x="115668" y="2644093"/>
                      <a:pt x="80405" y="2656685"/>
                      <a:pt x="55462" y="2681896"/>
                    </a:cubicBezTo>
                    <a:cubicBezTo>
                      <a:pt x="17163" y="2720599"/>
                      <a:pt x="2540" y="2790049"/>
                      <a:pt x="13170" y="2882716"/>
                    </a:cubicBezTo>
                    <a:cubicBezTo>
                      <a:pt x="23743" y="2974680"/>
                      <a:pt x="59202" y="3089972"/>
                      <a:pt x="115724" y="3216170"/>
                    </a:cubicBezTo>
                    <a:cubicBezTo>
                      <a:pt x="490284" y="4052417"/>
                      <a:pt x="1629824" y="5198987"/>
                      <a:pt x="2990584" y="5129424"/>
                    </a:cubicBezTo>
                    <a:lnTo>
                      <a:pt x="2990584" y="5129424"/>
                    </a:lnTo>
                    <a:cubicBezTo>
                      <a:pt x="4317291" y="5059776"/>
                      <a:pt x="5423058" y="3921582"/>
                      <a:pt x="5752654" y="3174291"/>
                    </a:cubicBezTo>
                    <a:cubicBezTo>
                      <a:pt x="5811735" y="3040308"/>
                      <a:pt x="5845845" y="2920435"/>
                      <a:pt x="5854055" y="2817987"/>
                    </a:cubicBezTo>
                    <a:cubicBezTo>
                      <a:pt x="5862435" y="2713122"/>
                      <a:pt x="5843145" y="2631333"/>
                      <a:pt x="5796747" y="2574867"/>
                    </a:cubicBezTo>
                    <a:cubicBezTo>
                      <a:pt x="5724844" y="2487428"/>
                      <a:pt x="5592567" y="2464522"/>
                      <a:pt x="5403628" y="2506794"/>
                    </a:cubicBezTo>
                    <a:cubicBezTo>
                      <a:pt x="5122820" y="2569611"/>
                      <a:pt x="4891701" y="2577200"/>
                      <a:pt x="4697053" y="2529953"/>
                    </a:cubicBezTo>
                    <a:cubicBezTo>
                      <a:pt x="4523327" y="2487766"/>
                      <a:pt x="4382952" y="2402575"/>
                      <a:pt x="4267912" y="2269520"/>
                    </a:cubicBezTo>
                    <a:cubicBezTo>
                      <a:pt x="4172219" y="2158837"/>
                      <a:pt x="4092949" y="2012150"/>
                      <a:pt x="4025573" y="1821083"/>
                    </a:cubicBezTo>
                    <a:cubicBezTo>
                      <a:pt x="3965593" y="1651012"/>
                      <a:pt x="3920347" y="1462334"/>
                      <a:pt x="3876593" y="1279840"/>
                    </a:cubicBezTo>
                    <a:cubicBezTo>
                      <a:pt x="3796591" y="946133"/>
                      <a:pt x="3713862" y="601072"/>
                      <a:pt x="3537970" y="358795"/>
                    </a:cubicBezTo>
                    <a:cubicBezTo>
                      <a:pt x="3341214" y="87766"/>
                      <a:pt x="3045193" y="-23564"/>
                      <a:pt x="2633037" y="18455"/>
                    </a:cubicBezTo>
                    <a:cubicBezTo>
                      <a:pt x="2376328" y="44622"/>
                      <a:pt x="2211432" y="192799"/>
                      <a:pt x="2114108" y="484739"/>
                    </a:cubicBezTo>
                    <a:cubicBezTo>
                      <a:pt x="2027948" y="743234"/>
                      <a:pt x="2007083" y="1086637"/>
                      <a:pt x="1986921" y="1418741"/>
                    </a:cubicBezTo>
                    <a:cubicBezTo>
                      <a:pt x="1969571" y="1704667"/>
                      <a:pt x="1951602" y="2000346"/>
                      <a:pt x="1892662" y="2247850"/>
                    </a:cubicBezTo>
                    <a:cubicBezTo>
                      <a:pt x="1860830" y="2381440"/>
                      <a:pt x="1820028" y="2490295"/>
                      <a:pt x="1767865" y="2580629"/>
                    </a:cubicBezTo>
                    <a:cubicBezTo>
                      <a:pt x="1709122" y="2682402"/>
                      <a:pt x="1637641" y="2758177"/>
                      <a:pt x="1549400" y="2812254"/>
                    </a:cubicBezTo>
                    <a:cubicBezTo>
                      <a:pt x="1290161" y="2971138"/>
                      <a:pt x="893442" y="2930778"/>
                      <a:pt x="336579" y="2688810"/>
                    </a:cubicBezTo>
                    <a:cubicBezTo>
                      <a:pt x="267854" y="2658961"/>
                      <a:pt x="208520" y="2644009"/>
                      <a:pt x="160097" y="264400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3446A82-230F-19FA-2143-B3A7B2AAD074}"/>
                  </a:ext>
                </a:extLst>
              </p:cNvPr>
              <p:cNvSpPr/>
              <p:nvPr/>
            </p:nvSpPr>
            <p:spPr>
              <a:xfrm>
                <a:off x="-997448" y="674018"/>
                <a:ext cx="5820497" cy="5142162"/>
              </a:xfrm>
              <a:custGeom>
                <a:avLst/>
                <a:gdLst>
                  <a:gd name="connsiteX0" fmla="*/ 2757923 w 5820497"/>
                  <a:gd name="connsiteY0" fmla="*/ 5142135 h 5142162"/>
                  <a:gd name="connsiteX1" fmla="*/ 1800658 w 5820497"/>
                  <a:gd name="connsiteY1" fmla="*/ 4971473 h 5142162"/>
                  <a:gd name="connsiteX2" fmla="*/ 972577 w 5820497"/>
                  <a:gd name="connsiteY2" fmla="*/ 4473513 h 5142162"/>
                  <a:gd name="connsiteX3" fmla="*/ 400586 w 5820497"/>
                  <a:gd name="connsiteY3" fmla="*/ 3815095 h 5142162"/>
                  <a:gd name="connsiteX4" fmla="*/ 79538 w 5820497"/>
                  <a:gd name="connsiteY4" fmla="*/ 3165613 h 5142162"/>
                  <a:gd name="connsiteX5" fmla="*/ 63819 w 5820497"/>
                  <a:gd name="connsiteY5" fmla="*/ 2571979 h 5142162"/>
                  <a:gd name="connsiteX6" fmla="*/ 293645 w 5820497"/>
                  <a:gd name="connsiteY6" fmla="*/ 2640615 h 5142162"/>
                  <a:gd name="connsiteX7" fmla="*/ 1423652 w 5820497"/>
                  <a:gd name="connsiteY7" fmla="*/ 2663606 h 5142162"/>
                  <a:gd name="connsiteX8" fmla="*/ 1872449 w 5820497"/>
                  <a:gd name="connsiteY8" fmla="*/ 1341371 h 5142162"/>
                  <a:gd name="connsiteX9" fmla="*/ 2016761 w 5820497"/>
                  <a:gd name="connsiteY9" fmla="*/ 462599 h 5142162"/>
                  <a:gd name="connsiteX10" fmla="*/ 2209328 w 5820497"/>
                  <a:gd name="connsiteY10" fmla="*/ 158404 h 5142162"/>
                  <a:gd name="connsiteX11" fmla="*/ 2546882 w 5820497"/>
                  <a:gd name="connsiteY11" fmla="*/ 13712 h 5142162"/>
                  <a:gd name="connsiteX12" fmla="*/ 3211248 w 5820497"/>
                  <a:gd name="connsiteY12" fmla="*/ 68576 h 5142162"/>
                  <a:gd name="connsiteX13" fmla="*/ 3611228 w 5820497"/>
                  <a:gd name="connsiteY13" fmla="*/ 363102 h 5142162"/>
                  <a:gd name="connsiteX14" fmla="*/ 3965345 w 5820497"/>
                  <a:gd name="connsiteY14" fmla="*/ 1339797 h 5142162"/>
                  <a:gd name="connsiteX15" fmla="*/ 4306807 w 5820497"/>
                  <a:gd name="connsiteY15" fmla="*/ 2280573 h 5142162"/>
                  <a:gd name="connsiteX16" fmla="*/ 5321240 w 5820497"/>
                  <a:gd name="connsiteY16" fmla="*/ 2561861 h 5142162"/>
                  <a:gd name="connsiteX17" fmla="*/ 5585317 w 5820497"/>
                  <a:gd name="connsiteY17" fmla="*/ 2567623 h 5142162"/>
                  <a:gd name="connsiteX18" fmla="*/ 5750016 w 5820497"/>
                  <a:gd name="connsiteY18" fmla="*/ 2675860 h 5142162"/>
                  <a:gd name="connsiteX19" fmla="*/ 5694535 w 5820497"/>
                  <a:gd name="connsiteY19" fmla="*/ 3394118 h 5142162"/>
                  <a:gd name="connsiteX20" fmla="*/ 5313901 w 5820497"/>
                  <a:gd name="connsiteY20" fmla="*/ 3965323 h 5142162"/>
                  <a:gd name="connsiteX21" fmla="*/ 4703104 w 5820497"/>
                  <a:gd name="connsiteY21" fmla="*/ 4515561 h 5142162"/>
                  <a:gd name="connsiteX22" fmla="*/ 3886777 w 5820497"/>
                  <a:gd name="connsiteY22" fmla="*/ 4941400 h 5142162"/>
                  <a:gd name="connsiteX23" fmla="*/ 2889666 w 5820497"/>
                  <a:gd name="connsiteY23" fmla="*/ 5139240 h 5142162"/>
                  <a:gd name="connsiteX24" fmla="*/ 2889666 w 5820497"/>
                  <a:gd name="connsiteY24" fmla="*/ 5139240 h 5142162"/>
                  <a:gd name="connsiteX25" fmla="*/ 2757895 w 5820497"/>
                  <a:gd name="connsiteY25" fmla="*/ 5142163 h 5142162"/>
                  <a:gd name="connsiteX26" fmla="*/ 118682 w 5820497"/>
                  <a:gd name="connsiteY26" fmla="*/ 2564784 h 5142162"/>
                  <a:gd name="connsiteX27" fmla="*/ 68937 w 5820497"/>
                  <a:gd name="connsiteY27" fmla="*/ 2579484 h 5142162"/>
                  <a:gd name="connsiteX28" fmla="*/ 9266 w 5820497"/>
                  <a:gd name="connsiteY28" fmla="*/ 2780360 h 5142162"/>
                  <a:gd name="connsiteX29" fmla="*/ 88115 w 5820497"/>
                  <a:gd name="connsiteY29" fmla="*/ 3162746 h 5142162"/>
                  <a:gd name="connsiteX30" fmla="*/ 2756630 w 5820497"/>
                  <a:gd name="connsiteY30" fmla="*/ 5133085 h 5142162"/>
                  <a:gd name="connsiteX31" fmla="*/ 2889244 w 5820497"/>
                  <a:gd name="connsiteY31" fmla="*/ 5130134 h 5142162"/>
                  <a:gd name="connsiteX32" fmla="*/ 2889244 w 5820497"/>
                  <a:gd name="connsiteY32" fmla="*/ 5130134 h 5142162"/>
                  <a:gd name="connsiteX33" fmla="*/ 5686296 w 5820497"/>
                  <a:gd name="connsiteY33" fmla="*/ 3390211 h 5142162"/>
                  <a:gd name="connsiteX34" fmla="*/ 5808816 w 5820497"/>
                  <a:gd name="connsiteY34" fmla="*/ 2976767 h 5142162"/>
                  <a:gd name="connsiteX35" fmla="*/ 5742733 w 5820497"/>
                  <a:gd name="connsiteY35" fmla="*/ 2681285 h 5142162"/>
                  <a:gd name="connsiteX36" fmla="*/ 5322675 w 5820497"/>
                  <a:gd name="connsiteY36" fmla="*/ 2570799 h 5142162"/>
                  <a:gd name="connsiteX37" fmla="*/ 4684067 w 5820497"/>
                  <a:gd name="connsiteY37" fmla="*/ 2551293 h 5142162"/>
                  <a:gd name="connsiteX38" fmla="*/ 4299665 w 5820497"/>
                  <a:gd name="connsiteY38" fmla="*/ 2286166 h 5142162"/>
                  <a:gd name="connsiteX39" fmla="*/ 4085811 w 5820497"/>
                  <a:gd name="connsiteY39" fmla="*/ 1856251 h 5142162"/>
                  <a:gd name="connsiteX40" fmla="*/ 3956459 w 5820497"/>
                  <a:gd name="connsiteY40" fmla="*/ 1341709 h 5142162"/>
                  <a:gd name="connsiteX41" fmla="*/ 3604001 w 5820497"/>
                  <a:gd name="connsiteY41" fmla="*/ 368611 h 5142162"/>
                  <a:gd name="connsiteX42" fmla="*/ 2547894 w 5820497"/>
                  <a:gd name="connsiteY42" fmla="*/ 22735 h 5142162"/>
                  <a:gd name="connsiteX43" fmla="*/ 2025282 w 5820497"/>
                  <a:gd name="connsiteY43" fmla="*/ 465747 h 5142162"/>
                  <a:gd name="connsiteX44" fmla="*/ 1881504 w 5820497"/>
                  <a:gd name="connsiteY44" fmla="*/ 1342130 h 5142162"/>
                  <a:gd name="connsiteX45" fmla="*/ 1428601 w 5820497"/>
                  <a:gd name="connsiteY45" fmla="*/ 2671223 h 5142162"/>
                  <a:gd name="connsiteX46" fmla="*/ 983938 w 5820497"/>
                  <a:gd name="connsiteY46" fmla="*/ 2787836 h 5142162"/>
                  <a:gd name="connsiteX47" fmla="*/ 289905 w 5820497"/>
                  <a:gd name="connsiteY47" fmla="*/ 2648934 h 5142162"/>
                  <a:gd name="connsiteX48" fmla="*/ 289118 w 5820497"/>
                  <a:gd name="connsiteY48" fmla="*/ 2648653 h 5142162"/>
                  <a:gd name="connsiteX49" fmla="*/ 288471 w 5820497"/>
                  <a:gd name="connsiteY49" fmla="*/ 2648119 h 5142162"/>
                  <a:gd name="connsiteX50" fmla="*/ 118682 w 5820497"/>
                  <a:gd name="connsiteY50" fmla="*/ 2564756 h 5142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820497" h="5142162">
                    <a:moveTo>
                      <a:pt x="2757923" y="5142135"/>
                    </a:moveTo>
                    <a:cubicBezTo>
                      <a:pt x="2422872" y="5142135"/>
                      <a:pt x="2101459" y="5084882"/>
                      <a:pt x="1800658" y="4971473"/>
                    </a:cubicBezTo>
                    <a:cubicBezTo>
                      <a:pt x="1502501" y="4859048"/>
                      <a:pt x="1223915" y="4691534"/>
                      <a:pt x="972577" y="4473513"/>
                    </a:cubicBezTo>
                    <a:cubicBezTo>
                      <a:pt x="755405" y="4285145"/>
                      <a:pt x="562951" y="4063611"/>
                      <a:pt x="400586" y="3815095"/>
                    </a:cubicBezTo>
                    <a:cubicBezTo>
                      <a:pt x="261729" y="3602526"/>
                      <a:pt x="150682" y="3377957"/>
                      <a:pt x="79538" y="3165613"/>
                    </a:cubicBezTo>
                    <a:cubicBezTo>
                      <a:pt x="-20485" y="2867180"/>
                      <a:pt x="-26671" y="2634151"/>
                      <a:pt x="63819" y="2571979"/>
                    </a:cubicBezTo>
                    <a:cubicBezTo>
                      <a:pt x="115982" y="2536144"/>
                      <a:pt x="195421" y="2559866"/>
                      <a:pt x="293645" y="2640615"/>
                    </a:cubicBezTo>
                    <a:cubicBezTo>
                      <a:pt x="807174" y="2816926"/>
                      <a:pt x="1176813" y="2824430"/>
                      <a:pt x="1423652" y="2663606"/>
                    </a:cubicBezTo>
                    <a:cubicBezTo>
                      <a:pt x="1780243" y="2431251"/>
                      <a:pt x="1827119" y="1877191"/>
                      <a:pt x="1872449" y="1341371"/>
                    </a:cubicBezTo>
                    <a:cubicBezTo>
                      <a:pt x="1900063" y="1014832"/>
                      <a:pt x="1926158" y="706421"/>
                      <a:pt x="2016761" y="462599"/>
                    </a:cubicBezTo>
                    <a:cubicBezTo>
                      <a:pt x="2065606" y="331145"/>
                      <a:pt x="2128595" y="231649"/>
                      <a:pt x="2209328" y="158404"/>
                    </a:cubicBezTo>
                    <a:cubicBezTo>
                      <a:pt x="2299875" y="76277"/>
                      <a:pt x="2410302" y="28946"/>
                      <a:pt x="2546882" y="13712"/>
                    </a:cubicBezTo>
                    <a:cubicBezTo>
                      <a:pt x="2811351" y="-15771"/>
                      <a:pt x="3028664" y="2189"/>
                      <a:pt x="3211248" y="68576"/>
                    </a:cubicBezTo>
                    <a:cubicBezTo>
                      <a:pt x="3373866" y="127684"/>
                      <a:pt x="3504681" y="224032"/>
                      <a:pt x="3611228" y="363102"/>
                    </a:cubicBezTo>
                    <a:cubicBezTo>
                      <a:pt x="3808463" y="620584"/>
                      <a:pt x="3888211" y="986220"/>
                      <a:pt x="3965345" y="1339797"/>
                    </a:cubicBezTo>
                    <a:cubicBezTo>
                      <a:pt x="4044109" y="1700852"/>
                      <a:pt x="4118487" y="2041866"/>
                      <a:pt x="4306807" y="2280573"/>
                    </a:cubicBezTo>
                    <a:cubicBezTo>
                      <a:pt x="4519845" y="2550618"/>
                      <a:pt x="4842214" y="2639997"/>
                      <a:pt x="5321240" y="2561861"/>
                    </a:cubicBezTo>
                    <a:cubicBezTo>
                      <a:pt x="5423401" y="2545194"/>
                      <a:pt x="5512261" y="2547133"/>
                      <a:pt x="5585317" y="2567623"/>
                    </a:cubicBezTo>
                    <a:cubicBezTo>
                      <a:pt x="5655139" y="2587185"/>
                      <a:pt x="5710535" y="2623611"/>
                      <a:pt x="5750016" y="2675860"/>
                    </a:cubicBezTo>
                    <a:cubicBezTo>
                      <a:pt x="5860556" y="2822210"/>
                      <a:pt x="5840338" y="3083993"/>
                      <a:pt x="5694535" y="3394118"/>
                    </a:cubicBezTo>
                    <a:cubicBezTo>
                      <a:pt x="5606210" y="3582037"/>
                      <a:pt x="5474580" y="3779568"/>
                      <a:pt x="5313901" y="3965323"/>
                    </a:cubicBezTo>
                    <a:cubicBezTo>
                      <a:pt x="5137560" y="4169234"/>
                      <a:pt x="4932030" y="4354371"/>
                      <a:pt x="4703104" y="4515561"/>
                    </a:cubicBezTo>
                    <a:cubicBezTo>
                      <a:pt x="4449714" y="4693951"/>
                      <a:pt x="4175064" y="4837238"/>
                      <a:pt x="3886777" y="4941400"/>
                    </a:cubicBezTo>
                    <a:cubicBezTo>
                      <a:pt x="3566630" y="5057085"/>
                      <a:pt x="3231157" y="5123641"/>
                      <a:pt x="2889666" y="5139240"/>
                    </a:cubicBezTo>
                    <a:lnTo>
                      <a:pt x="2889666" y="5139240"/>
                    </a:lnTo>
                    <a:cubicBezTo>
                      <a:pt x="2845517" y="5141179"/>
                      <a:pt x="2801594" y="5142163"/>
                      <a:pt x="2757895" y="5142163"/>
                    </a:cubicBezTo>
                    <a:close/>
                    <a:moveTo>
                      <a:pt x="118682" y="2564784"/>
                    </a:moveTo>
                    <a:cubicBezTo>
                      <a:pt x="99869" y="2564784"/>
                      <a:pt x="83222" y="2569646"/>
                      <a:pt x="68937" y="2579484"/>
                    </a:cubicBezTo>
                    <a:cubicBezTo>
                      <a:pt x="27094" y="2608236"/>
                      <a:pt x="6454" y="2677687"/>
                      <a:pt x="9266" y="2780360"/>
                    </a:cubicBezTo>
                    <a:cubicBezTo>
                      <a:pt x="12134" y="2885112"/>
                      <a:pt x="39383" y="3017324"/>
                      <a:pt x="88115" y="3162746"/>
                    </a:cubicBezTo>
                    <a:cubicBezTo>
                      <a:pt x="320584" y="3856326"/>
                      <a:pt x="1172595" y="5133085"/>
                      <a:pt x="2756630" y="5133085"/>
                    </a:cubicBezTo>
                    <a:cubicBezTo>
                      <a:pt x="2800356" y="5133085"/>
                      <a:pt x="2844393" y="5132129"/>
                      <a:pt x="2889244" y="5130134"/>
                    </a:cubicBezTo>
                    <a:lnTo>
                      <a:pt x="2889244" y="5130134"/>
                    </a:lnTo>
                    <a:cubicBezTo>
                      <a:pt x="4373143" y="5062369"/>
                      <a:pt x="5374950" y="4052481"/>
                      <a:pt x="5686296" y="3390211"/>
                    </a:cubicBezTo>
                    <a:cubicBezTo>
                      <a:pt x="5756399" y="3241079"/>
                      <a:pt x="5798776" y="3098102"/>
                      <a:pt x="5808816" y="2976767"/>
                    </a:cubicBezTo>
                    <a:cubicBezTo>
                      <a:pt x="5819107" y="2852368"/>
                      <a:pt x="5796893" y="2752956"/>
                      <a:pt x="5742733" y="2681285"/>
                    </a:cubicBezTo>
                    <a:cubicBezTo>
                      <a:pt x="5663969" y="2577010"/>
                      <a:pt x="5518728" y="2538814"/>
                      <a:pt x="5322675" y="2570799"/>
                    </a:cubicBezTo>
                    <a:cubicBezTo>
                      <a:pt x="5067963" y="2612340"/>
                      <a:pt x="4859058" y="2605960"/>
                      <a:pt x="4684067" y="2551293"/>
                    </a:cubicBezTo>
                    <a:cubicBezTo>
                      <a:pt x="4527578" y="2502388"/>
                      <a:pt x="4401825" y="2415680"/>
                      <a:pt x="4299665" y="2286166"/>
                    </a:cubicBezTo>
                    <a:cubicBezTo>
                      <a:pt x="4214517" y="2178238"/>
                      <a:pt x="4144554" y="2037594"/>
                      <a:pt x="4085811" y="1856251"/>
                    </a:cubicBezTo>
                    <a:cubicBezTo>
                      <a:pt x="4033423" y="1694528"/>
                      <a:pt x="3994309" y="1515181"/>
                      <a:pt x="3956459" y="1341709"/>
                    </a:cubicBezTo>
                    <a:cubicBezTo>
                      <a:pt x="3879550" y="989115"/>
                      <a:pt x="3799998" y="624491"/>
                      <a:pt x="3604001" y="368611"/>
                    </a:cubicBezTo>
                    <a:cubicBezTo>
                      <a:pt x="3383849" y="81196"/>
                      <a:pt x="3038393" y="-31932"/>
                      <a:pt x="2547894" y="22735"/>
                    </a:cubicBezTo>
                    <a:cubicBezTo>
                      <a:pt x="2293098" y="51122"/>
                      <a:pt x="2127049" y="191907"/>
                      <a:pt x="2025282" y="465747"/>
                    </a:cubicBezTo>
                    <a:cubicBezTo>
                      <a:pt x="1935129" y="708389"/>
                      <a:pt x="1909061" y="1016237"/>
                      <a:pt x="1881504" y="1342130"/>
                    </a:cubicBezTo>
                    <a:cubicBezTo>
                      <a:pt x="1835977" y="1880142"/>
                      <a:pt x="1788932" y="2436451"/>
                      <a:pt x="1428601" y="2671223"/>
                    </a:cubicBezTo>
                    <a:cubicBezTo>
                      <a:pt x="1309315" y="2748937"/>
                      <a:pt x="1161825" y="2787836"/>
                      <a:pt x="983938" y="2787836"/>
                    </a:cubicBezTo>
                    <a:cubicBezTo>
                      <a:pt x="789852" y="2787836"/>
                      <a:pt x="559549" y="2741573"/>
                      <a:pt x="289905" y="2648934"/>
                    </a:cubicBezTo>
                    <a:lnTo>
                      <a:pt x="289118" y="2648653"/>
                    </a:lnTo>
                    <a:lnTo>
                      <a:pt x="288471" y="2648119"/>
                    </a:lnTo>
                    <a:cubicBezTo>
                      <a:pt x="221376" y="2592834"/>
                      <a:pt x="163814" y="2564756"/>
                      <a:pt x="118682" y="2564756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CC145D47-60B5-83EF-3264-221452EFD6D2}"/>
                  </a:ext>
                </a:extLst>
              </p:cNvPr>
              <p:cNvSpPr/>
              <p:nvPr/>
            </p:nvSpPr>
            <p:spPr>
              <a:xfrm>
                <a:off x="-939936" y="709751"/>
                <a:ext cx="5814767" cy="5143333"/>
              </a:xfrm>
              <a:custGeom>
                <a:avLst/>
                <a:gdLst>
                  <a:gd name="connsiteX0" fmla="*/ 2671559 w 5814767"/>
                  <a:gd name="connsiteY0" fmla="*/ 5143334 h 5143333"/>
                  <a:gd name="connsiteX1" fmla="*/ 1664606 w 5814767"/>
                  <a:gd name="connsiteY1" fmla="*/ 4982678 h 5143333"/>
                  <a:gd name="connsiteX2" fmla="*/ 847520 w 5814767"/>
                  <a:gd name="connsiteY2" fmla="*/ 4507147 h 5143333"/>
                  <a:gd name="connsiteX3" fmla="*/ 326342 w 5814767"/>
                  <a:gd name="connsiteY3" fmla="*/ 3867587 h 5143333"/>
                  <a:gd name="connsiteX4" fmla="*/ 59088 w 5814767"/>
                  <a:gd name="connsiteY4" fmla="*/ 3217684 h 5143333"/>
                  <a:gd name="connsiteX5" fmla="*/ 92073 w 5814767"/>
                  <a:gd name="connsiteY5" fmla="*/ 2505273 h 5143333"/>
                  <a:gd name="connsiteX6" fmla="*/ 277722 w 5814767"/>
                  <a:gd name="connsiteY6" fmla="*/ 2602212 h 5143333"/>
                  <a:gd name="connsiteX7" fmla="*/ 1276830 w 5814767"/>
                  <a:gd name="connsiteY7" fmla="*/ 2646985 h 5143333"/>
                  <a:gd name="connsiteX8" fmla="*/ 1625491 w 5814767"/>
                  <a:gd name="connsiteY8" fmla="*/ 2128480 h 5143333"/>
                  <a:gd name="connsiteX9" fmla="*/ 1762999 w 5814767"/>
                  <a:gd name="connsiteY9" fmla="*/ 1365505 h 5143333"/>
                  <a:gd name="connsiteX10" fmla="*/ 1945245 w 5814767"/>
                  <a:gd name="connsiteY10" fmla="*/ 478694 h 5143333"/>
                  <a:gd name="connsiteX11" fmla="*/ 2150353 w 5814767"/>
                  <a:gd name="connsiteY11" fmla="*/ 168765 h 5143333"/>
                  <a:gd name="connsiteX12" fmla="*/ 2492490 w 5814767"/>
                  <a:gd name="connsiteY12" fmla="*/ 19464 h 5143333"/>
                  <a:gd name="connsiteX13" fmla="*/ 2923431 w 5814767"/>
                  <a:gd name="connsiteY13" fmla="*/ 3809 h 5143333"/>
                  <a:gd name="connsiteX14" fmla="*/ 3261548 w 5814767"/>
                  <a:gd name="connsiteY14" fmla="*/ 64687 h 5143333"/>
                  <a:gd name="connsiteX15" fmla="*/ 3711301 w 5814767"/>
                  <a:gd name="connsiteY15" fmla="*/ 371018 h 5143333"/>
                  <a:gd name="connsiteX16" fmla="*/ 4071857 w 5814767"/>
                  <a:gd name="connsiteY16" fmla="*/ 1399148 h 5143333"/>
                  <a:gd name="connsiteX17" fmla="*/ 4364841 w 5814767"/>
                  <a:gd name="connsiteY17" fmla="*/ 2302149 h 5143333"/>
                  <a:gd name="connsiteX18" fmla="*/ 5271799 w 5814767"/>
                  <a:gd name="connsiteY18" fmla="*/ 2627198 h 5143333"/>
                  <a:gd name="connsiteX19" fmla="*/ 5736849 w 5814767"/>
                  <a:gd name="connsiteY19" fmla="*/ 2794375 h 5143333"/>
                  <a:gd name="connsiteX20" fmla="*/ 5812464 w 5814767"/>
                  <a:gd name="connsiteY20" fmla="*/ 3138172 h 5143333"/>
                  <a:gd name="connsiteX21" fmla="*/ 5675491 w 5814767"/>
                  <a:gd name="connsiteY21" fmla="*/ 3589812 h 5143333"/>
                  <a:gd name="connsiteX22" fmla="*/ 5302759 w 5814767"/>
                  <a:gd name="connsiteY22" fmla="*/ 4111354 h 5143333"/>
                  <a:gd name="connsiteX23" fmla="*/ 4699807 w 5814767"/>
                  <a:gd name="connsiteY23" fmla="*/ 4597649 h 5143333"/>
                  <a:gd name="connsiteX24" fmla="*/ 3870601 w 5814767"/>
                  <a:gd name="connsiteY24" fmla="*/ 4967697 h 5143333"/>
                  <a:gd name="connsiteX25" fmla="*/ 2819162 w 5814767"/>
                  <a:gd name="connsiteY25" fmla="*/ 5140411 h 5143333"/>
                  <a:gd name="connsiteX26" fmla="*/ 2819162 w 5814767"/>
                  <a:gd name="connsiteY26" fmla="*/ 5140411 h 5143333"/>
                  <a:gd name="connsiteX27" fmla="*/ 2671616 w 5814767"/>
                  <a:gd name="connsiteY27" fmla="*/ 5143306 h 5143333"/>
                  <a:gd name="connsiteX28" fmla="*/ 126830 w 5814767"/>
                  <a:gd name="connsiteY28" fmla="*/ 2505695 h 5143333"/>
                  <a:gd name="connsiteX29" fmla="*/ 95897 w 5814767"/>
                  <a:gd name="connsiteY29" fmla="*/ 2512918 h 5143333"/>
                  <a:gd name="connsiteX30" fmla="*/ 9906 w 5814767"/>
                  <a:gd name="connsiteY30" fmla="*/ 2743334 h 5143333"/>
                  <a:gd name="connsiteX31" fmla="*/ 67412 w 5814767"/>
                  <a:gd name="connsiteY31" fmla="*/ 3215492 h 5143333"/>
                  <a:gd name="connsiteX32" fmla="*/ 2665879 w 5814767"/>
                  <a:gd name="connsiteY32" fmla="*/ 5134817 h 5143333"/>
                  <a:gd name="connsiteX33" fmla="*/ 2818796 w 5814767"/>
                  <a:gd name="connsiteY33" fmla="*/ 5131782 h 5143333"/>
                  <a:gd name="connsiteX34" fmla="*/ 2818796 w 5814767"/>
                  <a:gd name="connsiteY34" fmla="*/ 5131782 h 5143333"/>
                  <a:gd name="connsiteX35" fmla="*/ 5667786 w 5814767"/>
                  <a:gd name="connsiteY35" fmla="*/ 3585905 h 5143333"/>
                  <a:gd name="connsiteX36" fmla="*/ 5729763 w 5814767"/>
                  <a:gd name="connsiteY36" fmla="*/ 2799181 h 5143333"/>
                  <a:gd name="connsiteX37" fmla="*/ 5272643 w 5814767"/>
                  <a:gd name="connsiteY37" fmla="*/ 2635687 h 5143333"/>
                  <a:gd name="connsiteX38" fmla="*/ 4698992 w 5814767"/>
                  <a:gd name="connsiteY38" fmla="*/ 2577759 h 5143333"/>
                  <a:gd name="connsiteX39" fmla="*/ 4357839 w 5814767"/>
                  <a:gd name="connsiteY39" fmla="*/ 2307039 h 5143333"/>
                  <a:gd name="connsiteX40" fmla="*/ 4063421 w 5814767"/>
                  <a:gd name="connsiteY40" fmla="*/ 1400694 h 5143333"/>
                  <a:gd name="connsiteX41" fmla="*/ 3704608 w 5814767"/>
                  <a:gd name="connsiteY41" fmla="*/ 376331 h 5143333"/>
                  <a:gd name="connsiteX42" fmla="*/ 2493531 w 5814767"/>
                  <a:gd name="connsiteY42" fmla="*/ 27924 h 5143333"/>
                  <a:gd name="connsiteX43" fmla="*/ 1953203 w 5814767"/>
                  <a:gd name="connsiteY43" fmla="*/ 481870 h 5143333"/>
                  <a:gd name="connsiteX44" fmla="*/ 1771547 w 5814767"/>
                  <a:gd name="connsiteY44" fmla="*/ 1366517 h 5143333"/>
                  <a:gd name="connsiteX45" fmla="*/ 1633730 w 5814767"/>
                  <a:gd name="connsiteY45" fmla="*/ 2130897 h 5143333"/>
                  <a:gd name="connsiteX46" fmla="*/ 1497826 w 5814767"/>
                  <a:gd name="connsiteY46" fmla="*/ 2438240 h 5143333"/>
                  <a:gd name="connsiteX47" fmla="*/ 1281273 w 5814767"/>
                  <a:gd name="connsiteY47" fmla="*/ 2654265 h 5143333"/>
                  <a:gd name="connsiteX48" fmla="*/ 273588 w 5814767"/>
                  <a:gd name="connsiteY48" fmla="*/ 2609744 h 5143333"/>
                  <a:gd name="connsiteX49" fmla="*/ 272492 w 5814767"/>
                  <a:gd name="connsiteY49" fmla="*/ 2609323 h 5143333"/>
                  <a:gd name="connsiteX50" fmla="*/ 271761 w 5814767"/>
                  <a:gd name="connsiteY50" fmla="*/ 2608395 h 5143333"/>
                  <a:gd name="connsiteX51" fmla="*/ 126886 w 5814767"/>
                  <a:gd name="connsiteY51" fmla="*/ 2505639 h 514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814767" h="5143333">
                    <a:moveTo>
                      <a:pt x="2671559" y="5143334"/>
                    </a:moveTo>
                    <a:cubicBezTo>
                      <a:pt x="2308107" y="5143334"/>
                      <a:pt x="1969991" y="5089454"/>
                      <a:pt x="1664606" y="4982678"/>
                    </a:cubicBezTo>
                    <a:cubicBezTo>
                      <a:pt x="1359644" y="4876071"/>
                      <a:pt x="1084741" y="4716061"/>
                      <a:pt x="847520" y="4507147"/>
                    </a:cubicBezTo>
                    <a:cubicBezTo>
                      <a:pt x="642552" y="4326620"/>
                      <a:pt x="467195" y="4111438"/>
                      <a:pt x="326342" y="3867587"/>
                    </a:cubicBezTo>
                    <a:cubicBezTo>
                      <a:pt x="207619" y="3662074"/>
                      <a:pt x="115216" y="3437335"/>
                      <a:pt x="59088" y="3217684"/>
                    </a:cubicBezTo>
                    <a:cubicBezTo>
                      <a:pt x="-30896" y="2865540"/>
                      <a:pt x="-16696" y="2559265"/>
                      <a:pt x="92073" y="2505273"/>
                    </a:cubicBezTo>
                    <a:cubicBezTo>
                      <a:pt x="127448" y="2487707"/>
                      <a:pt x="188356" y="2490321"/>
                      <a:pt x="277722" y="2602212"/>
                    </a:cubicBezTo>
                    <a:cubicBezTo>
                      <a:pt x="721176" y="2769838"/>
                      <a:pt x="1048016" y="2784481"/>
                      <a:pt x="1276830" y="2646985"/>
                    </a:cubicBezTo>
                    <a:cubicBezTo>
                      <a:pt x="1433684" y="2552745"/>
                      <a:pt x="1547711" y="2383151"/>
                      <a:pt x="1625491" y="2128480"/>
                    </a:cubicBezTo>
                    <a:cubicBezTo>
                      <a:pt x="1694948" y="1900987"/>
                      <a:pt x="1729564" y="1628777"/>
                      <a:pt x="1762999" y="1365505"/>
                    </a:cubicBezTo>
                    <a:cubicBezTo>
                      <a:pt x="1802929" y="1051304"/>
                      <a:pt x="1844209" y="726395"/>
                      <a:pt x="1945245" y="478694"/>
                    </a:cubicBezTo>
                    <a:cubicBezTo>
                      <a:pt x="1999742" y="345048"/>
                      <a:pt x="2066836" y="243669"/>
                      <a:pt x="2150353" y="168765"/>
                    </a:cubicBezTo>
                    <a:cubicBezTo>
                      <a:pt x="2244162" y="84615"/>
                      <a:pt x="2356080" y="35766"/>
                      <a:pt x="2492490" y="19464"/>
                    </a:cubicBezTo>
                    <a:cubicBezTo>
                      <a:pt x="2648698" y="774"/>
                      <a:pt x="2793685" y="-4482"/>
                      <a:pt x="2923431" y="3809"/>
                    </a:cubicBezTo>
                    <a:cubicBezTo>
                      <a:pt x="3046991" y="11735"/>
                      <a:pt x="3160737" y="32197"/>
                      <a:pt x="3261548" y="64687"/>
                    </a:cubicBezTo>
                    <a:cubicBezTo>
                      <a:pt x="3447365" y="124582"/>
                      <a:pt x="3594490" y="224781"/>
                      <a:pt x="3711301" y="371018"/>
                    </a:cubicBezTo>
                    <a:cubicBezTo>
                      <a:pt x="3927432" y="641570"/>
                      <a:pt x="4000854" y="1026711"/>
                      <a:pt x="4071857" y="1399148"/>
                    </a:cubicBezTo>
                    <a:cubicBezTo>
                      <a:pt x="4137405" y="1743029"/>
                      <a:pt x="4199326" y="2067826"/>
                      <a:pt x="4364841" y="2302149"/>
                    </a:cubicBezTo>
                    <a:cubicBezTo>
                      <a:pt x="4551614" y="2566573"/>
                      <a:pt x="4839817" y="2669864"/>
                      <a:pt x="5271799" y="2627198"/>
                    </a:cubicBezTo>
                    <a:cubicBezTo>
                      <a:pt x="5486158" y="2606034"/>
                      <a:pt x="5646977" y="2663849"/>
                      <a:pt x="5736849" y="2794375"/>
                    </a:cubicBezTo>
                    <a:cubicBezTo>
                      <a:pt x="5796942" y="2881645"/>
                      <a:pt x="5823066" y="3000507"/>
                      <a:pt x="5812464" y="3138172"/>
                    </a:cubicBezTo>
                    <a:cubicBezTo>
                      <a:pt x="5801863" y="3275780"/>
                      <a:pt x="5754480" y="3431939"/>
                      <a:pt x="5675491" y="3589812"/>
                    </a:cubicBezTo>
                    <a:cubicBezTo>
                      <a:pt x="5585928" y="3768765"/>
                      <a:pt x="5460541" y="3944233"/>
                      <a:pt x="5302759" y="4111354"/>
                    </a:cubicBezTo>
                    <a:cubicBezTo>
                      <a:pt x="5130860" y="4293398"/>
                      <a:pt x="4928002" y="4457033"/>
                      <a:pt x="4699807" y="4597649"/>
                    </a:cubicBezTo>
                    <a:cubicBezTo>
                      <a:pt x="4447935" y="4752881"/>
                      <a:pt x="4168956" y="4877364"/>
                      <a:pt x="3870601" y="4967697"/>
                    </a:cubicBezTo>
                    <a:cubicBezTo>
                      <a:pt x="3541343" y="5067390"/>
                      <a:pt x="3187592" y="5125486"/>
                      <a:pt x="2819162" y="5140411"/>
                    </a:cubicBezTo>
                    <a:lnTo>
                      <a:pt x="2819162" y="5140411"/>
                    </a:lnTo>
                    <a:cubicBezTo>
                      <a:pt x="2769530" y="5142350"/>
                      <a:pt x="2720348" y="5143306"/>
                      <a:pt x="2671616" y="5143306"/>
                    </a:cubicBezTo>
                    <a:close/>
                    <a:moveTo>
                      <a:pt x="126830" y="2505695"/>
                    </a:moveTo>
                    <a:cubicBezTo>
                      <a:pt x="115947" y="2505695"/>
                      <a:pt x="105627" y="2508084"/>
                      <a:pt x="95897" y="2512918"/>
                    </a:cubicBezTo>
                    <a:cubicBezTo>
                      <a:pt x="47390" y="2537005"/>
                      <a:pt x="16852" y="2618851"/>
                      <a:pt x="9906" y="2743334"/>
                    </a:cubicBezTo>
                    <a:cubicBezTo>
                      <a:pt x="2623" y="2874197"/>
                      <a:pt x="23066" y="3041879"/>
                      <a:pt x="67412" y="3215492"/>
                    </a:cubicBezTo>
                    <a:cubicBezTo>
                      <a:pt x="150816" y="3541947"/>
                      <a:pt x="661871" y="5134817"/>
                      <a:pt x="2665879" y="5134817"/>
                    </a:cubicBezTo>
                    <a:cubicBezTo>
                      <a:pt x="2716018" y="5134817"/>
                      <a:pt x="2766746" y="5133834"/>
                      <a:pt x="2818796" y="5131782"/>
                    </a:cubicBezTo>
                    <a:lnTo>
                      <a:pt x="2818796" y="5131782"/>
                    </a:lnTo>
                    <a:cubicBezTo>
                      <a:pt x="4382359" y="5068458"/>
                      <a:pt x="5330738" y="4259446"/>
                      <a:pt x="5667786" y="3585905"/>
                    </a:cubicBezTo>
                    <a:cubicBezTo>
                      <a:pt x="5826890" y="3267967"/>
                      <a:pt x="5850061" y="2973890"/>
                      <a:pt x="5729763" y="2799181"/>
                    </a:cubicBezTo>
                    <a:cubicBezTo>
                      <a:pt x="5641775" y="2671381"/>
                      <a:pt x="5483683" y="2614832"/>
                      <a:pt x="5272643" y="2635687"/>
                    </a:cubicBezTo>
                    <a:cubicBezTo>
                      <a:pt x="5042872" y="2658368"/>
                      <a:pt x="4855227" y="2639425"/>
                      <a:pt x="4698992" y="2577759"/>
                    </a:cubicBezTo>
                    <a:cubicBezTo>
                      <a:pt x="4559094" y="2522559"/>
                      <a:pt x="4447514" y="2433995"/>
                      <a:pt x="4357839" y="2307039"/>
                    </a:cubicBezTo>
                    <a:cubicBezTo>
                      <a:pt x="4191255" y="2071199"/>
                      <a:pt x="4129166" y="1745503"/>
                      <a:pt x="4063421" y="1400694"/>
                    </a:cubicBezTo>
                    <a:cubicBezTo>
                      <a:pt x="3992615" y="1029269"/>
                      <a:pt x="3919390" y="645224"/>
                      <a:pt x="3704608" y="376331"/>
                    </a:cubicBezTo>
                    <a:cubicBezTo>
                      <a:pt x="3462578" y="73344"/>
                      <a:pt x="3066450" y="-40627"/>
                      <a:pt x="2493531" y="27924"/>
                    </a:cubicBezTo>
                    <a:cubicBezTo>
                      <a:pt x="2242250" y="57998"/>
                      <a:pt x="2065515" y="206484"/>
                      <a:pt x="1953203" y="481870"/>
                    </a:cubicBezTo>
                    <a:cubicBezTo>
                      <a:pt x="1852617" y="728559"/>
                      <a:pt x="1811393" y="1052878"/>
                      <a:pt x="1771547" y="1366517"/>
                    </a:cubicBezTo>
                    <a:cubicBezTo>
                      <a:pt x="1738056" y="1630126"/>
                      <a:pt x="1703412" y="1902729"/>
                      <a:pt x="1633730" y="2130897"/>
                    </a:cubicBezTo>
                    <a:cubicBezTo>
                      <a:pt x="1596162" y="2253974"/>
                      <a:pt x="1551704" y="2354511"/>
                      <a:pt x="1497826" y="2438240"/>
                    </a:cubicBezTo>
                    <a:cubicBezTo>
                      <a:pt x="1437227" y="2532452"/>
                      <a:pt x="1366392" y="2603111"/>
                      <a:pt x="1281273" y="2654265"/>
                    </a:cubicBezTo>
                    <a:cubicBezTo>
                      <a:pt x="1049844" y="2793307"/>
                      <a:pt x="720220" y="2778748"/>
                      <a:pt x="273588" y="2609744"/>
                    </a:cubicBezTo>
                    <a:lnTo>
                      <a:pt x="272492" y="2609323"/>
                    </a:lnTo>
                    <a:lnTo>
                      <a:pt x="271761" y="2608395"/>
                    </a:lnTo>
                    <a:cubicBezTo>
                      <a:pt x="217714" y="2540490"/>
                      <a:pt x="168335" y="2505639"/>
                      <a:pt x="126886" y="250563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6CCE965-C146-74A7-5ABF-2A2DF395E8A8}"/>
                  </a:ext>
                </a:extLst>
              </p:cNvPr>
              <p:cNvSpPr/>
              <p:nvPr/>
            </p:nvSpPr>
            <p:spPr>
              <a:xfrm>
                <a:off x="-901177" y="743910"/>
                <a:ext cx="5837742" cy="5146134"/>
              </a:xfrm>
              <a:custGeom>
                <a:avLst/>
                <a:gdLst>
                  <a:gd name="connsiteX0" fmla="*/ 2604455 w 5837742"/>
                  <a:gd name="connsiteY0" fmla="*/ 5146079 h 5146134"/>
                  <a:gd name="connsiteX1" fmla="*/ 1544158 w 5837742"/>
                  <a:gd name="connsiteY1" fmla="*/ 4992899 h 5146134"/>
                  <a:gd name="connsiteX2" fmla="*/ 726734 w 5837742"/>
                  <a:gd name="connsiteY2" fmla="*/ 4534232 h 5146134"/>
                  <a:gd name="connsiteX3" fmla="*/ 245543 w 5837742"/>
                  <a:gd name="connsiteY3" fmla="*/ 3909063 h 5146134"/>
                  <a:gd name="connsiteX4" fmla="*/ 30508 w 5837742"/>
                  <a:gd name="connsiteY4" fmla="*/ 3259385 h 5146134"/>
                  <a:gd name="connsiteX5" fmla="*/ 14930 w 5837742"/>
                  <a:gd name="connsiteY5" fmla="*/ 2701727 h 5146134"/>
                  <a:gd name="connsiteX6" fmla="*/ 138321 w 5837742"/>
                  <a:gd name="connsiteY6" fmla="*/ 2441940 h 5146134"/>
                  <a:gd name="connsiteX7" fmla="*/ 280553 w 5837742"/>
                  <a:gd name="connsiteY7" fmla="*/ 2565355 h 5146134"/>
                  <a:gd name="connsiteX8" fmla="*/ 1149295 w 5837742"/>
                  <a:gd name="connsiteY8" fmla="*/ 2630730 h 5146134"/>
                  <a:gd name="connsiteX9" fmla="*/ 1502653 w 5837742"/>
                  <a:gd name="connsiteY9" fmla="*/ 2141118 h 5146134"/>
                  <a:gd name="connsiteX10" fmla="*/ 1668702 w 5837742"/>
                  <a:gd name="connsiteY10" fmla="*/ 1393546 h 5146134"/>
                  <a:gd name="connsiteX11" fmla="*/ 1890570 w 5837742"/>
                  <a:gd name="connsiteY11" fmla="*/ 497150 h 5146134"/>
                  <a:gd name="connsiteX12" fmla="*/ 2109232 w 5837742"/>
                  <a:gd name="connsiteY12" fmla="*/ 180785 h 5146134"/>
                  <a:gd name="connsiteX13" fmla="*/ 2456825 w 5837742"/>
                  <a:gd name="connsiteY13" fmla="*/ 26735 h 5146134"/>
                  <a:gd name="connsiteX14" fmla="*/ 2950698 w 5837742"/>
                  <a:gd name="connsiteY14" fmla="*/ 2141 h 5146134"/>
                  <a:gd name="connsiteX15" fmla="*/ 3334425 w 5837742"/>
                  <a:gd name="connsiteY15" fmla="*/ 60827 h 5146134"/>
                  <a:gd name="connsiteX16" fmla="*/ 3833473 w 5837742"/>
                  <a:gd name="connsiteY16" fmla="*/ 378373 h 5146134"/>
                  <a:gd name="connsiteX17" fmla="*/ 4193017 w 5837742"/>
                  <a:gd name="connsiteY17" fmla="*/ 1458752 h 5146134"/>
                  <a:gd name="connsiteX18" fmla="*/ 5241053 w 5837742"/>
                  <a:gd name="connsiteY18" fmla="*/ 2694166 h 5146134"/>
                  <a:gd name="connsiteX19" fmla="*/ 5677197 w 5837742"/>
                  <a:gd name="connsiteY19" fmla="*/ 2834473 h 5146134"/>
                  <a:gd name="connsiteX20" fmla="*/ 5837312 w 5837742"/>
                  <a:gd name="connsiteY20" fmla="*/ 3219530 h 5146134"/>
                  <a:gd name="connsiteX21" fmla="*/ 5670364 w 5837742"/>
                  <a:gd name="connsiteY21" fmla="*/ 3803102 h 5146134"/>
                  <a:gd name="connsiteX22" fmla="*/ 5119041 w 5837742"/>
                  <a:gd name="connsiteY22" fmla="*/ 4413234 h 5146134"/>
                  <a:gd name="connsiteX23" fmla="*/ 4159385 w 5837742"/>
                  <a:gd name="connsiteY23" fmla="*/ 4907484 h 5146134"/>
                  <a:gd name="connsiteX24" fmla="*/ 2767327 w 5837742"/>
                  <a:gd name="connsiteY24" fmla="*/ 5143240 h 5146134"/>
                  <a:gd name="connsiteX25" fmla="*/ 2767327 w 5837742"/>
                  <a:gd name="connsiteY25" fmla="*/ 5143240 h 5146134"/>
                  <a:gd name="connsiteX26" fmla="*/ 2604455 w 5837742"/>
                  <a:gd name="connsiteY26" fmla="*/ 5146135 h 5146134"/>
                  <a:gd name="connsiteX27" fmla="*/ 156543 w 5837742"/>
                  <a:gd name="connsiteY27" fmla="*/ 2447224 h 5146134"/>
                  <a:gd name="connsiteX28" fmla="*/ 140767 w 5837742"/>
                  <a:gd name="connsiteY28" fmla="*/ 2449669 h 5146134"/>
                  <a:gd name="connsiteX29" fmla="*/ 22944 w 5837742"/>
                  <a:gd name="connsiteY29" fmla="*/ 2702964 h 5146134"/>
                  <a:gd name="connsiteX30" fmla="*/ 38495 w 5837742"/>
                  <a:gd name="connsiteY30" fmla="*/ 3258036 h 5146134"/>
                  <a:gd name="connsiteX31" fmla="*/ 2601531 w 5837742"/>
                  <a:gd name="connsiteY31" fmla="*/ 5138069 h 5146134"/>
                  <a:gd name="connsiteX32" fmla="*/ 2767046 w 5837742"/>
                  <a:gd name="connsiteY32" fmla="*/ 5135117 h 5146134"/>
                  <a:gd name="connsiteX33" fmla="*/ 2767046 w 5837742"/>
                  <a:gd name="connsiteY33" fmla="*/ 5135117 h 5146134"/>
                  <a:gd name="connsiteX34" fmla="*/ 5114120 w 5837742"/>
                  <a:gd name="connsiteY34" fmla="*/ 4406798 h 5146134"/>
                  <a:gd name="connsiteX35" fmla="*/ 5829242 w 5837742"/>
                  <a:gd name="connsiteY35" fmla="*/ 3219783 h 5146134"/>
                  <a:gd name="connsiteX36" fmla="*/ 5241307 w 5837742"/>
                  <a:gd name="connsiteY36" fmla="*/ 2702233 h 5146134"/>
                  <a:gd name="connsiteX37" fmla="*/ 4729858 w 5837742"/>
                  <a:gd name="connsiteY37" fmla="*/ 2610466 h 5146134"/>
                  <a:gd name="connsiteX38" fmla="*/ 4430520 w 5837742"/>
                  <a:gd name="connsiteY38" fmla="*/ 2334068 h 5146134"/>
                  <a:gd name="connsiteX39" fmla="*/ 4185031 w 5837742"/>
                  <a:gd name="connsiteY39" fmla="*/ 1459989 h 5146134"/>
                  <a:gd name="connsiteX40" fmla="*/ 3827230 w 5837742"/>
                  <a:gd name="connsiteY40" fmla="*/ 383516 h 5146134"/>
                  <a:gd name="connsiteX41" fmla="*/ 2457865 w 5837742"/>
                  <a:gd name="connsiteY41" fmla="*/ 34773 h 5146134"/>
                  <a:gd name="connsiteX42" fmla="*/ 1897965 w 5837742"/>
                  <a:gd name="connsiteY42" fmla="*/ 500467 h 5146134"/>
                  <a:gd name="connsiteX43" fmla="*/ 1676688 w 5837742"/>
                  <a:gd name="connsiteY43" fmla="*/ 1394951 h 5146134"/>
                  <a:gd name="connsiteX44" fmla="*/ 1510301 w 5837742"/>
                  <a:gd name="connsiteY44" fmla="*/ 2143816 h 5146134"/>
                  <a:gd name="connsiteX45" fmla="*/ 1367732 w 5837742"/>
                  <a:gd name="connsiteY45" fmla="*/ 2438230 h 5146134"/>
                  <a:gd name="connsiteX46" fmla="*/ 1153204 w 5837742"/>
                  <a:gd name="connsiteY46" fmla="*/ 2637869 h 5146134"/>
                  <a:gd name="connsiteX47" fmla="*/ 844867 w 5837742"/>
                  <a:gd name="connsiteY47" fmla="*/ 2711030 h 5146134"/>
                  <a:gd name="connsiteX48" fmla="*/ 275969 w 5837742"/>
                  <a:gd name="connsiteY48" fmla="*/ 2572269 h 5146134"/>
                  <a:gd name="connsiteX49" fmla="*/ 274535 w 5837742"/>
                  <a:gd name="connsiteY49" fmla="*/ 2571679 h 5146134"/>
                  <a:gd name="connsiteX50" fmla="*/ 273888 w 5837742"/>
                  <a:gd name="connsiteY50" fmla="*/ 2570274 h 5146134"/>
                  <a:gd name="connsiteX51" fmla="*/ 156543 w 5837742"/>
                  <a:gd name="connsiteY51" fmla="*/ 2447308 h 5146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837742" h="5146134">
                    <a:moveTo>
                      <a:pt x="2604455" y="5146079"/>
                    </a:moveTo>
                    <a:cubicBezTo>
                      <a:pt x="2213220" y="5146079"/>
                      <a:pt x="1857219" y="5094700"/>
                      <a:pt x="1544158" y="4992899"/>
                    </a:cubicBezTo>
                    <a:cubicBezTo>
                      <a:pt x="1229522" y="4890564"/>
                      <a:pt x="954507" y="4736260"/>
                      <a:pt x="726734" y="4534232"/>
                    </a:cubicBezTo>
                    <a:cubicBezTo>
                      <a:pt x="529528" y="4359298"/>
                      <a:pt x="367612" y="4148978"/>
                      <a:pt x="245543" y="3909063"/>
                    </a:cubicBezTo>
                    <a:cubicBezTo>
                      <a:pt x="141808" y="3705235"/>
                      <a:pt x="69483" y="3486652"/>
                      <a:pt x="30508" y="3259385"/>
                    </a:cubicBezTo>
                    <a:cubicBezTo>
                      <a:pt x="-3854" y="3058902"/>
                      <a:pt x="-9394" y="2860837"/>
                      <a:pt x="14930" y="2701727"/>
                    </a:cubicBezTo>
                    <a:cubicBezTo>
                      <a:pt x="37482" y="2554169"/>
                      <a:pt x="82474" y="2459478"/>
                      <a:pt x="138321" y="2441940"/>
                    </a:cubicBezTo>
                    <a:cubicBezTo>
                      <a:pt x="171700" y="2431485"/>
                      <a:pt x="223441" y="2444442"/>
                      <a:pt x="280553" y="2565355"/>
                    </a:cubicBezTo>
                    <a:cubicBezTo>
                      <a:pt x="656350" y="2723678"/>
                      <a:pt x="940560" y="2745067"/>
                      <a:pt x="1149295" y="2630730"/>
                    </a:cubicBezTo>
                    <a:cubicBezTo>
                      <a:pt x="1301931" y="2547114"/>
                      <a:pt x="1417533" y="2386964"/>
                      <a:pt x="1502653" y="2141118"/>
                    </a:cubicBezTo>
                    <a:cubicBezTo>
                      <a:pt x="1578858" y="1921017"/>
                      <a:pt x="1624554" y="1652855"/>
                      <a:pt x="1668702" y="1393546"/>
                    </a:cubicBezTo>
                    <a:cubicBezTo>
                      <a:pt x="1722636" y="1076815"/>
                      <a:pt x="1778427" y="749320"/>
                      <a:pt x="1890570" y="497150"/>
                    </a:cubicBezTo>
                    <a:cubicBezTo>
                      <a:pt x="1951112" y="361003"/>
                      <a:pt x="2022622" y="257516"/>
                      <a:pt x="2109232" y="180785"/>
                    </a:cubicBezTo>
                    <a:cubicBezTo>
                      <a:pt x="2206668" y="94443"/>
                      <a:pt x="2320386" y="44048"/>
                      <a:pt x="2456825" y="26735"/>
                    </a:cubicBezTo>
                    <a:cubicBezTo>
                      <a:pt x="2636428" y="3940"/>
                      <a:pt x="2802590" y="-4351"/>
                      <a:pt x="2950698" y="2141"/>
                    </a:cubicBezTo>
                    <a:cubicBezTo>
                      <a:pt x="3091608" y="8325"/>
                      <a:pt x="3220707" y="28056"/>
                      <a:pt x="3334425" y="60827"/>
                    </a:cubicBezTo>
                    <a:cubicBezTo>
                      <a:pt x="3543892" y="121200"/>
                      <a:pt x="3707129" y="225053"/>
                      <a:pt x="3833473" y="378373"/>
                    </a:cubicBezTo>
                    <a:cubicBezTo>
                      <a:pt x="4067067" y="661853"/>
                      <a:pt x="4131096" y="1066978"/>
                      <a:pt x="4193017" y="1458752"/>
                    </a:cubicBezTo>
                    <a:cubicBezTo>
                      <a:pt x="4295515" y="2107334"/>
                      <a:pt x="4392417" y="2719968"/>
                      <a:pt x="5241053" y="2694166"/>
                    </a:cubicBezTo>
                    <a:cubicBezTo>
                      <a:pt x="5421810" y="2688658"/>
                      <a:pt x="5572618" y="2737197"/>
                      <a:pt x="5677197" y="2834473"/>
                    </a:cubicBezTo>
                    <a:cubicBezTo>
                      <a:pt x="5776630" y="2926971"/>
                      <a:pt x="5831998" y="3060111"/>
                      <a:pt x="5837312" y="3219530"/>
                    </a:cubicBezTo>
                    <a:cubicBezTo>
                      <a:pt x="5843359" y="3399944"/>
                      <a:pt x="5785628" y="3601748"/>
                      <a:pt x="5670364" y="3803102"/>
                    </a:cubicBezTo>
                    <a:cubicBezTo>
                      <a:pt x="5545229" y="4021713"/>
                      <a:pt x="5354575" y="4232679"/>
                      <a:pt x="5119041" y="4413234"/>
                    </a:cubicBezTo>
                    <a:cubicBezTo>
                      <a:pt x="4850550" y="4619001"/>
                      <a:pt x="4527674" y="4785306"/>
                      <a:pt x="4159385" y="4907484"/>
                    </a:cubicBezTo>
                    <a:cubicBezTo>
                      <a:pt x="3743714" y="5045402"/>
                      <a:pt x="3275373" y="5124690"/>
                      <a:pt x="2767327" y="5143240"/>
                    </a:cubicBezTo>
                    <a:lnTo>
                      <a:pt x="2767327" y="5143240"/>
                    </a:lnTo>
                    <a:cubicBezTo>
                      <a:pt x="2712409" y="5145180"/>
                      <a:pt x="2658080" y="5146135"/>
                      <a:pt x="2604455" y="5146135"/>
                    </a:cubicBezTo>
                    <a:close/>
                    <a:moveTo>
                      <a:pt x="156543" y="2447224"/>
                    </a:moveTo>
                    <a:cubicBezTo>
                      <a:pt x="151228" y="2447224"/>
                      <a:pt x="145970" y="2448039"/>
                      <a:pt x="140767" y="2449669"/>
                    </a:cubicBezTo>
                    <a:cubicBezTo>
                      <a:pt x="88745" y="2465999"/>
                      <a:pt x="44681" y="2560689"/>
                      <a:pt x="22944" y="2702964"/>
                    </a:cubicBezTo>
                    <a:cubicBezTo>
                      <a:pt x="-1239" y="2861259"/>
                      <a:pt x="4272" y="3058368"/>
                      <a:pt x="38495" y="3258036"/>
                    </a:cubicBezTo>
                    <a:cubicBezTo>
                      <a:pt x="115375" y="3706444"/>
                      <a:pt x="525760" y="5138069"/>
                      <a:pt x="2601531" y="5138069"/>
                    </a:cubicBezTo>
                    <a:cubicBezTo>
                      <a:pt x="2655606" y="5138069"/>
                      <a:pt x="2710665" y="5137113"/>
                      <a:pt x="2767046" y="5135117"/>
                    </a:cubicBezTo>
                    <a:lnTo>
                      <a:pt x="2767046" y="5135117"/>
                    </a:lnTo>
                    <a:cubicBezTo>
                      <a:pt x="3979163" y="5090906"/>
                      <a:pt x="4712424" y="4714647"/>
                      <a:pt x="5114120" y="4406798"/>
                    </a:cubicBezTo>
                    <a:cubicBezTo>
                      <a:pt x="5568090" y="4058870"/>
                      <a:pt x="5842093" y="3604025"/>
                      <a:pt x="5829242" y="3219783"/>
                    </a:cubicBezTo>
                    <a:cubicBezTo>
                      <a:pt x="5818191" y="2889843"/>
                      <a:pt x="5592977" y="2691524"/>
                      <a:pt x="5241307" y="2702233"/>
                    </a:cubicBezTo>
                    <a:cubicBezTo>
                      <a:pt x="5035468" y="2708500"/>
                      <a:pt x="4868153" y="2678483"/>
                      <a:pt x="4729858" y="2610466"/>
                    </a:cubicBezTo>
                    <a:cubicBezTo>
                      <a:pt x="4605961" y="2549531"/>
                      <a:pt x="4508047" y="2459113"/>
                      <a:pt x="4430520" y="2334068"/>
                    </a:cubicBezTo>
                    <a:cubicBezTo>
                      <a:pt x="4286404" y="2101572"/>
                      <a:pt x="4237166" y="1789929"/>
                      <a:pt x="4185031" y="1459989"/>
                    </a:cubicBezTo>
                    <a:cubicBezTo>
                      <a:pt x="4123279" y="1069283"/>
                      <a:pt x="4059446" y="665282"/>
                      <a:pt x="3827230" y="383516"/>
                    </a:cubicBezTo>
                    <a:cubicBezTo>
                      <a:pt x="3564898" y="65156"/>
                      <a:pt x="3116973" y="-48928"/>
                      <a:pt x="2457865" y="34773"/>
                    </a:cubicBezTo>
                    <a:cubicBezTo>
                      <a:pt x="2206246" y="66730"/>
                      <a:pt x="2023100" y="219038"/>
                      <a:pt x="1897965" y="500467"/>
                    </a:cubicBezTo>
                    <a:cubicBezTo>
                      <a:pt x="1786244" y="751737"/>
                      <a:pt x="1730538" y="1078727"/>
                      <a:pt x="1676688" y="1394951"/>
                    </a:cubicBezTo>
                    <a:cubicBezTo>
                      <a:pt x="1632455" y="1654597"/>
                      <a:pt x="1586732" y="1923069"/>
                      <a:pt x="1510301" y="2143816"/>
                    </a:cubicBezTo>
                    <a:cubicBezTo>
                      <a:pt x="1469105" y="2262734"/>
                      <a:pt x="1422482" y="2359055"/>
                      <a:pt x="1367732" y="2438230"/>
                    </a:cubicBezTo>
                    <a:cubicBezTo>
                      <a:pt x="1306206" y="2527215"/>
                      <a:pt x="1236018" y="2592506"/>
                      <a:pt x="1153204" y="2637869"/>
                    </a:cubicBezTo>
                    <a:cubicBezTo>
                      <a:pt x="1064232" y="2686606"/>
                      <a:pt x="961847" y="2711002"/>
                      <a:pt x="844867" y="2711030"/>
                    </a:cubicBezTo>
                    <a:cubicBezTo>
                      <a:pt x="683964" y="2711030"/>
                      <a:pt x="495418" y="2664851"/>
                      <a:pt x="275969" y="2572269"/>
                    </a:cubicBezTo>
                    <a:lnTo>
                      <a:pt x="274535" y="2571679"/>
                    </a:lnTo>
                    <a:lnTo>
                      <a:pt x="273888" y="2570274"/>
                    </a:lnTo>
                    <a:cubicBezTo>
                      <a:pt x="236235" y="2490086"/>
                      <a:pt x="195152" y="2447308"/>
                      <a:pt x="156543" y="2447308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1C3AA43A-A695-9A92-1E0E-CB8F7F5006BD}"/>
                  </a:ext>
                </a:extLst>
              </p:cNvPr>
              <p:cNvSpPr/>
              <p:nvPr/>
            </p:nvSpPr>
            <p:spPr>
              <a:xfrm>
                <a:off x="-891084" y="776625"/>
                <a:ext cx="5899495" cy="5150294"/>
              </a:xfrm>
              <a:custGeom>
                <a:avLst/>
                <a:gdLst>
                  <a:gd name="connsiteX0" fmla="*/ 2566410 w 5899495"/>
                  <a:gd name="connsiteY0" fmla="*/ 5150295 h 5150294"/>
                  <a:gd name="connsiteX1" fmla="*/ 1451560 w 5899495"/>
                  <a:gd name="connsiteY1" fmla="*/ 5003159 h 5150294"/>
                  <a:gd name="connsiteX2" fmla="*/ 625869 w 5899495"/>
                  <a:gd name="connsiteY2" fmla="*/ 4558235 h 5150294"/>
                  <a:gd name="connsiteX3" fmla="*/ 175582 w 5899495"/>
                  <a:gd name="connsiteY3" fmla="*/ 3944927 h 5150294"/>
                  <a:gd name="connsiteX4" fmla="*/ 8717 w 5899495"/>
                  <a:gd name="connsiteY4" fmla="*/ 3295895 h 5150294"/>
                  <a:gd name="connsiteX5" fmla="*/ 210957 w 5899495"/>
                  <a:gd name="connsiteY5" fmla="*/ 2382018 h 5150294"/>
                  <a:gd name="connsiteX6" fmla="*/ 311993 w 5899495"/>
                  <a:gd name="connsiteY6" fmla="*/ 2530026 h 5150294"/>
                  <a:gd name="connsiteX7" fmla="*/ 1051861 w 5899495"/>
                  <a:gd name="connsiteY7" fmla="*/ 2614345 h 5150294"/>
                  <a:gd name="connsiteX8" fmla="*/ 1405725 w 5899495"/>
                  <a:gd name="connsiteY8" fmla="*/ 2156521 h 5150294"/>
                  <a:gd name="connsiteX9" fmla="*/ 1598854 w 5899495"/>
                  <a:gd name="connsiteY9" fmla="*/ 1426402 h 5150294"/>
                  <a:gd name="connsiteX10" fmla="*/ 2449853 w 5899495"/>
                  <a:gd name="connsiteY10" fmla="*/ 35476 h 5150294"/>
                  <a:gd name="connsiteX11" fmla="*/ 3843936 w 5899495"/>
                  <a:gd name="connsiteY11" fmla="*/ 248157 h 5150294"/>
                  <a:gd name="connsiteX12" fmla="*/ 4338231 w 5899495"/>
                  <a:gd name="connsiteY12" fmla="*/ 1520502 h 5150294"/>
                  <a:gd name="connsiteX13" fmla="*/ 4534313 w 5899495"/>
                  <a:gd name="connsiteY13" fmla="*/ 2364339 h 5150294"/>
                  <a:gd name="connsiteX14" fmla="*/ 5238918 w 5899495"/>
                  <a:gd name="connsiteY14" fmla="*/ 2762521 h 5150294"/>
                  <a:gd name="connsiteX15" fmla="*/ 5726015 w 5899495"/>
                  <a:gd name="connsiteY15" fmla="*/ 2961795 h 5150294"/>
                  <a:gd name="connsiteX16" fmla="*/ 5855564 w 5899495"/>
                  <a:gd name="connsiteY16" fmla="*/ 3166297 h 5150294"/>
                  <a:gd name="connsiteX17" fmla="*/ 5899488 w 5899495"/>
                  <a:gd name="connsiteY17" fmla="*/ 3418270 h 5150294"/>
                  <a:gd name="connsiteX18" fmla="*/ 5723990 w 5899495"/>
                  <a:gd name="connsiteY18" fmla="*/ 3965191 h 5150294"/>
                  <a:gd name="connsiteX19" fmla="*/ 5171009 w 5899495"/>
                  <a:gd name="connsiteY19" fmla="*/ 4509977 h 5150294"/>
                  <a:gd name="connsiteX20" fmla="*/ 4193525 w 5899495"/>
                  <a:gd name="connsiteY20" fmla="*/ 4941184 h 5150294"/>
                  <a:gd name="connsiteX21" fmla="*/ 2744130 w 5899495"/>
                  <a:gd name="connsiteY21" fmla="*/ 5147372 h 5150294"/>
                  <a:gd name="connsiteX22" fmla="*/ 2744130 w 5899495"/>
                  <a:gd name="connsiteY22" fmla="*/ 5147372 h 5150294"/>
                  <a:gd name="connsiteX23" fmla="*/ 2566354 w 5899495"/>
                  <a:gd name="connsiteY23" fmla="*/ 5150267 h 5150294"/>
                  <a:gd name="connsiteX24" fmla="*/ 218128 w 5899495"/>
                  <a:gd name="connsiteY24" fmla="*/ 2389073 h 5150294"/>
                  <a:gd name="connsiteX25" fmla="*/ 212082 w 5899495"/>
                  <a:gd name="connsiteY25" fmla="*/ 2389522 h 5150294"/>
                  <a:gd name="connsiteX26" fmla="*/ 58490 w 5899495"/>
                  <a:gd name="connsiteY26" fmla="*/ 2663053 h 5150294"/>
                  <a:gd name="connsiteX27" fmla="*/ 16310 w 5899495"/>
                  <a:gd name="connsiteY27" fmla="*/ 3295221 h 5150294"/>
                  <a:gd name="connsiteX28" fmla="*/ 2563121 w 5899495"/>
                  <a:gd name="connsiteY28" fmla="*/ 5142763 h 5150294"/>
                  <a:gd name="connsiteX29" fmla="*/ 2743961 w 5899495"/>
                  <a:gd name="connsiteY29" fmla="*/ 5139812 h 5150294"/>
                  <a:gd name="connsiteX30" fmla="*/ 2743961 w 5899495"/>
                  <a:gd name="connsiteY30" fmla="*/ 5139812 h 5150294"/>
                  <a:gd name="connsiteX31" fmla="*/ 5891952 w 5899495"/>
                  <a:gd name="connsiteY31" fmla="*/ 3418242 h 5150294"/>
                  <a:gd name="connsiteX32" fmla="*/ 5238665 w 5899495"/>
                  <a:gd name="connsiteY32" fmla="*/ 2770138 h 5150294"/>
                  <a:gd name="connsiteX33" fmla="*/ 4330751 w 5899495"/>
                  <a:gd name="connsiteY33" fmla="*/ 1521430 h 5150294"/>
                  <a:gd name="connsiteX34" fmla="*/ 3839352 w 5899495"/>
                  <a:gd name="connsiteY34" fmla="*/ 254171 h 5150294"/>
                  <a:gd name="connsiteX35" fmla="*/ 2450921 w 5899495"/>
                  <a:gd name="connsiteY35" fmla="*/ 43008 h 5150294"/>
                  <a:gd name="connsiteX36" fmla="*/ 1606333 w 5899495"/>
                  <a:gd name="connsiteY36" fmla="*/ 1428004 h 5150294"/>
                  <a:gd name="connsiteX37" fmla="*/ 1412839 w 5899495"/>
                  <a:gd name="connsiteY37" fmla="*/ 2159275 h 5150294"/>
                  <a:gd name="connsiteX38" fmla="*/ 1265265 w 5899495"/>
                  <a:gd name="connsiteY38" fmla="*/ 2439383 h 5150294"/>
                  <a:gd name="connsiteX39" fmla="*/ 1055236 w 5899495"/>
                  <a:gd name="connsiteY39" fmla="*/ 2621175 h 5150294"/>
                  <a:gd name="connsiteX40" fmla="*/ 307015 w 5899495"/>
                  <a:gd name="connsiteY40" fmla="*/ 2536069 h 5150294"/>
                  <a:gd name="connsiteX41" fmla="*/ 305328 w 5899495"/>
                  <a:gd name="connsiteY41" fmla="*/ 2535254 h 5150294"/>
                  <a:gd name="connsiteX42" fmla="*/ 304935 w 5899495"/>
                  <a:gd name="connsiteY42" fmla="*/ 2533398 h 5150294"/>
                  <a:gd name="connsiteX43" fmla="*/ 218100 w 5899495"/>
                  <a:gd name="connsiteY43" fmla="*/ 2389073 h 51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899495" h="5150294">
                    <a:moveTo>
                      <a:pt x="2566410" y="5150295"/>
                    </a:moveTo>
                    <a:cubicBezTo>
                      <a:pt x="2148377" y="5150295"/>
                      <a:pt x="1774070" y="5100941"/>
                      <a:pt x="1451560" y="5003159"/>
                    </a:cubicBezTo>
                    <a:cubicBezTo>
                      <a:pt x="1125479" y="4904280"/>
                      <a:pt x="847681" y="4754586"/>
                      <a:pt x="625869" y="4558235"/>
                    </a:cubicBezTo>
                    <a:cubicBezTo>
                      <a:pt x="433190" y="4387658"/>
                      <a:pt x="281679" y="4181329"/>
                      <a:pt x="175582" y="3944927"/>
                    </a:cubicBezTo>
                    <a:cubicBezTo>
                      <a:pt x="85541" y="3744276"/>
                      <a:pt x="29386" y="3525918"/>
                      <a:pt x="8717" y="3295895"/>
                    </a:cubicBezTo>
                    <a:cubicBezTo>
                      <a:pt x="-36022" y="2798160"/>
                      <a:pt x="100558" y="2398376"/>
                      <a:pt x="210957" y="2382018"/>
                    </a:cubicBezTo>
                    <a:cubicBezTo>
                      <a:pt x="241945" y="2377436"/>
                      <a:pt x="284519" y="2399472"/>
                      <a:pt x="311993" y="2530026"/>
                    </a:cubicBezTo>
                    <a:cubicBezTo>
                      <a:pt x="623198" y="2678455"/>
                      <a:pt x="865256" y="2706056"/>
                      <a:pt x="1051861" y="2614345"/>
                    </a:cubicBezTo>
                    <a:cubicBezTo>
                      <a:pt x="1200588" y="2541268"/>
                      <a:pt x="1313013" y="2395790"/>
                      <a:pt x="1405725" y="2156521"/>
                    </a:cubicBezTo>
                    <a:cubicBezTo>
                      <a:pt x="1487807" y="1944655"/>
                      <a:pt x="1541770" y="1692907"/>
                      <a:pt x="1598854" y="1426402"/>
                    </a:cubicBezTo>
                    <a:cubicBezTo>
                      <a:pt x="1737373" y="779985"/>
                      <a:pt x="1880589" y="111560"/>
                      <a:pt x="2449853" y="35476"/>
                    </a:cubicBezTo>
                    <a:cubicBezTo>
                      <a:pt x="3092004" y="-50361"/>
                      <a:pt x="3548000" y="19202"/>
                      <a:pt x="3843936" y="248157"/>
                    </a:cubicBezTo>
                    <a:cubicBezTo>
                      <a:pt x="4219396" y="538636"/>
                      <a:pt x="4279798" y="1037804"/>
                      <a:pt x="4338231" y="1520502"/>
                    </a:cubicBezTo>
                    <a:cubicBezTo>
                      <a:pt x="4376531" y="1836923"/>
                      <a:pt x="4412721" y="2135806"/>
                      <a:pt x="4534313" y="2364339"/>
                    </a:cubicBezTo>
                    <a:cubicBezTo>
                      <a:pt x="4671117" y="2621456"/>
                      <a:pt x="4895009" y="2747990"/>
                      <a:pt x="5238918" y="2762521"/>
                    </a:cubicBezTo>
                    <a:cubicBezTo>
                      <a:pt x="5439218" y="2770981"/>
                      <a:pt x="5607658" y="2839898"/>
                      <a:pt x="5726015" y="2961795"/>
                    </a:cubicBezTo>
                    <a:cubicBezTo>
                      <a:pt x="5782480" y="3019976"/>
                      <a:pt x="5826066" y="3088780"/>
                      <a:pt x="5855564" y="3166297"/>
                    </a:cubicBezTo>
                    <a:cubicBezTo>
                      <a:pt x="5885119" y="3243955"/>
                      <a:pt x="5899882" y="3328724"/>
                      <a:pt x="5899488" y="3418270"/>
                    </a:cubicBezTo>
                    <a:cubicBezTo>
                      <a:pt x="5898701" y="3595537"/>
                      <a:pt x="5837989" y="3784636"/>
                      <a:pt x="5723990" y="3965191"/>
                    </a:cubicBezTo>
                    <a:cubicBezTo>
                      <a:pt x="5597085" y="4166152"/>
                      <a:pt x="5411041" y="4349433"/>
                      <a:pt x="5171009" y="4509977"/>
                    </a:cubicBezTo>
                    <a:cubicBezTo>
                      <a:pt x="4902011" y="4689885"/>
                      <a:pt x="4573146" y="4834970"/>
                      <a:pt x="4193525" y="4941184"/>
                    </a:cubicBezTo>
                    <a:cubicBezTo>
                      <a:pt x="3768208" y="5060186"/>
                      <a:pt x="3280549" y="5129553"/>
                      <a:pt x="2744130" y="5147372"/>
                    </a:cubicBezTo>
                    <a:lnTo>
                      <a:pt x="2744130" y="5147372"/>
                    </a:lnTo>
                    <a:cubicBezTo>
                      <a:pt x="2684065" y="5149312"/>
                      <a:pt x="2624732" y="5150267"/>
                      <a:pt x="2566354" y="5150267"/>
                    </a:cubicBezTo>
                    <a:close/>
                    <a:moveTo>
                      <a:pt x="218128" y="2389073"/>
                    </a:moveTo>
                    <a:cubicBezTo>
                      <a:pt x="216131" y="2389073"/>
                      <a:pt x="214135" y="2389213"/>
                      <a:pt x="212082" y="2389522"/>
                    </a:cubicBezTo>
                    <a:cubicBezTo>
                      <a:pt x="159104" y="2397364"/>
                      <a:pt x="98814" y="2504730"/>
                      <a:pt x="58490" y="2663053"/>
                    </a:cubicBezTo>
                    <a:cubicBezTo>
                      <a:pt x="11304" y="2848386"/>
                      <a:pt x="-3684" y="3072900"/>
                      <a:pt x="16310" y="3295221"/>
                    </a:cubicBezTo>
                    <a:cubicBezTo>
                      <a:pt x="66982" y="3858978"/>
                      <a:pt x="419187" y="5142763"/>
                      <a:pt x="2563121" y="5142763"/>
                    </a:cubicBezTo>
                    <a:cubicBezTo>
                      <a:pt x="2622145" y="5142763"/>
                      <a:pt x="2682181" y="5141807"/>
                      <a:pt x="2743961" y="5139812"/>
                    </a:cubicBezTo>
                    <a:lnTo>
                      <a:pt x="2743961" y="5139812"/>
                    </a:lnTo>
                    <a:cubicBezTo>
                      <a:pt x="5048236" y="5063250"/>
                      <a:pt x="5888999" y="4068314"/>
                      <a:pt x="5891952" y="3418242"/>
                    </a:cubicBezTo>
                    <a:cubicBezTo>
                      <a:pt x="5893639" y="3047154"/>
                      <a:pt x="5631081" y="2786721"/>
                      <a:pt x="5238665" y="2770138"/>
                    </a:cubicBezTo>
                    <a:cubicBezTo>
                      <a:pt x="4478016" y="2738013"/>
                      <a:pt x="4406478" y="2147077"/>
                      <a:pt x="4330751" y="1521430"/>
                    </a:cubicBezTo>
                    <a:cubicBezTo>
                      <a:pt x="4272514" y="1040249"/>
                      <a:pt x="4212281" y="542711"/>
                      <a:pt x="3839352" y="254171"/>
                    </a:cubicBezTo>
                    <a:cubicBezTo>
                      <a:pt x="3545103" y="26510"/>
                      <a:pt x="3090963" y="-42547"/>
                      <a:pt x="2450921" y="43008"/>
                    </a:cubicBezTo>
                    <a:cubicBezTo>
                      <a:pt x="1886944" y="118390"/>
                      <a:pt x="1744291" y="784144"/>
                      <a:pt x="1606333" y="1428004"/>
                    </a:cubicBezTo>
                    <a:cubicBezTo>
                      <a:pt x="1549165" y="1694818"/>
                      <a:pt x="1495147" y="1946847"/>
                      <a:pt x="1412839" y="2159275"/>
                    </a:cubicBezTo>
                    <a:cubicBezTo>
                      <a:pt x="1368550" y="2273612"/>
                      <a:pt x="1320268" y="2365238"/>
                      <a:pt x="1265265" y="2439383"/>
                    </a:cubicBezTo>
                    <a:cubicBezTo>
                      <a:pt x="1203541" y="2522606"/>
                      <a:pt x="1134844" y="2582079"/>
                      <a:pt x="1055236" y="2621175"/>
                    </a:cubicBezTo>
                    <a:cubicBezTo>
                      <a:pt x="866043" y="2714122"/>
                      <a:pt x="621314" y="2686297"/>
                      <a:pt x="307015" y="2536069"/>
                    </a:cubicBezTo>
                    <a:lnTo>
                      <a:pt x="305328" y="2535254"/>
                    </a:lnTo>
                    <a:lnTo>
                      <a:pt x="304935" y="2533398"/>
                    </a:lnTo>
                    <a:cubicBezTo>
                      <a:pt x="285503" y="2439861"/>
                      <a:pt x="254824" y="2389073"/>
                      <a:pt x="218100" y="238907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D8A2DE9-6733-29C5-3E0F-1E599F4E527C}"/>
                  </a:ext>
                </a:extLst>
              </p:cNvPr>
              <p:cNvSpPr/>
              <p:nvPr/>
            </p:nvSpPr>
            <p:spPr>
              <a:xfrm>
                <a:off x="-912663" y="808198"/>
                <a:ext cx="6002842" cy="5155710"/>
              </a:xfrm>
              <a:custGeom>
                <a:avLst/>
                <a:gdLst>
                  <a:gd name="connsiteX0" fmla="*/ 2559926 w 6002842"/>
                  <a:gd name="connsiteY0" fmla="*/ 5155654 h 5155710"/>
                  <a:gd name="connsiteX1" fmla="*/ 946422 w 6002842"/>
                  <a:gd name="connsiteY1" fmla="*/ 4843421 h 5155710"/>
                  <a:gd name="connsiteX2" fmla="*/ 145505 w 6002842"/>
                  <a:gd name="connsiteY2" fmla="*/ 4029040 h 5155710"/>
                  <a:gd name="connsiteX3" fmla="*/ 9375 w 6002842"/>
                  <a:gd name="connsiteY3" fmla="*/ 3495441 h 5155710"/>
                  <a:gd name="connsiteX4" fmla="*/ 22451 w 6002842"/>
                  <a:gd name="connsiteY4" fmla="*/ 2993490 h 5155710"/>
                  <a:gd name="connsiteX5" fmla="*/ 124133 w 6002842"/>
                  <a:gd name="connsiteY5" fmla="*/ 2591485 h 5155710"/>
                  <a:gd name="connsiteX6" fmla="*/ 254386 w 6002842"/>
                  <a:gd name="connsiteY6" fmla="*/ 2357275 h 5155710"/>
                  <a:gd name="connsiteX7" fmla="*/ 327217 w 6002842"/>
                  <a:gd name="connsiteY7" fmla="*/ 2326976 h 5155710"/>
                  <a:gd name="connsiteX8" fmla="*/ 375049 w 6002842"/>
                  <a:gd name="connsiteY8" fmla="*/ 2495867 h 5155710"/>
                  <a:gd name="connsiteX9" fmla="*/ 988827 w 6002842"/>
                  <a:gd name="connsiteY9" fmla="*/ 2596966 h 5155710"/>
                  <a:gd name="connsiteX10" fmla="*/ 1555672 w 6002842"/>
                  <a:gd name="connsiteY10" fmla="*/ 1464842 h 5155710"/>
                  <a:gd name="connsiteX11" fmla="*/ 1862997 w 6002842"/>
                  <a:gd name="connsiteY11" fmla="*/ 542898 h 5155710"/>
                  <a:gd name="connsiteX12" fmla="*/ 2112732 w 6002842"/>
                  <a:gd name="connsiteY12" fmla="*/ 210232 h 5155710"/>
                  <a:gd name="connsiteX13" fmla="*/ 2474638 w 6002842"/>
                  <a:gd name="connsiteY13" fmla="*/ 45388 h 5155710"/>
                  <a:gd name="connsiteX14" fmla="*/ 4047480 w 6002842"/>
                  <a:gd name="connsiteY14" fmla="*/ 269817 h 5155710"/>
                  <a:gd name="connsiteX15" fmla="*/ 4406884 w 6002842"/>
                  <a:gd name="connsiteY15" fmla="*/ 858280 h 5155710"/>
                  <a:gd name="connsiteX16" fmla="*/ 4509915 w 6002842"/>
                  <a:gd name="connsiteY16" fmla="*/ 1585896 h 5155710"/>
                  <a:gd name="connsiteX17" fmla="*/ 4658362 w 6002842"/>
                  <a:gd name="connsiteY17" fmla="*/ 2406180 h 5155710"/>
                  <a:gd name="connsiteX18" fmla="*/ 5268568 w 6002842"/>
                  <a:gd name="connsiteY18" fmla="*/ 2832131 h 5155710"/>
                  <a:gd name="connsiteX19" fmla="*/ 5577299 w 6002842"/>
                  <a:gd name="connsiteY19" fmla="*/ 2921734 h 5155710"/>
                  <a:gd name="connsiteX20" fmla="*/ 5812327 w 6002842"/>
                  <a:gd name="connsiteY20" fmla="*/ 3095656 h 5155710"/>
                  <a:gd name="connsiteX21" fmla="*/ 6002109 w 6002842"/>
                  <a:gd name="connsiteY21" fmla="*/ 3616748 h 5155710"/>
                  <a:gd name="connsiteX22" fmla="*/ 5813930 w 6002842"/>
                  <a:gd name="connsiteY22" fmla="*/ 4119879 h 5155710"/>
                  <a:gd name="connsiteX23" fmla="*/ 5251274 w 6002842"/>
                  <a:gd name="connsiteY23" fmla="*/ 4600638 h 5155710"/>
                  <a:gd name="connsiteX24" fmla="*/ 4251829 w 6002842"/>
                  <a:gd name="connsiteY24" fmla="*/ 4973441 h 5155710"/>
                  <a:gd name="connsiteX25" fmla="*/ 2752774 w 6002842"/>
                  <a:gd name="connsiteY25" fmla="*/ 5152815 h 5155710"/>
                  <a:gd name="connsiteX26" fmla="*/ 2752774 w 6002842"/>
                  <a:gd name="connsiteY26" fmla="*/ 5152815 h 5155710"/>
                  <a:gd name="connsiteX27" fmla="*/ 2559954 w 6002842"/>
                  <a:gd name="connsiteY27" fmla="*/ 5155710 h 5155710"/>
                  <a:gd name="connsiteX28" fmla="*/ 312988 w 6002842"/>
                  <a:gd name="connsiteY28" fmla="*/ 2331276 h 5155710"/>
                  <a:gd name="connsiteX29" fmla="*/ 259475 w 6002842"/>
                  <a:gd name="connsiteY29" fmla="*/ 2362222 h 5155710"/>
                  <a:gd name="connsiteX30" fmla="*/ 130770 w 6002842"/>
                  <a:gd name="connsiteY30" fmla="*/ 2594014 h 5155710"/>
                  <a:gd name="connsiteX31" fmla="*/ 29481 w 6002842"/>
                  <a:gd name="connsiteY31" fmla="*/ 2994530 h 5155710"/>
                  <a:gd name="connsiteX32" fmla="*/ 152028 w 6002842"/>
                  <a:gd name="connsiteY32" fmla="*/ 4026229 h 5155710"/>
                  <a:gd name="connsiteX33" fmla="*/ 2560207 w 6002842"/>
                  <a:gd name="connsiteY33" fmla="*/ 5148599 h 5155710"/>
                  <a:gd name="connsiteX34" fmla="*/ 2752549 w 6002842"/>
                  <a:gd name="connsiteY34" fmla="*/ 5145704 h 5155710"/>
                  <a:gd name="connsiteX35" fmla="*/ 2752549 w 6002842"/>
                  <a:gd name="connsiteY35" fmla="*/ 5145704 h 5155710"/>
                  <a:gd name="connsiteX36" fmla="*/ 5247731 w 6002842"/>
                  <a:gd name="connsiteY36" fmla="*/ 4594455 h 5155710"/>
                  <a:gd name="connsiteX37" fmla="*/ 5994995 w 6002842"/>
                  <a:gd name="connsiteY37" fmla="*/ 3616439 h 5155710"/>
                  <a:gd name="connsiteX38" fmla="*/ 5267725 w 6002842"/>
                  <a:gd name="connsiteY38" fmla="*/ 2839186 h 5155710"/>
                  <a:gd name="connsiteX39" fmla="*/ 4502829 w 6002842"/>
                  <a:gd name="connsiteY39" fmla="*/ 1586487 h 5155710"/>
                  <a:gd name="connsiteX40" fmla="*/ 4043037 w 6002842"/>
                  <a:gd name="connsiteY40" fmla="*/ 275354 h 5155710"/>
                  <a:gd name="connsiteX41" fmla="*/ 2475622 w 6002842"/>
                  <a:gd name="connsiteY41" fmla="*/ 52415 h 5155710"/>
                  <a:gd name="connsiteX42" fmla="*/ 1869296 w 6002842"/>
                  <a:gd name="connsiteY42" fmla="*/ 546159 h 5155710"/>
                  <a:gd name="connsiteX43" fmla="*/ 1562534 w 6002842"/>
                  <a:gd name="connsiteY43" fmla="*/ 1466613 h 5155710"/>
                  <a:gd name="connsiteX44" fmla="*/ 991611 w 6002842"/>
                  <a:gd name="connsiteY44" fmla="*/ 2603486 h 5155710"/>
                  <a:gd name="connsiteX45" fmla="*/ 369734 w 6002842"/>
                  <a:gd name="connsiteY45" fmla="*/ 2501067 h 5155710"/>
                  <a:gd name="connsiteX46" fmla="*/ 367878 w 6002842"/>
                  <a:gd name="connsiteY46" fmla="*/ 2500055 h 5155710"/>
                  <a:gd name="connsiteX47" fmla="*/ 367878 w 6002842"/>
                  <a:gd name="connsiteY47" fmla="*/ 2497947 h 5155710"/>
                  <a:gd name="connsiteX48" fmla="*/ 324461 w 6002842"/>
                  <a:gd name="connsiteY48" fmla="*/ 2333553 h 5155710"/>
                  <a:gd name="connsiteX49" fmla="*/ 312932 w 6002842"/>
                  <a:gd name="connsiteY49" fmla="*/ 2331333 h 5155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6002842" h="5155710">
                    <a:moveTo>
                      <a:pt x="2559926" y="5155654"/>
                    </a:moveTo>
                    <a:cubicBezTo>
                      <a:pt x="1901578" y="5155654"/>
                      <a:pt x="1359506" y="5050845"/>
                      <a:pt x="946422" y="4843421"/>
                    </a:cubicBezTo>
                    <a:cubicBezTo>
                      <a:pt x="568825" y="4653815"/>
                      <a:pt x="299350" y="4379807"/>
                      <a:pt x="145505" y="4029040"/>
                    </a:cubicBezTo>
                    <a:cubicBezTo>
                      <a:pt x="73658" y="3865236"/>
                      <a:pt x="27850" y="3685693"/>
                      <a:pt x="9375" y="3495441"/>
                    </a:cubicBezTo>
                    <a:cubicBezTo>
                      <a:pt x="-6569" y="3331412"/>
                      <a:pt x="-2154" y="3162521"/>
                      <a:pt x="22451" y="2993490"/>
                    </a:cubicBezTo>
                    <a:cubicBezTo>
                      <a:pt x="43372" y="2849838"/>
                      <a:pt x="78522" y="2710824"/>
                      <a:pt x="124133" y="2591485"/>
                    </a:cubicBezTo>
                    <a:cubicBezTo>
                      <a:pt x="165020" y="2484540"/>
                      <a:pt x="211278" y="2401346"/>
                      <a:pt x="254386" y="2357275"/>
                    </a:cubicBezTo>
                    <a:cubicBezTo>
                      <a:pt x="281887" y="2329168"/>
                      <a:pt x="307083" y="2318685"/>
                      <a:pt x="327217" y="2326976"/>
                    </a:cubicBezTo>
                    <a:cubicBezTo>
                      <a:pt x="358964" y="2340046"/>
                      <a:pt x="375499" y="2398423"/>
                      <a:pt x="375049" y="2495867"/>
                    </a:cubicBezTo>
                    <a:cubicBezTo>
                      <a:pt x="625402" y="2633841"/>
                      <a:pt x="826180" y="2666922"/>
                      <a:pt x="988827" y="2596966"/>
                    </a:cubicBezTo>
                    <a:cubicBezTo>
                      <a:pt x="1297023" y="2464416"/>
                      <a:pt x="1422664" y="1978879"/>
                      <a:pt x="1555672" y="1464842"/>
                    </a:cubicBezTo>
                    <a:cubicBezTo>
                      <a:pt x="1639414" y="1141226"/>
                      <a:pt x="1725996" y="806564"/>
                      <a:pt x="1862997" y="542898"/>
                    </a:cubicBezTo>
                    <a:cubicBezTo>
                      <a:pt x="1937122" y="400231"/>
                      <a:pt x="2018810" y="291431"/>
                      <a:pt x="2112732" y="210232"/>
                    </a:cubicBezTo>
                    <a:cubicBezTo>
                      <a:pt x="2217367" y="119814"/>
                      <a:pt x="2339127" y="64332"/>
                      <a:pt x="2474638" y="45388"/>
                    </a:cubicBezTo>
                    <a:cubicBezTo>
                      <a:pt x="3215181" y="-58240"/>
                      <a:pt x="3729666" y="15174"/>
                      <a:pt x="4047480" y="269817"/>
                    </a:cubicBezTo>
                    <a:cubicBezTo>
                      <a:pt x="4218169" y="406583"/>
                      <a:pt x="4335711" y="599055"/>
                      <a:pt x="4406884" y="858280"/>
                    </a:cubicBezTo>
                    <a:cubicBezTo>
                      <a:pt x="4469816" y="1087515"/>
                      <a:pt x="4490204" y="1340893"/>
                      <a:pt x="4509915" y="1585896"/>
                    </a:cubicBezTo>
                    <a:cubicBezTo>
                      <a:pt x="4534493" y="1891384"/>
                      <a:pt x="4557692" y="2179924"/>
                      <a:pt x="4658362" y="2406180"/>
                    </a:cubicBezTo>
                    <a:cubicBezTo>
                      <a:pt x="4771489" y="2660458"/>
                      <a:pt x="4965377" y="2795818"/>
                      <a:pt x="5268568" y="2832131"/>
                    </a:cubicBezTo>
                    <a:cubicBezTo>
                      <a:pt x="5379727" y="2845454"/>
                      <a:pt x="5483603" y="2875584"/>
                      <a:pt x="5577299" y="2921734"/>
                    </a:cubicBezTo>
                    <a:cubicBezTo>
                      <a:pt x="5667958" y="2966367"/>
                      <a:pt x="5747032" y="3024885"/>
                      <a:pt x="5812327" y="3095656"/>
                    </a:cubicBezTo>
                    <a:cubicBezTo>
                      <a:pt x="5943339" y="3237678"/>
                      <a:pt x="6010714" y="3422730"/>
                      <a:pt x="6002109" y="3616748"/>
                    </a:cubicBezTo>
                    <a:cubicBezTo>
                      <a:pt x="5994602" y="3785583"/>
                      <a:pt x="5929531" y="3959561"/>
                      <a:pt x="5813930" y="4119879"/>
                    </a:cubicBezTo>
                    <a:cubicBezTo>
                      <a:pt x="5684577" y="4299254"/>
                      <a:pt x="5495272" y="4460978"/>
                      <a:pt x="5251274" y="4600638"/>
                    </a:cubicBezTo>
                    <a:cubicBezTo>
                      <a:pt x="4979212" y="4756348"/>
                      <a:pt x="4642952" y="4881786"/>
                      <a:pt x="4251829" y="4973441"/>
                    </a:cubicBezTo>
                    <a:cubicBezTo>
                      <a:pt x="3817064" y="5075354"/>
                      <a:pt x="3312729" y="5135699"/>
                      <a:pt x="2752774" y="5152815"/>
                    </a:cubicBezTo>
                    <a:lnTo>
                      <a:pt x="2752774" y="5152815"/>
                    </a:lnTo>
                    <a:cubicBezTo>
                      <a:pt x="2687451" y="5154755"/>
                      <a:pt x="2623140" y="5155710"/>
                      <a:pt x="2559954" y="5155710"/>
                    </a:cubicBezTo>
                    <a:close/>
                    <a:moveTo>
                      <a:pt x="312988" y="2331276"/>
                    </a:moveTo>
                    <a:cubicBezTo>
                      <a:pt x="297719" y="2331276"/>
                      <a:pt x="279469" y="2341760"/>
                      <a:pt x="259475" y="2362222"/>
                    </a:cubicBezTo>
                    <a:cubicBezTo>
                      <a:pt x="217014" y="2405618"/>
                      <a:pt x="171319" y="2487941"/>
                      <a:pt x="130770" y="2594014"/>
                    </a:cubicBezTo>
                    <a:cubicBezTo>
                      <a:pt x="85356" y="2712876"/>
                      <a:pt x="50318" y="2851356"/>
                      <a:pt x="29481" y="2994530"/>
                    </a:cubicBezTo>
                    <a:cubicBezTo>
                      <a:pt x="-8031" y="3252209"/>
                      <a:pt x="-17226" y="3640357"/>
                      <a:pt x="152028" y="4026229"/>
                    </a:cubicBezTo>
                    <a:cubicBezTo>
                      <a:pt x="379323" y="4544454"/>
                      <a:pt x="983090" y="5148599"/>
                      <a:pt x="2560207" y="5148599"/>
                    </a:cubicBezTo>
                    <a:cubicBezTo>
                      <a:pt x="2622859" y="5148599"/>
                      <a:pt x="2686776" y="5147644"/>
                      <a:pt x="2752549" y="5145704"/>
                    </a:cubicBezTo>
                    <a:lnTo>
                      <a:pt x="2752549" y="5145704"/>
                    </a:lnTo>
                    <a:cubicBezTo>
                      <a:pt x="3811327" y="5113326"/>
                      <a:pt x="4674137" y="4922709"/>
                      <a:pt x="5247731" y="4594455"/>
                    </a:cubicBezTo>
                    <a:cubicBezTo>
                      <a:pt x="5876103" y="4234834"/>
                      <a:pt x="5985631" y="3827349"/>
                      <a:pt x="5994995" y="3616439"/>
                    </a:cubicBezTo>
                    <a:cubicBezTo>
                      <a:pt x="6012936" y="3212269"/>
                      <a:pt x="5713878" y="2892644"/>
                      <a:pt x="5267725" y="2839186"/>
                    </a:cubicBezTo>
                    <a:cubicBezTo>
                      <a:pt x="4597144" y="2758858"/>
                      <a:pt x="4551337" y="2189396"/>
                      <a:pt x="4502829" y="1586487"/>
                    </a:cubicBezTo>
                    <a:cubicBezTo>
                      <a:pt x="4462983" y="1091084"/>
                      <a:pt x="4421787" y="578818"/>
                      <a:pt x="4043037" y="275354"/>
                    </a:cubicBezTo>
                    <a:cubicBezTo>
                      <a:pt x="3726826" y="21976"/>
                      <a:pt x="3214112" y="-50932"/>
                      <a:pt x="2475622" y="52415"/>
                    </a:cubicBezTo>
                    <a:cubicBezTo>
                      <a:pt x="2221782" y="87941"/>
                      <a:pt x="2023450" y="249440"/>
                      <a:pt x="1869296" y="546159"/>
                    </a:cubicBezTo>
                    <a:cubicBezTo>
                      <a:pt x="1732660" y="809122"/>
                      <a:pt x="1646191" y="1143390"/>
                      <a:pt x="1562534" y="1466613"/>
                    </a:cubicBezTo>
                    <a:cubicBezTo>
                      <a:pt x="1429075" y="1982392"/>
                      <a:pt x="1303013" y="2469560"/>
                      <a:pt x="991611" y="2603486"/>
                    </a:cubicBezTo>
                    <a:cubicBezTo>
                      <a:pt x="826433" y="2674539"/>
                      <a:pt x="623012" y="2641008"/>
                      <a:pt x="369734" y="2501067"/>
                    </a:cubicBezTo>
                    <a:lnTo>
                      <a:pt x="367878" y="2500055"/>
                    </a:lnTo>
                    <a:lnTo>
                      <a:pt x="367878" y="2497947"/>
                    </a:lnTo>
                    <a:cubicBezTo>
                      <a:pt x="368553" y="2403735"/>
                      <a:pt x="353144" y="2345358"/>
                      <a:pt x="324461" y="2333553"/>
                    </a:cubicBezTo>
                    <a:cubicBezTo>
                      <a:pt x="320833" y="2332063"/>
                      <a:pt x="316981" y="2331333"/>
                      <a:pt x="312932" y="233133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59629E25-4D99-C24A-ADFC-8ACD9FBA34D6}"/>
                  </a:ext>
                </a:extLst>
              </p:cNvPr>
              <p:cNvSpPr/>
              <p:nvPr/>
            </p:nvSpPr>
            <p:spPr>
              <a:xfrm>
                <a:off x="-961283" y="842736"/>
                <a:ext cx="6115040" cy="5158047"/>
              </a:xfrm>
              <a:custGeom>
                <a:avLst/>
                <a:gdLst>
                  <a:gd name="connsiteX0" fmla="*/ 2581411 w 6115040"/>
                  <a:gd name="connsiteY0" fmla="*/ 5158048 h 5158047"/>
                  <a:gd name="connsiteX1" fmla="*/ 888326 w 6115040"/>
                  <a:gd name="connsiteY1" fmla="*/ 4849243 h 5158047"/>
                  <a:gd name="connsiteX2" fmla="*/ 101498 w 6115040"/>
                  <a:gd name="connsiteY2" fmla="*/ 4038263 h 5158047"/>
                  <a:gd name="connsiteX3" fmla="*/ 40 w 6115040"/>
                  <a:gd name="connsiteY3" fmla="*/ 3476305 h 5158047"/>
                  <a:gd name="connsiteX4" fmla="*/ 67078 w 6115040"/>
                  <a:gd name="connsiteY4" fmla="*/ 2946585 h 5158047"/>
                  <a:gd name="connsiteX5" fmla="*/ 221655 w 6115040"/>
                  <a:gd name="connsiteY5" fmla="*/ 2525524 h 5158047"/>
                  <a:gd name="connsiteX6" fmla="*/ 383402 w 6115040"/>
                  <a:gd name="connsiteY6" fmla="*/ 2289150 h 5158047"/>
                  <a:gd name="connsiteX7" fmla="*/ 451593 w 6115040"/>
                  <a:gd name="connsiteY7" fmla="*/ 2267170 h 5158047"/>
                  <a:gd name="connsiteX8" fmla="*/ 465006 w 6115040"/>
                  <a:gd name="connsiteY8" fmla="*/ 2458659 h 5158047"/>
                  <a:gd name="connsiteX9" fmla="*/ 957136 w 6115040"/>
                  <a:gd name="connsiteY9" fmla="*/ 2573698 h 5158047"/>
                  <a:gd name="connsiteX10" fmla="*/ 1293847 w 6115040"/>
                  <a:gd name="connsiteY10" fmla="*/ 2190496 h 5158047"/>
                  <a:gd name="connsiteX11" fmla="*/ 1533233 w 6115040"/>
                  <a:gd name="connsiteY11" fmla="*/ 1506135 h 5158047"/>
                  <a:gd name="connsiteX12" fmla="*/ 1887125 w 6115040"/>
                  <a:gd name="connsiteY12" fmla="*/ 567018 h 5158047"/>
                  <a:gd name="connsiteX13" fmla="*/ 2155082 w 6115040"/>
                  <a:gd name="connsiteY13" fmla="*/ 223643 h 5158047"/>
                  <a:gd name="connsiteX14" fmla="*/ 2526464 w 6115040"/>
                  <a:gd name="connsiteY14" fmla="*/ 52223 h 5158047"/>
                  <a:gd name="connsiteX15" fmla="*/ 3602227 w 6115040"/>
                  <a:gd name="connsiteY15" fmla="*/ 31396 h 5158047"/>
                  <a:gd name="connsiteX16" fmla="*/ 3968351 w 6115040"/>
                  <a:gd name="connsiteY16" fmla="*/ 134630 h 5158047"/>
                  <a:gd name="connsiteX17" fmla="*/ 4239513 w 6115040"/>
                  <a:gd name="connsiteY17" fmla="*/ 298771 h 5158047"/>
                  <a:gd name="connsiteX18" fmla="*/ 4611852 w 6115040"/>
                  <a:gd name="connsiteY18" fmla="*/ 957781 h 5158047"/>
                  <a:gd name="connsiteX19" fmla="*/ 4688845 w 6115040"/>
                  <a:gd name="connsiteY19" fmla="*/ 1754089 h 5158047"/>
                  <a:gd name="connsiteX20" fmla="*/ 4790696 w 6115040"/>
                  <a:gd name="connsiteY20" fmla="*/ 2548796 h 5158047"/>
                  <a:gd name="connsiteX21" fmla="*/ 5324641 w 6115040"/>
                  <a:gd name="connsiteY21" fmla="*/ 2898664 h 5158047"/>
                  <a:gd name="connsiteX22" fmla="*/ 5325231 w 6115040"/>
                  <a:gd name="connsiteY22" fmla="*/ 2898664 h 5158047"/>
                  <a:gd name="connsiteX23" fmla="*/ 5325793 w 6115040"/>
                  <a:gd name="connsiteY23" fmla="*/ 2898888 h 5158047"/>
                  <a:gd name="connsiteX24" fmla="*/ 5926664 w 6115040"/>
                  <a:gd name="connsiteY24" fmla="*/ 3336616 h 5158047"/>
                  <a:gd name="connsiteX25" fmla="*/ 6083996 w 6115040"/>
                  <a:gd name="connsiteY25" fmla="*/ 3633026 h 5158047"/>
                  <a:gd name="connsiteX26" fmla="*/ 6104889 w 6115040"/>
                  <a:gd name="connsiteY26" fmla="*/ 3952792 h 5158047"/>
                  <a:gd name="connsiteX27" fmla="*/ 5290756 w 6115040"/>
                  <a:gd name="connsiteY27" fmla="*/ 4741174 h 5158047"/>
                  <a:gd name="connsiteX28" fmla="*/ 2788431 w 6115040"/>
                  <a:gd name="connsiteY28" fmla="*/ 5155153 h 5158047"/>
                  <a:gd name="connsiteX29" fmla="*/ 2788431 w 6115040"/>
                  <a:gd name="connsiteY29" fmla="*/ 5155153 h 5158047"/>
                  <a:gd name="connsiteX30" fmla="*/ 2581495 w 6115040"/>
                  <a:gd name="connsiteY30" fmla="*/ 5158048 h 5158047"/>
                  <a:gd name="connsiteX31" fmla="*/ 435846 w 6115040"/>
                  <a:gd name="connsiteY31" fmla="*/ 2269756 h 5158047"/>
                  <a:gd name="connsiteX32" fmla="*/ 387676 w 6115040"/>
                  <a:gd name="connsiteY32" fmla="*/ 2294209 h 5158047"/>
                  <a:gd name="connsiteX33" fmla="*/ 73490 w 6115040"/>
                  <a:gd name="connsiteY33" fmla="*/ 2948243 h 5158047"/>
                  <a:gd name="connsiteX34" fmla="*/ 107656 w 6115040"/>
                  <a:gd name="connsiteY34" fmla="*/ 4035930 h 5158047"/>
                  <a:gd name="connsiteX35" fmla="*/ 891223 w 6115040"/>
                  <a:gd name="connsiteY35" fmla="*/ 4843341 h 5158047"/>
                  <a:gd name="connsiteX36" fmla="*/ 2788178 w 6115040"/>
                  <a:gd name="connsiteY36" fmla="*/ 5148576 h 5158047"/>
                  <a:gd name="connsiteX37" fmla="*/ 2788178 w 6115040"/>
                  <a:gd name="connsiteY37" fmla="*/ 5148576 h 5158047"/>
                  <a:gd name="connsiteX38" fmla="*/ 5288113 w 6115040"/>
                  <a:gd name="connsiteY38" fmla="*/ 4735104 h 5158047"/>
                  <a:gd name="connsiteX39" fmla="*/ 6098309 w 6115040"/>
                  <a:gd name="connsiteY39" fmla="*/ 3951639 h 5158047"/>
                  <a:gd name="connsiteX40" fmla="*/ 5921377 w 6115040"/>
                  <a:gd name="connsiteY40" fmla="*/ 3340692 h 5158047"/>
                  <a:gd name="connsiteX41" fmla="*/ 5323825 w 6115040"/>
                  <a:gd name="connsiteY41" fmla="*/ 2905297 h 5158047"/>
                  <a:gd name="connsiteX42" fmla="*/ 4972324 w 6115040"/>
                  <a:gd name="connsiteY42" fmla="*/ 2805098 h 5158047"/>
                  <a:gd name="connsiteX43" fmla="*/ 4784453 w 6115040"/>
                  <a:gd name="connsiteY43" fmla="*/ 2551269 h 5158047"/>
                  <a:gd name="connsiteX44" fmla="*/ 4682152 w 6115040"/>
                  <a:gd name="connsiteY44" fmla="*/ 1754370 h 5158047"/>
                  <a:gd name="connsiteX45" fmla="*/ 4235211 w 6115040"/>
                  <a:gd name="connsiteY45" fmla="*/ 303915 h 5158047"/>
                  <a:gd name="connsiteX46" fmla="*/ 2527364 w 6115040"/>
                  <a:gd name="connsiteY46" fmla="*/ 58856 h 5158047"/>
                  <a:gd name="connsiteX47" fmla="*/ 1892833 w 6115040"/>
                  <a:gd name="connsiteY47" fmla="*/ 570335 h 5158047"/>
                  <a:gd name="connsiteX48" fmla="*/ 1539504 w 6115040"/>
                  <a:gd name="connsiteY48" fmla="*/ 1508159 h 5158047"/>
                  <a:gd name="connsiteX49" fmla="*/ 1299780 w 6115040"/>
                  <a:gd name="connsiteY49" fmla="*/ 2193419 h 5158047"/>
                  <a:gd name="connsiteX50" fmla="*/ 1149703 w 6115040"/>
                  <a:gd name="connsiteY50" fmla="*/ 2439153 h 5158047"/>
                  <a:gd name="connsiteX51" fmla="*/ 959330 w 6115040"/>
                  <a:gd name="connsiteY51" fmla="*/ 2579994 h 5158047"/>
                  <a:gd name="connsiteX52" fmla="*/ 834533 w 6115040"/>
                  <a:gd name="connsiteY52" fmla="*/ 2601524 h 5158047"/>
                  <a:gd name="connsiteX53" fmla="*/ 459495 w 6115040"/>
                  <a:gd name="connsiteY53" fmla="*/ 2463072 h 5158047"/>
                  <a:gd name="connsiteX54" fmla="*/ 457667 w 6115040"/>
                  <a:gd name="connsiteY54" fmla="*/ 2461863 h 5158047"/>
                  <a:gd name="connsiteX55" fmla="*/ 458061 w 6115040"/>
                  <a:gd name="connsiteY55" fmla="*/ 2459699 h 5158047"/>
                  <a:gd name="connsiteX56" fmla="*/ 448247 w 6115040"/>
                  <a:gd name="connsiteY56" fmla="*/ 2272988 h 5158047"/>
                  <a:gd name="connsiteX57" fmla="*/ 435846 w 6115040"/>
                  <a:gd name="connsiteY57" fmla="*/ 2269812 h 5158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115040" h="5158047">
                    <a:moveTo>
                      <a:pt x="2581411" y="5158048"/>
                    </a:moveTo>
                    <a:cubicBezTo>
                      <a:pt x="1879448" y="5158048"/>
                      <a:pt x="1310578" y="5054392"/>
                      <a:pt x="888326" y="4849243"/>
                    </a:cubicBezTo>
                    <a:cubicBezTo>
                      <a:pt x="500944" y="4661043"/>
                      <a:pt x="236221" y="4388187"/>
                      <a:pt x="101498" y="4038263"/>
                    </a:cubicBezTo>
                    <a:cubicBezTo>
                      <a:pt x="35528" y="3866871"/>
                      <a:pt x="1390" y="3677799"/>
                      <a:pt x="40" y="3476305"/>
                    </a:cubicBezTo>
                    <a:cubicBezTo>
                      <a:pt x="-1085" y="3303985"/>
                      <a:pt x="21468" y="3125791"/>
                      <a:pt x="67078" y="2946585"/>
                    </a:cubicBezTo>
                    <a:cubicBezTo>
                      <a:pt x="115445" y="2756642"/>
                      <a:pt x="177815" y="2612766"/>
                      <a:pt x="221655" y="2525524"/>
                    </a:cubicBezTo>
                    <a:cubicBezTo>
                      <a:pt x="276573" y="2416218"/>
                      <a:pt x="335513" y="2330044"/>
                      <a:pt x="383402" y="2289150"/>
                    </a:cubicBezTo>
                    <a:cubicBezTo>
                      <a:pt x="411437" y="2265203"/>
                      <a:pt x="435002" y="2257614"/>
                      <a:pt x="451593" y="2267170"/>
                    </a:cubicBezTo>
                    <a:cubicBezTo>
                      <a:pt x="480388" y="2283781"/>
                      <a:pt x="485000" y="2350000"/>
                      <a:pt x="465006" y="2458659"/>
                    </a:cubicBezTo>
                    <a:cubicBezTo>
                      <a:pt x="659007" y="2585700"/>
                      <a:pt x="819995" y="2623334"/>
                      <a:pt x="957136" y="2573698"/>
                    </a:cubicBezTo>
                    <a:cubicBezTo>
                      <a:pt x="1086180" y="2527014"/>
                      <a:pt x="1193177" y="2405257"/>
                      <a:pt x="1293847" y="2190496"/>
                    </a:cubicBezTo>
                    <a:cubicBezTo>
                      <a:pt x="1383606" y="1999008"/>
                      <a:pt x="1456297" y="1759598"/>
                      <a:pt x="1533233" y="1506135"/>
                    </a:cubicBezTo>
                    <a:cubicBezTo>
                      <a:pt x="1632891" y="1177825"/>
                      <a:pt x="1735951" y="838329"/>
                      <a:pt x="1887125" y="567018"/>
                    </a:cubicBezTo>
                    <a:cubicBezTo>
                      <a:pt x="1969039" y="419994"/>
                      <a:pt x="2056689" y="307681"/>
                      <a:pt x="2155082" y="223643"/>
                    </a:cubicBezTo>
                    <a:cubicBezTo>
                      <a:pt x="2264947" y="129824"/>
                      <a:pt x="2389884" y="72150"/>
                      <a:pt x="2526464" y="52223"/>
                    </a:cubicBezTo>
                    <a:cubicBezTo>
                      <a:pt x="2949812" y="-9555"/>
                      <a:pt x="3311746" y="-16554"/>
                      <a:pt x="3602227" y="31396"/>
                    </a:cubicBezTo>
                    <a:cubicBezTo>
                      <a:pt x="3737401" y="53712"/>
                      <a:pt x="3860595" y="88452"/>
                      <a:pt x="3968351" y="134630"/>
                    </a:cubicBezTo>
                    <a:cubicBezTo>
                      <a:pt x="4070090" y="178251"/>
                      <a:pt x="4161311" y="233452"/>
                      <a:pt x="4239513" y="298771"/>
                    </a:cubicBezTo>
                    <a:cubicBezTo>
                      <a:pt x="4423419" y="452316"/>
                      <a:pt x="4545207" y="667892"/>
                      <a:pt x="4611852" y="957781"/>
                    </a:cubicBezTo>
                    <a:cubicBezTo>
                      <a:pt x="4670426" y="1212565"/>
                      <a:pt x="4679790" y="1487866"/>
                      <a:pt x="4688845" y="1754089"/>
                    </a:cubicBezTo>
                    <a:cubicBezTo>
                      <a:pt x="4699081" y="2055136"/>
                      <a:pt x="4708754" y="2339460"/>
                      <a:pt x="4790696" y="2548796"/>
                    </a:cubicBezTo>
                    <a:cubicBezTo>
                      <a:pt x="4881917" y="2781825"/>
                      <a:pt x="5051566" y="2892986"/>
                      <a:pt x="5324641" y="2898664"/>
                    </a:cubicBezTo>
                    <a:lnTo>
                      <a:pt x="5325231" y="2898664"/>
                    </a:lnTo>
                    <a:cubicBezTo>
                      <a:pt x="5325231" y="2898664"/>
                      <a:pt x="5325793" y="2898888"/>
                      <a:pt x="5325793" y="2898888"/>
                    </a:cubicBezTo>
                    <a:cubicBezTo>
                      <a:pt x="5570101" y="2996530"/>
                      <a:pt x="5783504" y="3151958"/>
                      <a:pt x="5926664" y="3336616"/>
                    </a:cubicBezTo>
                    <a:cubicBezTo>
                      <a:pt x="6000311" y="3431588"/>
                      <a:pt x="6053233" y="3531309"/>
                      <a:pt x="6083996" y="3633026"/>
                    </a:cubicBezTo>
                    <a:cubicBezTo>
                      <a:pt x="6116503" y="3740448"/>
                      <a:pt x="6123505" y="3848011"/>
                      <a:pt x="6104889" y="3952792"/>
                    </a:cubicBezTo>
                    <a:cubicBezTo>
                      <a:pt x="6049099" y="4266431"/>
                      <a:pt x="5767561" y="4539034"/>
                      <a:pt x="5290756" y="4741174"/>
                    </a:cubicBezTo>
                    <a:cubicBezTo>
                      <a:pt x="4715334" y="4985109"/>
                      <a:pt x="3873445" y="5124405"/>
                      <a:pt x="2788431" y="5155153"/>
                    </a:cubicBezTo>
                    <a:lnTo>
                      <a:pt x="2788431" y="5155153"/>
                    </a:lnTo>
                    <a:cubicBezTo>
                      <a:pt x="2718215" y="5157092"/>
                      <a:pt x="2649236" y="5158048"/>
                      <a:pt x="2581495" y="5158048"/>
                    </a:cubicBezTo>
                    <a:close/>
                    <a:moveTo>
                      <a:pt x="435846" y="2269756"/>
                    </a:moveTo>
                    <a:cubicBezTo>
                      <a:pt x="420070" y="2269756"/>
                      <a:pt x="401680" y="2282236"/>
                      <a:pt x="387676" y="2294209"/>
                    </a:cubicBezTo>
                    <a:cubicBezTo>
                      <a:pt x="296201" y="2372344"/>
                      <a:pt x="154982" y="2628140"/>
                      <a:pt x="73490" y="2948243"/>
                    </a:cubicBezTo>
                    <a:cubicBezTo>
                      <a:pt x="3639" y="3222561"/>
                      <a:pt x="-47117" y="3633925"/>
                      <a:pt x="107656" y="4035930"/>
                    </a:cubicBezTo>
                    <a:cubicBezTo>
                      <a:pt x="241761" y="4384252"/>
                      <a:pt x="505387" y="4655900"/>
                      <a:pt x="891223" y="4843341"/>
                    </a:cubicBezTo>
                    <a:cubicBezTo>
                      <a:pt x="1353264" y="5067798"/>
                      <a:pt x="1991479" y="5170499"/>
                      <a:pt x="2788178" y="5148576"/>
                    </a:cubicBezTo>
                    <a:lnTo>
                      <a:pt x="2788178" y="5148576"/>
                    </a:lnTo>
                    <a:cubicBezTo>
                      <a:pt x="3872349" y="5117856"/>
                      <a:pt x="4713450" y="4978729"/>
                      <a:pt x="5288113" y="4735104"/>
                    </a:cubicBezTo>
                    <a:cubicBezTo>
                      <a:pt x="5762752" y="4533890"/>
                      <a:pt x="6042912" y="4262974"/>
                      <a:pt x="6098309" y="3951639"/>
                    </a:cubicBezTo>
                    <a:cubicBezTo>
                      <a:pt x="6134556" y="3747953"/>
                      <a:pt x="6073367" y="3536706"/>
                      <a:pt x="5921377" y="3340692"/>
                    </a:cubicBezTo>
                    <a:cubicBezTo>
                      <a:pt x="5779034" y="3157129"/>
                      <a:pt x="5566839" y="3002488"/>
                      <a:pt x="5323825" y="2905297"/>
                    </a:cubicBezTo>
                    <a:cubicBezTo>
                      <a:pt x="5178529" y="2902205"/>
                      <a:pt x="5063517" y="2869405"/>
                      <a:pt x="4972324" y="2805098"/>
                    </a:cubicBezTo>
                    <a:cubicBezTo>
                      <a:pt x="4890044" y="2747058"/>
                      <a:pt x="4828573" y="2664032"/>
                      <a:pt x="4784453" y="2551269"/>
                    </a:cubicBezTo>
                    <a:cubicBezTo>
                      <a:pt x="4702117" y="2340893"/>
                      <a:pt x="4692416" y="2056008"/>
                      <a:pt x="4682152" y="1754370"/>
                    </a:cubicBezTo>
                    <a:cubicBezTo>
                      <a:pt x="4664465" y="1234656"/>
                      <a:pt x="4644443" y="645604"/>
                      <a:pt x="4235211" y="303915"/>
                    </a:cubicBezTo>
                    <a:cubicBezTo>
                      <a:pt x="3896139" y="20800"/>
                      <a:pt x="3337504" y="-59360"/>
                      <a:pt x="2527364" y="58856"/>
                    </a:cubicBezTo>
                    <a:cubicBezTo>
                      <a:pt x="2271358" y="96209"/>
                      <a:pt x="2063804" y="263526"/>
                      <a:pt x="1892833" y="570335"/>
                    </a:cubicBezTo>
                    <a:cubicBezTo>
                      <a:pt x="1741997" y="841055"/>
                      <a:pt x="1639049" y="1180186"/>
                      <a:pt x="1539504" y="1508159"/>
                    </a:cubicBezTo>
                    <a:cubicBezTo>
                      <a:pt x="1462483" y="1761875"/>
                      <a:pt x="1389736" y="2001509"/>
                      <a:pt x="1299780" y="2193419"/>
                    </a:cubicBezTo>
                    <a:cubicBezTo>
                      <a:pt x="1251498" y="2296401"/>
                      <a:pt x="1202400" y="2376785"/>
                      <a:pt x="1149703" y="2439153"/>
                    </a:cubicBezTo>
                    <a:cubicBezTo>
                      <a:pt x="1090763" y="2508913"/>
                      <a:pt x="1028505" y="2554979"/>
                      <a:pt x="959330" y="2579994"/>
                    </a:cubicBezTo>
                    <a:cubicBezTo>
                      <a:pt x="919737" y="2594328"/>
                      <a:pt x="878175" y="2601524"/>
                      <a:pt x="834533" y="2601524"/>
                    </a:cubicBezTo>
                    <a:cubicBezTo>
                      <a:pt x="724246" y="2601524"/>
                      <a:pt x="600405" y="2555654"/>
                      <a:pt x="459495" y="2463072"/>
                    </a:cubicBezTo>
                    <a:lnTo>
                      <a:pt x="457667" y="2461863"/>
                    </a:lnTo>
                    <a:lnTo>
                      <a:pt x="458061" y="2459699"/>
                    </a:lnTo>
                    <a:cubicBezTo>
                      <a:pt x="484550" y="2317453"/>
                      <a:pt x="463291" y="2281673"/>
                      <a:pt x="448247" y="2272988"/>
                    </a:cubicBezTo>
                    <a:cubicBezTo>
                      <a:pt x="444422" y="2270768"/>
                      <a:pt x="440232" y="2269812"/>
                      <a:pt x="435846" y="2269812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302D0F6E-97AF-C19D-03DA-E2C49EE842E6}"/>
                  </a:ext>
                </a:extLst>
              </p:cNvPr>
              <p:cNvSpPr/>
              <p:nvPr/>
            </p:nvSpPr>
            <p:spPr>
              <a:xfrm>
                <a:off x="-1030340" y="872153"/>
                <a:ext cx="6272105" cy="5165562"/>
              </a:xfrm>
              <a:custGeom>
                <a:avLst/>
                <a:gdLst>
                  <a:gd name="connsiteX0" fmla="*/ 2623979 w 6272105"/>
                  <a:gd name="connsiteY0" fmla="*/ 5165563 h 5165562"/>
                  <a:gd name="connsiteX1" fmla="*/ 1670678 w 6272105"/>
                  <a:gd name="connsiteY1" fmla="*/ 5097517 h 5165562"/>
                  <a:gd name="connsiteX2" fmla="*/ 854042 w 6272105"/>
                  <a:gd name="connsiteY2" fmla="*/ 4861396 h 5165562"/>
                  <a:gd name="connsiteX3" fmla="*/ 73287 w 6272105"/>
                  <a:gd name="connsiteY3" fmla="*/ 4056514 h 5165562"/>
                  <a:gd name="connsiteX4" fmla="*/ 4843 w 6272105"/>
                  <a:gd name="connsiteY4" fmla="*/ 3467883 h 5165562"/>
                  <a:gd name="connsiteX5" fmla="*/ 126575 w 6272105"/>
                  <a:gd name="connsiteY5" fmla="*/ 2910900 h 5165562"/>
                  <a:gd name="connsiteX6" fmla="*/ 335788 w 6272105"/>
                  <a:gd name="connsiteY6" fmla="*/ 2469799 h 5165562"/>
                  <a:gd name="connsiteX7" fmla="*/ 530464 w 6272105"/>
                  <a:gd name="connsiteY7" fmla="*/ 2228563 h 5165562"/>
                  <a:gd name="connsiteX8" fmla="*/ 596434 w 6272105"/>
                  <a:gd name="connsiteY8" fmla="*/ 2211699 h 5165562"/>
                  <a:gd name="connsiteX9" fmla="*/ 575203 w 6272105"/>
                  <a:gd name="connsiteY9" fmla="*/ 2426712 h 5165562"/>
                  <a:gd name="connsiteX10" fmla="*/ 952322 w 6272105"/>
                  <a:gd name="connsiteY10" fmla="*/ 2552207 h 5165562"/>
                  <a:gd name="connsiteX11" fmla="*/ 1267689 w 6272105"/>
                  <a:gd name="connsiteY11" fmla="*/ 2213020 h 5165562"/>
                  <a:gd name="connsiteX12" fmla="*/ 1523244 w 6272105"/>
                  <a:gd name="connsiteY12" fmla="*/ 1560728 h 5165562"/>
                  <a:gd name="connsiteX13" fmla="*/ 1926909 w 6272105"/>
                  <a:gd name="connsiteY13" fmla="*/ 600363 h 5165562"/>
                  <a:gd name="connsiteX14" fmla="*/ 2598642 w 6272105"/>
                  <a:gd name="connsiteY14" fmla="*/ 64347 h 5165562"/>
                  <a:gd name="connsiteX15" fmla="*/ 3272288 w 6272105"/>
                  <a:gd name="connsiteY15" fmla="*/ 1107 h 5165562"/>
                  <a:gd name="connsiteX16" fmla="*/ 3799455 w 6272105"/>
                  <a:gd name="connsiteY16" fmla="*/ 31125 h 5165562"/>
                  <a:gd name="connsiteX17" fmla="*/ 4198058 w 6272105"/>
                  <a:gd name="connsiteY17" fmla="*/ 141470 h 5165562"/>
                  <a:gd name="connsiteX18" fmla="*/ 4485924 w 6272105"/>
                  <a:gd name="connsiteY18" fmla="*/ 319243 h 5165562"/>
                  <a:gd name="connsiteX19" fmla="*/ 4843049 w 6272105"/>
                  <a:gd name="connsiteY19" fmla="*/ 1002311 h 5165562"/>
                  <a:gd name="connsiteX20" fmla="*/ 4885905 w 6272105"/>
                  <a:gd name="connsiteY20" fmla="*/ 1821021 h 5165562"/>
                  <a:gd name="connsiteX21" fmla="*/ 4943494 w 6272105"/>
                  <a:gd name="connsiteY21" fmla="*/ 2596587 h 5165562"/>
                  <a:gd name="connsiteX22" fmla="*/ 5401599 w 6272105"/>
                  <a:gd name="connsiteY22" fmla="*/ 2970401 h 5165562"/>
                  <a:gd name="connsiteX23" fmla="*/ 5402190 w 6272105"/>
                  <a:gd name="connsiteY23" fmla="*/ 2970458 h 5165562"/>
                  <a:gd name="connsiteX24" fmla="*/ 5402696 w 6272105"/>
                  <a:gd name="connsiteY24" fmla="*/ 2970710 h 5165562"/>
                  <a:gd name="connsiteX25" fmla="*/ 6056263 w 6272105"/>
                  <a:gd name="connsiteY25" fmla="*/ 3479969 h 5165562"/>
                  <a:gd name="connsiteX26" fmla="*/ 6258560 w 6272105"/>
                  <a:gd name="connsiteY26" fmla="*/ 4120822 h 5165562"/>
                  <a:gd name="connsiteX27" fmla="*/ 6017036 w 6272105"/>
                  <a:gd name="connsiteY27" fmla="*/ 4489408 h 5165562"/>
                  <a:gd name="connsiteX28" fmla="*/ 5417346 w 6272105"/>
                  <a:gd name="connsiteY28" fmla="*/ 4808500 h 5165562"/>
                  <a:gd name="connsiteX29" fmla="*/ 2844384 w 6272105"/>
                  <a:gd name="connsiteY29" fmla="*/ 5162639 h 5165562"/>
                  <a:gd name="connsiteX30" fmla="*/ 2844384 w 6272105"/>
                  <a:gd name="connsiteY30" fmla="*/ 5162639 h 5165562"/>
                  <a:gd name="connsiteX31" fmla="*/ 2623979 w 6272105"/>
                  <a:gd name="connsiteY31" fmla="*/ 5165534 h 5165562"/>
                  <a:gd name="connsiteX32" fmla="*/ 579955 w 6272105"/>
                  <a:gd name="connsiteY32" fmla="*/ 2212739 h 5165562"/>
                  <a:gd name="connsiteX33" fmla="*/ 534063 w 6272105"/>
                  <a:gd name="connsiteY33" fmla="*/ 2233453 h 5165562"/>
                  <a:gd name="connsiteX34" fmla="*/ 340962 w 6272105"/>
                  <a:gd name="connsiteY34" fmla="*/ 2472975 h 5165562"/>
                  <a:gd name="connsiteX35" fmla="*/ 132283 w 6272105"/>
                  <a:gd name="connsiteY35" fmla="*/ 2912924 h 5165562"/>
                  <a:gd name="connsiteX36" fmla="*/ 79023 w 6272105"/>
                  <a:gd name="connsiteY36" fmla="*/ 4054519 h 5165562"/>
                  <a:gd name="connsiteX37" fmla="*/ 856601 w 6272105"/>
                  <a:gd name="connsiteY37" fmla="*/ 4855859 h 5165562"/>
                  <a:gd name="connsiteX38" fmla="*/ 2844215 w 6272105"/>
                  <a:gd name="connsiteY38" fmla="*/ 5156568 h 5165562"/>
                  <a:gd name="connsiteX39" fmla="*/ 2844215 w 6272105"/>
                  <a:gd name="connsiteY39" fmla="*/ 5156568 h 5165562"/>
                  <a:gd name="connsiteX40" fmla="*/ 5415294 w 6272105"/>
                  <a:gd name="connsiteY40" fmla="*/ 4802766 h 5165562"/>
                  <a:gd name="connsiteX41" fmla="*/ 6013043 w 6272105"/>
                  <a:gd name="connsiteY41" fmla="*/ 4484799 h 5165562"/>
                  <a:gd name="connsiteX42" fmla="*/ 6252570 w 6272105"/>
                  <a:gd name="connsiteY42" fmla="*/ 4119501 h 5165562"/>
                  <a:gd name="connsiteX43" fmla="*/ 6051483 w 6272105"/>
                  <a:gd name="connsiteY43" fmla="*/ 3483848 h 5165562"/>
                  <a:gd name="connsiteX44" fmla="*/ 5400390 w 6272105"/>
                  <a:gd name="connsiteY44" fmla="*/ 2976444 h 5165562"/>
                  <a:gd name="connsiteX45" fmla="*/ 5093403 w 6272105"/>
                  <a:gd name="connsiteY45" fmla="*/ 2856121 h 5165562"/>
                  <a:gd name="connsiteX46" fmla="*/ 4937617 w 6272105"/>
                  <a:gd name="connsiteY46" fmla="*/ 2598386 h 5165562"/>
                  <a:gd name="connsiteX47" fmla="*/ 4879746 w 6272105"/>
                  <a:gd name="connsiteY47" fmla="*/ 1820936 h 5165562"/>
                  <a:gd name="connsiteX48" fmla="*/ 4481846 w 6272105"/>
                  <a:gd name="connsiteY48" fmla="*/ 323852 h 5165562"/>
                  <a:gd name="connsiteX49" fmla="*/ 3366068 w 6272105"/>
                  <a:gd name="connsiteY49" fmla="*/ 5717 h 5165562"/>
                  <a:gd name="connsiteX50" fmla="*/ 2599514 w 6272105"/>
                  <a:gd name="connsiteY50" fmla="*/ 70361 h 5165562"/>
                  <a:gd name="connsiteX51" fmla="*/ 1932111 w 6272105"/>
                  <a:gd name="connsiteY51" fmla="*/ 603454 h 5165562"/>
                  <a:gd name="connsiteX52" fmla="*/ 1528981 w 6272105"/>
                  <a:gd name="connsiteY52" fmla="*/ 1562724 h 5165562"/>
                  <a:gd name="connsiteX53" fmla="*/ 1273088 w 6272105"/>
                  <a:gd name="connsiteY53" fmla="*/ 2215774 h 5165562"/>
                  <a:gd name="connsiteX54" fmla="*/ 953925 w 6272105"/>
                  <a:gd name="connsiteY54" fmla="*/ 2558081 h 5165562"/>
                  <a:gd name="connsiteX55" fmla="*/ 569635 w 6272105"/>
                  <a:gd name="connsiteY55" fmla="*/ 2430113 h 5165562"/>
                  <a:gd name="connsiteX56" fmla="*/ 568004 w 6272105"/>
                  <a:gd name="connsiteY56" fmla="*/ 2428764 h 5165562"/>
                  <a:gd name="connsiteX57" fmla="*/ 568679 w 6272105"/>
                  <a:gd name="connsiteY57" fmla="*/ 2426769 h 5165562"/>
                  <a:gd name="connsiteX58" fmla="*/ 592778 w 6272105"/>
                  <a:gd name="connsiteY58" fmla="*/ 2216646 h 5165562"/>
                  <a:gd name="connsiteX59" fmla="*/ 579927 w 6272105"/>
                  <a:gd name="connsiteY59" fmla="*/ 2212767 h 5165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272105" h="5165562">
                    <a:moveTo>
                      <a:pt x="2623979" y="5165563"/>
                    </a:moveTo>
                    <a:cubicBezTo>
                      <a:pt x="2272646" y="5165563"/>
                      <a:pt x="1952864" y="5142768"/>
                      <a:pt x="1670678" y="5097517"/>
                    </a:cubicBezTo>
                    <a:cubicBezTo>
                      <a:pt x="1356267" y="5047094"/>
                      <a:pt x="1081506" y="4967638"/>
                      <a:pt x="854042" y="4861396"/>
                    </a:cubicBezTo>
                    <a:cubicBezTo>
                      <a:pt x="455411" y="4675191"/>
                      <a:pt x="192713" y="4404387"/>
                      <a:pt x="73287" y="4056514"/>
                    </a:cubicBezTo>
                    <a:cubicBezTo>
                      <a:pt x="12041" y="3878123"/>
                      <a:pt x="-10989" y="3680058"/>
                      <a:pt x="4843" y="3467883"/>
                    </a:cubicBezTo>
                    <a:cubicBezTo>
                      <a:pt x="18312" y="3287469"/>
                      <a:pt x="59255" y="3100084"/>
                      <a:pt x="126575" y="2910900"/>
                    </a:cubicBezTo>
                    <a:cubicBezTo>
                      <a:pt x="197269" y="2712217"/>
                      <a:pt x="279379" y="2561370"/>
                      <a:pt x="335788" y="2469799"/>
                    </a:cubicBezTo>
                    <a:cubicBezTo>
                      <a:pt x="405948" y="2355969"/>
                      <a:pt x="476895" y="2268024"/>
                      <a:pt x="530464" y="2228563"/>
                    </a:cubicBezTo>
                    <a:cubicBezTo>
                      <a:pt x="559877" y="2206893"/>
                      <a:pt x="582064" y="2201215"/>
                      <a:pt x="596434" y="2211699"/>
                    </a:cubicBezTo>
                    <a:cubicBezTo>
                      <a:pt x="623288" y="2231289"/>
                      <a:pt x="615921" y="2305602"/>
                      <a:pt x="575203" y="2426712"/>
                    </a:cubicBezTo>
                    <a:cubicBezTo>
                      <a:pt x="718137" y="2542539"/>
                      <a:pt x="841500" y="2583602"/>
                      <a:pt x="952322" y="2552207"/>
                    </a:cubicBezTo>
                    <a:cubicBezTo>
                      <a:pt x="1066518" y="2519857"/>
                      <a:pt x="1166738" y="2412069"/>
                      <a:pt x="1267689" y="2213020"/>
                    </a:cubicBezTo>
                    <a:cubicBezTo>
                      <a:pt x="1358151" y="2034685"/>
                      <a:pt x="1438350" y="1804466"/>
                      <a:pt x="1523244" y="1560728"/>
                    </a:cubicBezTo>
                    <a:cubicBezTo>
                      <a:pt x="1639606" y="1226656"/>
                      <a:pt x="1759960" y="881229"/>
                      <a:pt x="1926909" y="600363"/>
                    </a:cubicBezTo>
                    <a:cubicBezTo>
                      <a:pt x="2117760" y="279304"/>
                      <a:pt x="2337491" y="103949"/>
                      <a:pt x="2598642" y="64347"/>
                    </a:cubicBezTo>
                    <a:cubicBezTo>
                      <a:pt x="2842978" y="27303"/>
                      <a:pt x="3069626" y="6026"/>
                      <a:pt x="3272288" y="1107"/>
                    </a:cubicBezTo>
                    <a:cubicBezTo>
                      <a:pt x="3465698" y="-3558"/>
                      <a:pt x="3643051" y="6532"/>
                      <a:pt x="3799455" y="31125"/>
                    </a:cubicBezTo>
                    <a:cubicBezTo>
                      <a:pt x="3947873" y="54481"/>
                      <a:pt x="4081978" y="91610"/>
                      <a:pt x="4198058" y="141470"/>
                    </a:cubicBezTo>
                    <a:cubicBezTo>
                      <a:pt x="4307389" y="188436"/>
                      <a:pt x="4404235" y="248275"/>
                      <a:pt x="4485924" y="319243"/>
                    </a:cubicBezTo>
                    <a:cubicBezTo>
                      <a:pt x="4670336" y="479505"/>
                      <a:pt x="4787147" y="702951"/>
                      <a:pt x="4843049" y="1002311"/>
                    </a:cubicBezTo>
                    <a:cubicBezTo>
                      <a:pt x="4892119" y="1265218"/>
                      <a:pt x="4888970" y="1547771"/>
                      <a:pt x="4885905" y="1821021"/>
                    </a:cubicBezTo>
                    <a:cubicBezTo>
                      <a:pt x="4882643" y="2112961"/>
                      <a:pt x="4879549" y="2388741"/>
                      <a:pt x="4943494" y="2596587"/>
                    </a:cubicBezTo>
                    <a:cubicBezTo>
                      <a:pt x="5014666" y="2827902"/>
                      <a:pt x="5160216" y="2946679"/>
                      <a:pt x="5401599" y="2970401"/>
                    </a:cubicBezTo>
                    <a:lnTo>
                      <a:pt x="5402190" y="2970458"/>
                    </a:lnTo>
                    <a:lnTo>
                      <a:pt x="5402696" y="2970710"/>
                    </a:lnTo>
                    <a:cubicBezTo>
                      <a:pt x="5667756" y="3106576"/>
                      <a:pt x="5899860" y="3287441"/>
                      <a:pt x="6056263" y="3479969"/>
                    </a:cubicBezTo>
                    <a:cubicBezTo>
                      <a:pt x="6234179" y="3698974"/>
                      <a:pt x="6304143" y="3920592"/>
                      <a:pt x="6258560" y="4120822"/>
                    </a:cubicBezTo>
                    <a:cubicBezTo>
                      <a:pt x="6228190" y="4254215"/>
                      <a:pt x="6146951" y="4378220"/>
                      <a:pt x="6017036" y="4489408"/>
                    </a:cubicBezTo>
                    <a:cubicBezTo>
                      <a:pt x="5875001" y="4610996"/>
                      <a:pt x="5673211" y="4718363"/>
                      <a:pt x="5417346" y="4808500"/>
                    </a:cubicBezTo>
                    <a:cubicBezTo>
                      <a:pt x="4834838" y="5013732"/>
                      <a:pt x="3969160" y="5132875"/>
                      <a:pt x="2844384" y="5162639"/>
                    </a:cubicBezTo>
                    <a:lnTo>
                      <a:pt x="2844384" y="5162639"/>
                    </a:lnTo>
                    <a:cubicBezTo>
                      <a:pt x="2769641" y="5164579"/>
                      <a:pt x="2696106" y="5165534"/>
                      <a:pt x="2623979" y="5165534"/>
                    </a:cubicBezTo>
                    <a:close/>
                    <a:moveTo>
                      <a:pt x="579955" y="2212739"/>
                    </a:moveTo>
                    <a:cubicBezTo>
                      <a:pt x="568257" y="2212739"/>
                      <a:pt x="552707" y="2219709"/>
                      <a:pt x="534063" y="2233453"/>
                    </a:cubicBezTo>
                    <a:cubicBezTo>
                      <a:pt x="481113" y="2272465"/>
                      <a:pt x="410728" y="2359791"/>
                      <a:pt x="340962" y="2472975"/>
                    </a:cubicBezTo>
                    <a:cubicBezTo>
                      <a:pt x="284694" y="2564293"/>
                      <a:pt x="202808" y="2714718"/>
                      <a:pt x="132283" y="2912924"/>
                    </a:cubicBezTo>
                    <a:cubicBezTo>
                      <a:pt x="28913" y="3203431"/>
                      <a:pt x="-64220" y="3637280"/>
                      <a:pt x="79023" y="4054519"/>
                    </a:cubicBezTo>
                    <a:cubicBezTo>
                      <a:pt x="197915" y="4400789"/>
                      <a:pt x="459517" y="4670385"/>
                      <a:pt x="856601" y="4855859"/>
                    </a:cubicBezTo>
                    <a:cubicBezTo>
                      <a:pt x="1330425" y="5077196"/>
                      <a:pt x="1999149" y="5178379"/>
                      <a:pt x="2844215" y="5156568"/>
                    </a:cubicBezTo>
                    <a:lnTo>
                      <a:pt x="2844215" y="5156568"/>
                    </a:lnTo>
                    <a:cubicBezTo>
                      <a:pt x="3968345" y="5126832"/>
                      <a:pt x="4833376" y="5007774"/>
                      <a:pt x="5415294" y="4802766"/>
                    </a:cubicBezTo>
                    <a:cubicBezTo>
                      <a:pt x="5670455" y="4712854"/>
                      <a:pt x="5871571" y="4605881"/>
                      <a:pt x="6013043" y="4484799"/>
                    </a:cubicBezTo>
                    <a:cubicBezTo>
                      <a:pt x="6141918" y="4374481"/>
                      <a:pt x="6222510" y="4251572"/>
                      <a:pt x="6252570" y="4119501"/>
                    </a:cubicBezTo>
                    <a:cubicBezTo>
                      <a:pt x="6297731" y="3921154"/>
                      <a:pt x="6228190" y="3701335"/>
                      <a:pt x="6051483" y="3483848"/>
                    </a:cubicBezTo>
                    <a:cubicBezTo>
                      <a:pt x="5895698" y="3292078"/>
                      <a:pt x="5664466" y="3111889"/>
                      <a:pt x="5400390" y="2976444"/>
                    </a:cubicBezTo>
                    <a:cubicBezTo>
                      <a:pt x="5271909" y="2963712"/>
                      <a:pt x="5171464" y="2924363"/>
                      <a:pt x="5093403" y="2856121"/>
                    </a:cubicBezTo>
                    <a:cubicBezTo>
                      <a:pt x="5022990" y="2794568"/>
                      <a:pt x="4972036" y="2710249"/>
                      <a:pt x="4937617" y="2598386"/>
                    </a:cubicBezTo>
                    <a:cubicBezTo>
                      <a:pt x="4873391" y="2389612"/>
                      <a:pt x="4876484" y="2113383"/>
                      <a:pt x="4879746" y="1820936"/>
                    </a:cubicBezTo>
                    <a:cubicBezTo>
                      <a:pt x="4885736" y="1286495"/>
                      <a:pt x="4892513" y="680719"/>
                      <a:pt x="4481846" y="323852"/>
                    </a:cubicBezTo>
                    <a:cubicBezTo>
                      <a:pt x="4237230" y="111256"/>
                      <a:pt x="3869025" y="5717"/>
                      <a:pt x="3366068" y="5717"/>
                    </a:cubicBezTo>
                    <a:cubicBezTo>
                      <a:pt x="3138492" y="5717"/>
                      <a:pt x="2883415" y="27303"/>
                      <a:pt x="2599514" y="70361"/>
                    </a:cubicBezTo>
                    <a:cubicBezTo>
                      <a:pt x="2340275" y="109682"/>
                      <a:pt x="2121978" y="284054"/>
                      <a:pt x="1932111" y="603454"/>
                    </a:cubicBezTo>
                    <a:cubicBezTo>
                      <a:pt x="1765471" y="883787"/>
                      <a:pt x="1645230" y="1228933"/>
                      <a:pt x="1528981" y="1562724"/>
                    </a:cubicBezTo>
                    <a:cubicBezTo>
                      <a:pt x="1444002" y="1806659"/>
                      <a:pt x="1363747" y="2037074"/>
                      <a:pt x="1273088" y="2215774"/>
                    </a:cubicBezTo>
                    <a:cubicBezTo>
                      <a:pt x="1171293" y="2416454"/>
                      <a:pt x="1069892" y="2525225"/>
                      <a:pt x="953925" y="2558081"/>
                    </a:cubicBezTo>
                    <a:cubicBezTo>
                      <a:pt x="840657" y="2590179"/>
                      <a:pt x="714932" y="2548328"/>
                      <a:pt x="569635" y="2430113"/>
                    </a:cubicBezTo>
                    <a:lnTo>
                      <a:pt x="568004" y="2428764"/>
                    </a:lnTo>
                    <a:lnTo>
                      <a:pt x="568679" y="2426769"/>
                    </a:lnTo>
                    <a:cubicBezTo>
                      <a:pt x="622417" y="2267827"/>
                      <a:pt x="606838" y="2226904"/>
                      <a:pt x="592778" y="2216646"/>
                    </a:cubicBezTo>
                    <a:cubicBezTo>
                      <a:pt x="589235" y="2214060"/>
                      <a:pt x="584932" y="2212767"/>
                      <a:pt x="579927" y="2212767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FDD83DBB-72EE-3C79-EA9A-94CBBC5399A6}"/>
                  </a:ext>
                </a:extLst>
              </p:cNvPr>
              <p:cNvSpPr/>
              <p:nvPr/>
            </p:nvSpPr>
            <p:spPr>
              <a:xfrm>
                <a:off x="-1114357" y="900164"/>
                <a:ext cx="6450904" cy="5174511"/>
              </a:xfrm>
              <a:custGeom>
                <a:avLst/>
                <a:gdLst>
                  <a:gd name="connsiteX0" fmla="*/ 2681393 w 6450904"/>
                  <a:gd name="connsiteY0" fmla="*/ 5174484 h 5174511"/>
                  <a:gd name="connsiteX1" fmla="*/ 1684310 w 6450904"/>
                  <a:gd name="connsiteY1" fmla="*/ 5107787 h 5174511"/>
                  <a:gd name="connsiteX2" fmla="*/ 836601 w 6450904"/>
                  <a:gd name="connsiteY2" fmla="*/ 4875207 h 5174511"/>
                  <a:gd name="connsiteX3" fmla="*/ 55003 w 6450904"/>
                  <a:gd name="connsiteY3" fmla="*/ 4077325 h 5174511"/>
                  <a:gd name="connsiteX4" fmla="*/ 17856 w 6450904"/>
                  <a:gd name="connsiteY4" fmla="*/ 3464045 h 5174511"/>
                  <a:gd name="connsiteX5" fmla="*/ 194619 w 6450904"/>
                  <a:gd name="connsiteY5" fmla="*/ 2880838 h 5174511"/>
                  <a:gd name="connsiteX6" fmla="*/ 460185 w 6450904"/>
                  <a:gd name="connsiteY6" fmla="*/ 2419276 h 5174511"/>
                  <a:gd name="connsiteX7" fmla="*/ 690039 w 6450904"/>
                  <a:gd name="connsiteY7" fmla="*/ 2170732 h 5174511"/>
                  <a:gd name="connsiteX8" fmla="*/ 756712 w 6450904"/>
                  <a:gd name="connsiteY8" fmla="*/ 2156763 h 5174511"/>
                  <a:gd name="connsiteX9" fmla="*/ 700219 w 6450904"/>
                  <a:gd name="connsiteY9" fmla="*/ 2396004 h 5174511"/>
                  <a:gd name="connsiteX10" fmla="*/ 971634 w 6450904"/>
                  <a:gd name="connsiteY10" fmla="*/ 2527963 h 5174511"/>
                  <a:gd name="connsiteX11" fmla="*/ 1517980 w 6450904"/>
                  <a:gd name="connsiteY11" fmla="*/ 1627689 h 5174511"/>
                  <a:gd name="connsiteX12" fmla="*/ 1975241 w 6450904"/>
                  <a:gd name="connsiteY12" fmla="*/ 640679 h 5174511"/>
                  <a:gd name="connsiteX13" fmla="*/ 2685837 w 6450904"/>
                  <a:gd name="connsiteY13" fmla="*/ 77737 h 5174511"/>
                  <a:gd name="connsiteX14" fmla="*/ 3434450 w 6450904"/>
                  <a:gd name="connsiteY14" fmla="*/ 2187 h 5174511"/>
                  <a:gd name="connsiteX15" fmla="*/ 4013190 w 6450904"/>
                  <a:gd name="connsiteY15" fmla="*/ 30153 h 5174511"/>
                  <a:gd name="connsiteX16" fmla="*/ 4443400 w 6450904"/>
                  <a:gd name="connsiteY16" fmla="*/ 146879 h 5174511"/>
                  <a:gd name="connsiteX17" fmla="*/ 4746254 w 6450904"/>
                  <a:gd name="connsiteY17" fmla="*/ 337664 h 5174511"/>
                  <a:gd name="connsiteX18" fmla="*/ 5085157 w 6450904"/>
                  <a:gd name="connsiteY18" fmla="*/ 1044511 h 5174511"/>
                  <a:gd name="connsiteX19" fmla="*/ 5090950 w 6450904"/>
                  <a:gd name="connsiteY19" fmla="*/ 1886773 h 5174511"/>
                  <a:gd name="connsiteX20" fmla="*/ 5106191 w 6450904"/>
                  <a:gd name="connsiteY20" fmla="*/ 2646544 h 5174511"/>
                  <a:gd name="connsiteX21" fmla="*/ 5493630 w 6450904"/>
                  <a:gd name="connsiteY21" fmla="*/ 3043546 h 5174511"/>
                  <a:gd name="connsiteX22" fmla="*/ 5494165 w 6450904"/>
                  <a:gd name="connsiteY22" fmla="*/ 3043630 h 5174511"/>
                  <a:gd name="connsiteX23" fmla="*/ 5494614 w 6450904"/>
                  <a:gd name="connsiteY23" fmla="*/ 3043911 h 5174511"/>
                  <a:gd name="connsiteX24" fmla="*/ 6200795 w 6450904"/>
                  <a:gd name="connsiteY24" fmla="*/ 3618854 h 5174511"/>
                  <a:gd name="connsiteX25" fmla="*/ 6434895 w 6450904"/>
                  <a:gd name="connsiteY25" fmla="*/ 4267858 h 5174511"/>
                  <a:gd name="connsiteX26" fmla="*/ 5567052 w 6450904"/>
                  <a:gd name="connsiteY26" fmla="*/ 4866916 h 5174511"/>
                  <a:gd name="connsiteX27" fmla="*/ 2915437 w 6450904"/>
                  <a:gd name="connsiteY27" fmla="*/ 5171617 h 5174511"/>
                  <a:gd name="connsiteX28" fmla="*/ 2915437 w 6450904"/>
                  <a:gd name="connsiteY28" fmla="*/ 5171617 h 5174511"/>
                  <a:gd name="connsiteX29" fmla="*/ 2681450 w 6450904"/>
                  <a:gd name="connsiteY29" fmla="*/ 5174512 h 5174511"/>
                  <a:gd name="connsiteX30" fmla="*/ 739446 w 6450904"/>
                  <a:gd name="connsiteY30" fmla="*/ 2156510 h 5174511"/>
                  <a:gd name="connsiteX31" fmla="*/ 693076 w 6450904"/>
                  <a:gd name="connsiteY31" fmla="*/ 2175454 h 5174511"/>
                  <a:gd name="connsiteX32" fmla="*/ 199737 w 6450904"/>
                  <a:gd name="connsiteY32" fmla="*/ 2883143 h 5174511"/>
                  <a:gd name="connsiteX33" fmla="*/ 60346 w 6450904"/>
                  <a:gd name="connsiteY33" fmla="*/ 4075638 h 5174511"/>
                  <a:gd name="connsiteX34" fmla="*/ 838879 w 6450904"/>
                  <a:gd name="connsiteY34" fmla="*/ 4870064 h 5174511"/>
                  <a:gd name="connsiteX35" fmla="*/ 2915212 w 6450904"/>
                  <a:gd name="connsiteY35" fmla="*/ 5165968 h 5174511"/>
                  <a:gd name="connsiteX36" fmla="*/ 2915212 w 6450904"/>
                  <a:gd name="connsiteY36" fmla="*/ 5165968 h 5174511"/>
                  <a:gd name="connsiteX37" fmla="*/ 5565393 w 6450904"/>
                  <a:gd name="connsiteY37" fmla="*/ 4861492 h 5174511"/>
                  <a:gd name="connsiteX38" fmla="*/ 6429383 w 6450904"/>
                  <a:gd name="connsiteY38" fmla="*/ 4266340 h 5174511"/>
                  <a:gd name="connsiteX39" fmla="*/ 6196465 w 6450904"/>
                  <a:gd name="connsiteY39" fmla="*/ 3622536 h 5174511"/>
                  <a:gd name="connsiteX40" fmla="*/ 5491971 w 6450904"/>
                  <a:gd name="connsiteY40" fmla="*/ 3048914 h 5174511"/>
                  <a:gd name="connsiteX41" fmla="*/ 5226321 w 6450904"/>
                  <a:gd name="connsiteY41" fmla="*/ 2909816 h 5174511"/>
                  <a:gd name="connsiteX42" fmla="*/ 5100651 w 6450904"/>
                  <a:gd name="connsiteY42" fmla="*/ 2647753 h 5174511"/>
                  <a:gd name="connsiteX43" fmla="*/ 5085298 w 6450904"/>
                  <a:gd name="connsiteY43" fmla="*/ 1886408 h 5174511"/>
                  <a:gd name="connsiteX44" fmla="*/ 4742430 w 6450904"/>
                  <a:gd name="connsiteY44" fmla="*/ 341796 h 5174511"/>
                  <a:gd name="connsiteX45" fmla="*/ 4012319 w 6450904"/>
                  <a:gd name="connsiteY45" fmla="*/ 35662 h 5174511"/>
                  <a:gd name="connsiteX46" fmla="*/ 2686652 w 6450904"/>
                  <a:gd name="connsiteY46" fmla="*/ 83246 h 5174511"/>
                  <a:gd name="connsiteX47" fmla="*/ 1979937 w 6450904"/>
                  <a:gd name="connsiteY47" fmla="*/ 643658 h 5174511"/>
                  <a:gd name="connsiteX48" fmla="*/ 1523154 w 6450904"/>
                  <a:gd name="connsiteY48" fmla="*/ 1629741 h 5174511"/>
                  <a:gd name="connsiteX49" fmla="*/ 972646 w 6450904"/>
                  <a:gd name="connsiteY49" fmla="*/ 2533472 h 5174511"/>
                  <a:gd name="connsiteX50" fmla="*/ 694763 w 6450904"/>
                  <a:gd name="connsiteY50" fmla="*/ 2398449 h 5174511"/>
                  <a:gd name="connsiteX51" fmla="*/ 693470 w 6450904"/>
                  <a:gd name="connsiteY51" fmla="*/ 2397072 h 5174511"/>
                  <a:gd name="connsiteX52" fmla="*/ 694285 w 6450904"/>
                  <a:gd name="connsiteY52" fmla="*/ 2395357 h 5174511"/>
                  <a:gd name="connsiteX53" fmla="*/ 753000 w 6450904"/>
                  <a:gd name="connsiteY53" fmla="*/ 2161035 h 5174511"/>
                  <a:gd name="connsiteX54" fmla="*/ 739446 w 6450904"/>
                  <a:gd name="connsiteY54" fmla="*/ 2156538 h 5174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450904" h="5174511">
                    <a:moveTo>
                      <a:pt x="2681393" y="5174484"/>
                    </a:moveTo>
                    <a:cubicBezTo>
                      <a:pt x="2312654" y="5174484"/>
                      <a:pt x="1978137" y="5152139"/>
                      <a:pt x="1684310" y="5107787"/>
                    </a:cubicBezTo>
                    <a:cubicBezTo>
                      <a:pt x="1355755" y="5058180"/>
                      <a:pt x="1070561" y="4979932"/>
                      <a:pt x="836601" y="4875207"/>
                    </a:cubicBezTo>
                    <a:cubicBezTo>
                      <a:pt x="425401" y="4691139"/>
                      <a:pt x="162450" y="4422695"/>
                      <a:pt x="55003" y="4077325"/>
                    </a:cubicBezTo>
                    <a:cubicBezTo>
                      <a:pt x="-2475" y="3892526"/>
                      <a:pt x="-14988" y="3686197"/>
                      <a:pt x="17856" y="3464045"/>
                    </a:cubicBezTo>
                    <a:cubicBezTo>
                      <a:pt x="45667" y="3275845"/>
                      <a:pt x="105141" y="3079634"/>
                      <a:pt x="194619" y="2880838"/>
                    </a:cubicBezTo>
                    <a:cubicBezTo>
                      <a:pt x="288034" y="2673301"/>
                      <a:pt x="390588" y="2515287"/>
                      <a:pt x="460185" y="2419276"/>
                    </a:cubicBezTo>
                    <a:cubicBezTo>
                      <a:pt x="546289" y="2300470"/>
                      <a:pt x="630059" y="2209884"/>
                      <a:pt x="690039" y="2170732"/>
                    </a:cubicBezTo>
                    <a:cubicBezTo>
                      <a:pt x="721393" y="2150270"/>
                      <a:pt x="743805" y="2145576"/>
                      <a:pt x="756712" y="2156763"/>
                    </a:cubicBezTo>
                    <a:cubicBezTo>
                      <a:pt x="782442" y="2179079"/>
                      <a:pt x="762899" y="2261796"/>
                      <a:pt x="700219" y="2396004"/>
                    </a:cubicBezTo>
                    <a:cubicBezTo>
                      <a:pt x="798245" y="2500840"/>
                      <a:pt x="887049" y="2544012"/>
                      <a:pt x="971634" y="2527963"/>
                    </a:cubicBezTo>
                    <a:cubicBezTo>
                      <a:pt x="1180117" y="2488361"/>
                      <a:pt x="1336690" y="2089532"/>
                      <a:pt x="1517980" y="1627689"/>
                    </a:cubicBezTo>
                    <a:cubicBezTo>
                      <a:pt x="1645673" y="1302415"/>
                      <a:pt x="1790379" y="933772"/>
                      <a:pt x="1975241" y="640679"/>
                    </a:cubicBezTo>
                    <a:cubicBezTo>
                      <a:pt x="2187801" y="303656"/>
                      <a:pt x="2420242" y="119503"/>
                      <a:pt x="2685837" y="77737"/>
                    </a:cubicBezTo>
                    <a:cubicBezTo>
                      <a:pt x="2958517" y="34847"/>
                      <a:pt x="3210389" y="9439"/>
                      <a:pt x="3434450" y="2187"/>
                    </a:cubicBezTo>
                    <a:cubicBezTo>
                      <a:pt x="3647994" y="-4699"/>
                      <a:pt x="3842726" y="4689"/>
                      <a:pt x="4013190" y="30153"/>
                    </a:cubicBezTo>
                    <a:cubicBezTo>
                      <a:pt x="4174712" y="54268"/>
                      <a:pt x="4319447" y="93533"/>
                      <a:pt x="4443400" y="146879"/>
                    </a:cubicBezTo>
                    <a:cubicBezTo>
                      <a:pt x="4559902" y="197020"/>
                      <a:pt x="4661781" y="261187"/>
                      <a:pt x="4746254" y="337664"/>
                    </a:cubicBezTo>
                    <a:cubicBezTo>
                      <a:pt x="4930384" y="504363"/>
                      <a:pt x="5041234" y="735566"/>
                      <a:pt x="5085157" y="1044511"/>
                    </a:cubicBezTo>
                    <a:cubicBezTo>
                      <a:pt x="5123710" y="1315681"/>
                      <a:pt x="5107063" y="1605991"/>
                      <a:pt x="5090950" y="1886773"/>
                    </a:cubicBezTo>
                    <a:cubicBezTo>
                      <a:pt x="5074641" y="2170956"/>
                      <a:pt x="5059230" y="2439400"/>
                      <a:pt x="5106191" y="2646544"/>
                    </a:cubicBezTo>
                    <a:cubicBezTo>
                      <a:pt x="5158438" y="2877100"/>
                      <a:pt x="5281548" y="3003270"/>
                      <a:pt x="5493630" y="3043546"/>
                    </a:cubicBezTo>
                    <a:lnTo>
                      <a:pt x="5494165" y="3043630"/>
                    </a:lnTo>
                    <a:lnTo>
                      <a:pt x="5494614" y="3043911"/>
                    </a:lnTo>
                    <a:cubicBezTo>
                      <a:pt x="5702450" y="3175196"/>
                      <a:pt x="5993690" y="3381496"/>
                      <a:pt x="6200795" y="3618854"/>
                    </a:cubicBezTo>
                    <a:cubicBezTo>
                      <a:pt x="6409137" y="3857618"/>
                      <a:pt x="6487901" y="4075976"/>
                      <a:pt x="6434895" y="4267858"/>
                    </a:cubicBezTo>
                    <a:cubicBezTo>
                      <a:pt x="6366085" y="4516964"/>
                      <a:pt x="6074114" y="4718515"/>
                      <a:pt x="5567052" y="4866916"/>
                    </a:cubicBezTo>
                    <a:cubicBezTo>
                      <a:pt x="4975376" y="5040079"/>
                      <a:pt x="4083266" y="5142583"/>
                      <a:pt x="2915437" y="5171617"/>
                    </a:cubicBezTo>
                    <a:lnTo>
                      <a:pt x="2915437" y="5171617"/>
                    </a:lnTo>
                    <a:cubicBezTo>
                      <a:pt x="2836026" y="5173556"/>
                      <a:pt x="2757993" y="5174512"/>
                      <a:pt x="2681450" y="5174512"/>
                    </a:cubicBezTo>
                    <a:close/>
                    <a:moveTo>
                      <a:pt x="739446" y="2156510"/>
                    </a:moveTo>
                    <a:cubicBezTo>
                      <a:pt x="728001" y="2156510"/>
                      <a:pt x="712339" y="2162862"/>
                      <a:pt x="693076" y="2175454"/>
                    </a:cubicBezTo>
                    <a:cubicBezTo>
                      <a:pt x="590269" y="2242571"/>
                      <a:pt x="369245" y="2506518"/>
                      <a:pt x="199737" y="2883143"/>
                    </a:cubicBezTo>
                    <a:cubicBezTo>
                      <a:pt x="62061" y="3189024"/>
                      <a:pt x="-73872" y="3644206"/>
                      <a:pt x="60346" y="4075638"/>
                    </a:cubicBezTo>
                    <a:cubicBezTo>
                      <a:pt x="167286" y="4419407"/>
                      <a:pt x="429225" y="4686698"/>
                      <a:pt x="838879" y="4870064"/>
                    </a:cubicBezTo>
                    <a:cubicBezTo>
                      <a:pt x="1325807" y="5088029"/>
                      <a:pt x="2024395" y="5187581"/>
                      <a:pt x="2915212" y="5165968"/>
                    </a:cubicBezTo>
                    <a:lnTo>
                      <a:pt x="2915212" y="5165968"/>
                    </a:lnTo>
                    <a:cubicBezTo>
                      <a:pt x="4082534" y="5136962"/>
                      <a:pt x="4974195" y="5034514"/>
                      <a:pt x="5565393" y="4861492"/>
                    </a:cubicBezTo>
                    <a:cubicBezTo>
                      <a:pt x="6070458" y="4713680"/>
                      <a:pt x="6361136" y="4513451"/>
                      <a:pt x="6429383" y="4266340"/>
                    </a:cubicBezTo>
                    <a:cubicBezTo>
                      <a:pt x="6481856" y="4076397"/>
                      <a:pt x="6403485" y="3859810"/>
                      <a:pt x="6196465" y="3622536"/>
                    </a:cubicBezTo>
                    <a:cubicBezTo>
                      <a:pt x="5989950" y="3385853"/>
                      <a:pt x="5699470" y="3180002"/>
                      <a:pt x="5491971" y="3048914"/>
                    </a:cubicBezTo>
                    <a:cubicBezTo>
                      <a:pt x="5379041" y="3027385"/>
                      <a:pt x="5292121" y="2981880"/>
                      <a:pt x="5226321" y="2909816"/>
                    </a:cubicBezTo>
                    <a:cubicBezTo>
                      <a:pt x="5166987" y="2844862"/>
                      <a:pt x="5125875" y="2759138"/>
                      <a:pt x="5100651" y="2647753"/>
                    </a:cubicBezTo>
                    <a:cubicBezTo>
                      <a:pt x="5053551" y="2439822"/>
                      <a:pt x="5068960" y="2171013"/>
                      <a:pt x="5085298" y="1886408"/>
                    </a:cubicBezTo>
                    <a:cubicBezTo>
                      <a:pt x="5116849" y="1336479"/>
                      <a:pt x="5152617" y="713165"/>
                      <a:pt x="4742430" y="341796"/>
                    </a:cubicBezTo>
                    <a:cubicBezTo>
                      <a:pt x="4566988" y="182967"/>
                      <a:pt x="4328164" y="82824"/>
                      <a:pt x="4012319" y="35662"/>
                    </a:cubicBezTo>
                    <a:cubicBezTo>
                      <a:pt x="3664051" y="-16335"/>
                      <a:pt x="3218010" y="-342"/>
                      <a:pt x="2686652" y="83246"/>
                    </a:cubicBezTo>
                    <a:cubicBezTo>
                      <a:pt x="2422745" y="124759"/>
                      <a:pt x="2191569" y="308068"/>
                      <a:pt x="1979937" y="643658"/>
                    </a:cubicBezTo>
                    <a:cubicBezTo>
                      <a:pt x="1795385" y="936301"/>
                      <a:pt x="1650763" y="1304691"/>
                      <a:pt x="1523154" y="1629741"/>
                    </a:cubicBezTo>
                    <a:cubicBezTo>
                      <a:pt x="1341245" y="2093102"/>
                      <a:pt x="1184166" y="2493308"/>
                      <a:pt x="972646" y="2533472"/>
                    </a:cubicBezTo>
                    <a:cubicBezTo>
                      <a:pt x="885643" y="2549999"/>
                      <a:pt x="794730" y="2505815"/>
                      <a:pt x="694763" y="2398449"/>
                    </a:cubicBezTo>
                    <a:lnTo>
                      <a:pt x="693470" y="2397072"/>
                    </a:lnTo>
                    <a:lnTo>
                      <a:pt x="694285" y="2395357"/>
                    </a:lnTo>
                    <a:cubicBezTo>
                      <a:pt x="780024" y="2212273"/>
                      <a:pt x="763911" y="2170507"/>
                      <a:pt x="753000" y="2161035"/>
                    </a:cubicBezTo>
                    <a:cubicBezTo>
                      <a:pt x="749541" y="2158028"/>
                      <a:pt x="744986" y="2156538"/>
                      <a:pt x="739446" y="2156538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382C0D50-D864-80F3-9FCE-A59FE8C64411}"/>
                  </a:ext>
                </a:extLst>
              </p:cNvPr>
              <p:cNvSpPr/>
              <p:nvPr/>
            </p:nvSpPr>
            <p:spPr>
              <a:xfrm>
                <a:off x="-1209329" y="926615"/>
                <a:ext cx="6645964" cy="5184963"/>
              </a:xfrm>
              <a:custGeom>
                <a:avLst/>
                <a:gdLst>
                  <a:gd name="connsiteX0" fmla="*/ 2750073 w 6645964"/>
                  <a:gd name="connsiteY0" fmla="*/ 5184964 h 5184963"/>
                  <a:gd name="connsiteX1" fmla="*/ 1710388 w 6645964"/>
                  <a:gd name="connsiteY1" fmla="*/ 5119505 h 5184963"/>
                  <a:gd name="connsiteX2" fmla="*/ 830819 w 6645964"/>
                  <a:gd name="connsiteY2" fmla="*/ 4890269 h 5184963"/>
                  <a:gd name="connsiteX3" fmla="*/ 42809 w 6645964"/>
                  <a:gd name="connsiteY3" fmla="*/ 4099048 h 5184963"/>
                  <a:gd name="connsiteX4" fmla="*/ 35441 w 6645964"/>
                  <a:gd name="connsiteY4" fmla="*/ 3463170 h 5184963"/>
                  <a:gd name="connsiteX5" fmla="*/ 267292 w 6645964"/>
                  <a:gd name="connsiteY5" fmla="*/ 2855118 h 5184963"/>
                  <a:gd name="connsiteX6" fmla="*/ 590589 w 6645964"/>
                  <a:gd name="connsiteY6" fmla="*/ 2373150 h 5184963"/>
                  <a:gd name="connsiteX7" fmla="*/ 858208 w 6645964"/>
                  <a:gd name="connsiteY7" fmla="*/ 2115443 h 5184963"/>
                  <a:gd name="connsiteX8" fmla="*/ 928452 w 6645964"/>
                  <a:gd name="connsiteY8" fmla="*/ 2102936 h 5184963"/>
                  <a:gd name="connsiteX9" fmla="*/ 836021 w 6645964"/>
                  <a:gd name="connsiteY9" fmla="*/ 2366911 h 5184963"/>
                  <a:gd name="connsiteX10" fmla="*/ 1013881 w 6645964"/>
                  <a:gd name="connsiteY10" fmla="*/ 2501399 h 5184963"/>
                  <a:gd name="connsiteX11" fmla="*/ 1250455 w 6645964"/>
                  <a:gd name="connsiteY11" fmla="*/ 2264013 h 5184963"/>
                  <a:gd name="connsiteX12" fmla="*/ 1509695 w 6645964"/>
                  <a:gd name="connsiteY12" fmla="*/ 1712511 h 5184963"/>
                  <a:gd name="connsiteX13" fmla="*/ 2025052 w 6645964"/>
                  <a:gd name="connsiteY13" fmla="*/ 691492 h 5184963"/>
                  <a:gd name="connsiteX14" fmla="*/ 2783930 w 6645964"/>
                  <a:gd name="connsiteY14" fmla="*/ 92714 h 5184963"/>
                  <a:gd name="connsiteX15" fmla="*/ 3608411 w 6645964"/>
                  <a:gd name="connsiteY15" fmla="*/ 3758 h 5184963"/>
                  <a:gd name="connsiteX16" fmla="*/ 4238611 w 6645964"/>
                  <a:gd name="connsiteY16" fmla="*/ 28660 h 5184963"/>
                  <a:gd name="connsiteX17" fmla="*/ 4699444 w 6645964"/>
                  <a:gd name="connsiteY17" fmla="*/ 150895 h 5184963"/>
                  <a:gd name="connsiteX18" fmla="*/ 5015711 w 6645964"/>
                  <a:gd name="connsiteY18" fmla="*/ 353907 h 5184963"/>
                  <a:gd name="connsiteX19" fmla="*/ 5300174 w 6645964"/>
                  <a:gd name="connsiteY19" fmla="*/ 1951583 h 5184963"/>
                  <a:gd name="connsiteX20" fmla="*/ 5274922 w 6645964"/>
                  <a:gd name="connsiteY20" fmla="*/ 2698734 h 5184963"/>
                  <a:gd name="connsiteX21" fmla="*/ 5596476 w 6645964"/>
                  <a:gd name="connsiteY21" fmla="*/ 3118221 h 5184963"/>
                  <a:gd name="connsiteX22" fmla="*/ 5596925 w 6645964"/>
                  <a:gd name="connsiteY22" fmla="*/ 3118362 h 5184963"/>
                  <a:gd name="connsiteX23" fmla="*/ 5606515 w 6645964"/>
                  <a:gd name="connsiteY23" fmla="*/ 3125613 h 5184963"/>
                  <a:gd name="connsiteX24" fmla="*/ 6359487 w 6645964"/>
                  <a:gd name="connsiteY24" fmla="*/ 3757668 h 5184963"/>
                  <a:gd name="connsiteX25" fmla="*/ 6628933 w 6645964"/>
                  <a:gd name="connsiteY25" fmla="*/ 4397762 h 5184963"/>
                  <a:gd name="connsiteX26" fmla="*/ 6370341 w 6645964"/>
                  <a:gd name="connsiteY26" fmla="*/ 4682648 h 5184963"/>
                  <a:gd name="connsiteX27" fmla="*/ 5735557 w 6645964"/>
                  <a:gd name="connsiteY27" fmla="*/ 4918825 h 5184963"/>
                  <a:gd name="connsiteX28" fmla="*/ 4639604 w 6645964"/>
                  <a:gd name="connsiteY28" fmla="*/ 5090724 h 5184963"/>
                  <a:gd name="connsiteX29" fmla="*/ 2997305 w 6645964"/>
                  <a:gd name="connsiteY29" fmla="*/ 5182041 h 5184963"/>
                  <a:gd name="connsiteX30" fmla="*/ 2997305 w 6645964"/>
                  <a:gd name="connsiteY30" fmla="*/ 5182041 h 5184963"/>
                  <a:gd name="connsiteX31" fmla="*/ 2750045 w 6645964"/>
                  <a:gd name="connsiteY31" fmla="*/ 5184936 h 5184963"/>
                  <a:gd name="connsiteX32" fmla="*/ 910146 w 6645964"/>
                  <a:gd name="connsiteY32" fmla="*/ 2101362 h 5184963"/>
                  <a:gd name="connsiteX33" fmla="*/ 860823 w 6645964"/>
                  <a:gd name="connsiteY33" fmla="*/ 2119856 h 5184963"/>
                  <a:gd name="connsiteX34" fmla="*/ 594525 w 6645964"/>
                  <a:gd name="connsiteY34" fmla="*/ 2376410 h 5184963"/>
                  <a:gd name="connsiteX35" fmla="*/ 271791 w 6645964"/>
                  <a:gd name="connsiteY35" fmla="*/ 2857535 h 5184963"/>
                  <a:gd name="connsiteX36" fmla="*/ 47730 w 6645964"/>
                  <a:gd name="connsiteY36" fmla="*/ 4097642 h 5184963"/>
                  <a:gd name="connsiteX37" fmla="*/ 832843 w 6645964"/>
                  <a:gd name="connsiteY37" fmla="*/ 4885548 h 5184963"/>
                  <a:gd name="connsiteX38" fmla="*/ 2997193 w 6645964"/>
                  <a:gd name="connsiteY38" fmla="*/ 5176926 h 5184963"/>
                  <a:gd name="connsiteX39" fmla="*/ 2997193 w 6645964"/>
                  <a:gd name="connsiteY39" fmla="*/ 5176926 h 5184963"/>
                  <a:gd name="connsiteX40" fmla="*/ 5734349 w 6645964"/>
                  <a:gd name="connsiteY40" fmla="*/ 4913850 h 5184963"/>
                  <a:gd name="connsiteX41" fmla="*/ 6367670 w 6645964"/>
                  <a:gd name="connsiteY41" fmla="*/ 4678263 h 5184963"/>
                  <a:gd name="connsiteX42" fmla="*/ 6624041 w 6645964"/>
                  <a:gd name="connsiteY42" fmla="*/ 4396188 h 5184963"/>
                  <a:gd name="connsiteX43" fmla="*/ 6355747 w 6645964"/>
                  <a:gd name="connsiteY43" fmla="*/ 3761181 h 5184963"/>
                  <a:gd name="connsiteX44" fmla="*/ 5603421 w 6645964"/>
                  <a:gd name="connsiteY44" fmla="*/ 3129688 h 5184963"/>
                  <a:gd name="connsiteX45" fmla="*/ 5594564 w 6645964"/>
                  <a:gd name="connsiteY45" fmla="*/ 3122999 h 5184963"/>
                  <a:gd name="connsiteX46" fmla="*/ 5367268 w 6645964"/>
                  <a:gd name="connsiteY46" fmla="*/ 2966334 h 5184963"/>
                  <a:gd name="connsiteX47" fmla="*/ 5269861 w 6645964"/>
                  <a:gd name="connsiteY47" fmla="*/ 2699521 h 5184963"/>
                  <a:gd name="connsiteX48" fmla="*/ 5295084 w 6645964"/>
                  <a:gd name="connsiteY48" fmla="*/ 1951077 h 5184963"/>
                  <a:gd name="connsiteX49" fmla="*/ 5012196 w 6645964"/>
                  <a:gd name="connsiteY49" fmla="*/ 357645 h 5184963"/>
                  <a:gd name="connsiteX50" fmla="*/ 4237880 w 6645964"/>
                  <a:gd name="connsiteY50" fmla="*/ 33747 h 5184963"/>
                  <a:gd name="connsiteX51" fmla="*/ 2784745 w 6645964"/>
                  <a:gd name="connsiteY51" fmla="*/ 97774 h 5184963"/>
                  <a:gd name="connsiteX52" fmla="*/ 2029326 w 6645964"/>
                  <a:gd name="connsiteY52" fmla="*/ 694331 h 5184963"/>
                  <a:gd name="connsiteX53" fmla="*/ 1514391 w 6645964"/>
                  <a:gd name="connsiteY53" fmla="*/ 1714534 h 5184963"/>
                  <a:gd name="connsiteX54" fmla="*/ 1014274 w 6645964"/>
                  <a:gd name="connsiteY54" fmla="*/ 2506487 h 5184963"/>
                  <a:gd name="connsiteX55" fmla="*/ 830847 w 6645964"/>
                  <a:gd name="connsiteY55" fmla="*/ 2368316 h 5184963"/>
                  <a:gd name="connsiteX56" fmla="*/ 830031 w 6645964"/>
                  <a:gd name="connsiteY56" fmla="*/ 2366995 h 5184963"/>
                  <a:gd name="connsiteX57" fmla="*/ 830819 w 6645964"/>
                  <a:gd name="connsiteY57" fmla="*/ 2365646 h 5184963"/>
                  <a:gd name="connsiteX58" fmla="*/ 924852 w 6645964"/>
                  <a:gd name="connsiteY58" fmla="*/ 2106533 h 5184963"/>
                  <a:gd name="connsiteX59" fmla="*/ 910146 w 6645964"/>
                  <a:gd name="connsiteY59" fmla="*/ 2101334 h 5184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645964" h="5184963">
                    <a:moveTo>
                      <a:pt x="2750073" y="5184964"/>
                    </a:moveTo>
                    <a:cubicBezTo>
                      <a:pt x="2364603" y="5184964"/>
                      <a:pt x="2015800" y="5163041"/>
                      <a:pt x="1710388" y="5119505"/>
                    </a:cubicBezTo>
                    <a:cubicBezTo>
                      <a:pt x="1367772" y="5070684"/>
                      <a:pt x="1071836" y="4993560"/>
                      <a:pt x="830819" y="4890269"/>
                    </a:cubicBezTo>
                    <a:cubicBezTo>
                      <a:pt x="405980" y="4708197"/>
                      <a:pt x="140835" y="4441973"/>
                      <a:pt x="42809" y="4099048"/>
                    </a:cubicBezTo>
                    <a:cubicBezTo>
                      <a:pt x="-11688" y="3908431"/>
                      <a:pt x="-14163" y="3694485"/>
                      <a:pt x="35441" y="3463170"/>
                    </a:cubicBezTo>
                    <a:cubicBezTo>
                      <a:pt x="77396" y="3267578"/>
                      <a:pt x="155402" y="3062992"/>
                      <a:pt x="267292" y="2855118"/>
                    </a:cubicBezTo>
                    <a:cubicBezTo>
                      <a:pt x="383737" y="2638755"/>
                      <a:pt x="507381" y="2473602"/>
                      <a:pt x="590589" y="2373150"/>
                    </a:cubicBezTo>
                    <a:cubicBezTo>
                      <a:pt x="691793" y="2250972"/>
                      <a:pt x="791844" y="2154652"/>
                      <a:pt x="858208" y="2115443"/>
                    </a:cubicBezTo>
                    <a:cubicBezTo>
                      <a:pt x="892655" y="2095094"/>
                      <a:pt x="916304" y="2090878"/>
                      <a:pt x="928452" y="2102936"/>
                    </a:cubicBezTo>
                    <a:cubicBezTo>
                      <a:pt x="953704" y="2128007"/>
                      <a:pt x="921759" y="2219268"/>
                      <a:pt x="836021" y="2366911"/>
                    </a:cubicBezTo>
                    <a:cubicBezTo>
                      <a:pt x="895889" y="2461882"/>
                      <a:pt x="954097" y="2505896"/>
                      <a:pt x="1013881" y="2501399"/>
                    </a:cubicBezTo>
                    <a:cubicBezTo>
                      <a:pt x="1086009" y="2495975"/>
                      <a:pt x="1161174" y="2420566"/>
                      <a:pt x="1250455" y="2264013"/>
                    </a:cubicBezTo>
                    <a:cubicBezTo>
                      <a:pt x="1331610" y="2121683"/>
                      <a:pt x="1418107" y="1922943"/>
                      <a:pt x="1509695" y="1712511"/>
                    </a:cubicBezTo>
                    <a:cubicBezTo>
                      <a:pt x="1654851" y="1378945"/>
                      <a:pt x="1819382" y="1000886"/>
                      <a:pt x="2025052" y="691492"/>
                    </a:cubicBezTo>
                    <a:cubicBezTo>
                      <a:pt x="2263454" y="332911"/>
                      <a:pt x="2511671" y="137038"/>
                      <a:pt x="2783930" y="92714"/>
                    </a:cubicBezTo>
                    <a:cubicBezTo>
                      <a:pt x="3085405" y="43613"/>
                      <a:pt x="3362810" y="13708"/>
                      <a:pt x="3608411" y="3758"/>
                    </a:cubicBezTo>
                    <a:cubicBezTo>
                      <a:pt x="3842230" y="-5686"/>
                      <a:pt x="4054256" y="2690"/>
                      <a:pt x="4238611" y="28660"/>
                    </a:cubicBezTo>
                    <a:cubicBezTo>
                      <a:pt x="4413041" y="53253"/>
                      <a:pt x="4568067" y="94373"/>
                      <a:pt x="4699444" y="150895"/>
                    </a:cubicBezTo>
                    <a:cubicBezTo>
                      <a:pt x="4822695" y="203903"/>
                      <a:pt x="4929101" y="272230"/>
                      <a:pt x="5015711" y="353907"/>
                    </a:cubicBezTo>
                    <a:cubicBezTo>
                      <a:pt x="5425955" y="740847"/>
                      <a:pt x="5359142" y="1384088"/>
                      <a:pt x="5300174" y="1951583"/>
                    </a:cubicBezTo>
                    <a:cubicBezTo>
                      <a:pt x="5271323" y="2229302"/>
                      <a:pt x="5244074" y="2491590"/>
                      <a:pt x="5274922" y="2698734"/>
                    </a:cubicBezTo>
                    <a:cubicBezTo>
                      <a:pt x="5309285" y="2929459"/>
                      <a:pt x="5411445" y="3062739"/>
                      <a:pt x="5596476" y="3118221"/>
                    </a:cubicBezTo>
                    <a:lnTo>
                      <a:pt x="5596925" y="3118362"/>
                    </a:lnTo>
                    <a:lnTo>
                      <a:pt x="5606515" y="3125613"/>
                    </a:lnTo>
                    <a:cubicBezTo>
                      <a:pt x="5862379" y="3319322"/>
                      <a:pt x="6152382" y="3538860"/>
                      <a:pt x="6359487" y="3757668"/>
                    </a:cubicBezTo>
                    <a:cubicBezTo>
                      <a:pt x="6598395" y="4010119"/>
                      <a:pt x="6686524" y="4219484"/>
                      <a:pt x="6628933" y="4397762"/>
                    </a:cubicBezTo>
                    <a:cubicBezTo>
                      <a:pt x="6594880" y="4503189"/>
                      <a:pt x="6507877" y="4599031"/>
                      <a:pt x="6370341" y="4682648"/>
                    </a:cubicBezTo>
                    <a:cubicBezTo>
                      <a:pt x="6221304" y="4773263"/>
                      <a:pt x="6007732" y="4852719"/>
                      <a:pt x="5735557" y="4918825"/>
                    </a:cubicBezTo>
                    <a:cubicBezTo>
                      <a:pt x="5443643" y="4989709"/>
                      <a:pt x="5074904" y="5047553"/>
                      <a:pt x="4639604" y="5090724"/>
                    </a:cubicBezTo>
                    <a:cubicBezTo>
                      <a:pt x="4176607" y="5136621"/>
                      <a:pt x="3624074" y="5167370"/>
                      <a:pt x="2997305" y="5182041"/>
                    </a:cubicBezTo>
                    <a:lnTo>
                      <a:pt x="2997305" y="5182041"/>
                    </a:lnTo>
                    <a:cubicBezTo>
                      <a:pt x="2913310" y="5183980"/>
                      <a:pt x="2830890" y="5184936"/>
                      <a:pt x="2750045" y="5184936"/>
                    </a:cubicBezTo>
                    <a:close/>
                    <a:moveTo>
                      <a:pt x="910146" y="2101362"/>
                    </a:moveTo>
                    <a:cubicBezTo>
                      <a:pt x="898279" y="2101362"/>
                      <a:pt x="881604" y="2107573"/>
                      <a:pt x="860823" y="2119856"/>
                    </a:cubicBezTo>
                    <a:cubicBezTo>
                      <a:pt x="794937" y="2158783"/>
                      <a:pt x="695392" y="2254682"/>
                      <a:pt x="594525" y="2376410"/>
                    </a:cubicBezTo>
                    <a:cubicBezTo>
                      <a:pt x="511459" y="2476694"/>
                      <a:pt x="388039" y="2641566"/>
                      <a:pt x="271791" y="2857535"/>
                    </a:cubicBezTo>
                    <a:cubicBezTo>
                      <a:pt x="99415" y="3177834"/>
                      <a:pt x="-79401" y="3652972"/>
                      <a:pt x="47730" y="4097642"/>
                    </a:cubicBezTo>
                    <a:cubicBezTo>
                      <a:pt x="145335" y="4439022"/>
                      <a:pt x="409467" y="4704121"/>
                      <a:pt x="832843" y="4885548"/>
                    </a:cubicBezTo>
                    <a:cubicBezTo>
                      <a:pt x="1334141" y="5100392"/>
                      <a:pt x="2062339" y="5198427"/>
                      <a:pt x="2997193" y="5176926"/>
                    </a:cubicBezTo>
                    <a:lnTo>
                      <a:pt x="2997193" y="5176926"/>
                    </a:lnTo>
                    <a:cubicBezTo>
                      <a:pt x="4211954" y="5148454"/>
                      <a:pt x="5132859" y="5059919"/>
                      <a:pt x="5734349" y="4913850"/>
                    </a:cubicBezTo>
                    <a:cubicBezTo>
                      <a:pt x="6005989" y="4847885"/>
                      <a:pt x="6219083" y="4768597"/>
                      <a:pt x="6367670" y="4678263"/>
                    </a:cubicBezTo>
                    <a:cubicBezTo>
                      <a:pt x="6504109" y="4595293"/>
                      <a:pt x="6590353" y="4500406"/>
                      <a:pt x="6624041" y="4396188"/>
                    </a:cubicBezTo>
                    <a:cubicBezTo>
                      <a:pt x="6681012" y="4219849"/>
                      <a:pt x="6593249" y="4012143"/>
                      <a:pt x="6355747" y="3761181"/>
                    </a:cubicBezTo>
                    <a:cubicBezTo>
                      <a:pt x="6148951" y="3542683"/>
                      <a:pt x="5859118" y="3323257"/>
                      <a:pt x="5603421" y="3129688"/>
                    </a:cubicBezTo>
                    <a:lnTo>
                      <a:pt x="5594564" y="3122999"/>
                    </a:lnTo>
                    <a:cubicBezTo>
                      <a:pt x="5496031" y="3093375"/>
                      <a:pt x="5421653" y="3042109"/>
                      <a:pt x="5367268" y="2966334"/>
                    </a:cubicBezTo>
                    <a:cubicBezTo>
                      <a:pt x="5318283" y="2898092"/>
                      <a:pt x="5286423" y="2810794"/>
                      <a:pt x="5269861" y="2699521"/>
                    </a:cubicBezTo>
                    <a:cubicBezTo>
                      <a:pt x="5238929" y="2491731"/>
                      <a:pt x="5266205" y="2229105"/>
                      <a:pt x="5295084" y="1951077"/>
                    </a:cubicBezTo>
                    <a:cubicBezTo>
                      <a:pt x="5353911" y="1384735"/>
                      <a:pt x="5420612" y="742842"/>
                      <a:pt x="5012196" y="357645"/>
                    </a:cubicBezTo>
                    <a:cubicBezTo>
                      <a:pt x="4832058" y="187770"/>
                      <a:pt x="4578781" y="81809"/>
                      <a:pt x="4237880" y="33747"/>
                    </a:cubicBezTo>
                    <a:cubicBezTo>
                      <a:pt x="3860930" y="-19402"/>
                      <a:pt x="3372006" y="2128"/>
                      <a:pt x="2784745" y="97774"/>
                    </a:cubicBezTo>
                    <a:cubicBezTo>
                      <a:pt x="2513977" y="141872"/>
                      <a:pt x="2266885" y="336987"/>
                      <a:pt x="2029326" y="694331"/>
                    </a:cubicBezTo>
                    <a:cubicBezTo>
                      <a:pt x="1823881" y="1003332"/>
                      <a:pt x="1659462" y="1381165"/>
                      <a:pt x="1514391" y="1714534"/>
                    </a:cubicBezTo>
                    <a:cubicBezTo>
                      <a:pt x="1324777" y="2150267"/>
                      <a:pt x="1175009" y="2494429"/>
                      <a:pt x="1014274" y="2506487"/>
                    </a:cubicBezTo>
                    <a:cubicBezTo>
                      <a:pt x="952129" y="2511124"/>
                      <a:pt x="892121" y="2465957"/>
                      <a:pt x="830847" y="2368316"/>
                    </a:cubicBezTo>
                    <a:lnTo>
                      <a:pt x="830031" y="2366995"/>
                    </a:lnTo>
                    <a:lnTo>
                      <a:pt x="830819" y="2365646"/>
                    </a:lnTo>
                    <a:cubicBezTo>
                      <a:pt x="948080" y="2163955"/>
                      <a:pt x="935651" y="2117270"/>
                      <a:pt x="924852" y="2106533"/>
                    </a:cubicBezTo>
                    <a:cubicBezTo>
                      <a:pt x="921337" y="2103048"/>
                      <a:pt x="916416" y="2101334"/>
                      <a:pt x="910146" y="2101334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92D9C39-496A-8207-D049-C63539E83F42}"/>
                  </a:ext>
                </a:extLst>
              </p:cNvPr>
              <p:cNvSpPr/>
              <p:nvPr/>
            </p:nvSpPr>
            <p:spPr>
              <a:xfrm>
                <a:off x="-1312493" y="946649"/>
                <a:ext cx="6905449" cy="5201861"/>
              </a:xfrm>
              <a:custGeom>
                <a:avLst/>
                <a:gdLst>
                  <a:gd name="connsiteX0" fmla="*/ 2827170 w 6905449"/>
                  <a:gd name="connsiteY0" fmla="*/ 5201862 h 5201861"/>
                  <a:gd name="connsiteX1" fmla="*/ 1745445 w 6905449"/>
                  <a:gd name="connsiteY1" fmla="*/ 5137498 h 5201861"/>
                  <a:gd name="connsiteX2" fmla="*/ 833229 w 6905449"/>
                  <a:gd name="connsiteY2" fmla="*/ 4911130 h 5201861"/>
                  <a:gd name="connsiteX3" fmla="*/ 34421 w 6905449"/>
                  <a:gd name="connsiteY3" fmla="*/ 4125529 h 5201861"/>
                  <a:gd name="connsiteX4" fmla="*/ 55455 w 6905449"/>
                  <a:gd name="connsiteY4" fmla="*/ 3468909 h 5201861"/>
                  <a:gd name="connsiteX5" fmla="*/ 342111 w 6905449"/>
                  <a:gd name="connsiteY5" fmla="*/ 2837416 h 5201861"/>
                  <a:gd name="connsiteX6" fmla="*/ 724235 w 6905449"/>
                  <a:gd name="connsiteY6" fmla="*/ 2335381 h 5201861"/>
                  <a:gd name="connsiteX7" fmla="*/ 1032291 w 6905449"/>
                  <a:gd name="connsiteY7" fmla="*/ 2067078 h 5201861"/>
                  <a:gd name="connsiteX8" fmla="*/ 1108862 w 6905449"/>
                  <a:gd name="connsiteY8" fmla="*/ 2055076 h 5201861"/>
                  <a:gd name="connsiteX9" fmla="*/ 979960 w 6905449"/>
                  <a:gd name="connsiteY9" fmla="*/ 2344122 h 5201861"/>
                  <a:gd name="connsiteX10" fmla="*/ 1077930 w 6905449"/>
                  <a:gd name="connsiteY10" fmla="*/ 2478470 h 5201861"/>
                  <a:gd name="connsiteX11" fmla="*/ 1489609 w 6905449"/>
                  <a:gd name="connsiteY11" fmla="*/ 1829045 h 5201861"/>
                  <a:gd name="connsiteX12" fmla="*/ 2068124 w 6905449"/>
                  <a:gd name="connsiteY12" fmla="*/ 763759 h 5201861"/>
                  <a:gd name="connsiteX13" fmla="*/ 2445946 w 6905449"/>
                  <a:gd name="connsiteY13" fmla="*/ 334463 h 5201861"/>
                  <a:gd name="connsiteX14" fmla="*/ 2890244 w 6905449"/>
                  <a:gd name="connsiteY14" fmla="*/ 114081 h 5201861"/>
                  <a:gd name="connsiteX15" fmla="*/ 5331407 w 6905449"/>
                  <a:gd name="connsiteY15" fmla="*/ 364368 h 5201861"/>
                  <a:gd name="connsiteX16" fmla="*/ 5619920 w 6905449"/>
                  <a:gd name="connsiteY16" fmla="*/ 1099658 h 5201861"/>
                  <a:gd name="connsiteX17" fmla="*/ 5544670 w 6905449"/>
                  <a:gd name="connsiteY17" fmla="*/ 1979639 h 5201861"/>
                  <a:gd name="connsiteX18" fmla="*/ 5477744 w 6905449"/>
                  <a:gd name="connsiteY18" fmla="*/ 2714395 h 5201861"/>
                  <a:gd name="connsiteX19" fmla="*/ 5707879 w 6905449"/>
                  <a:gd name="connsiteY19" fmla="*/ 3199538 h 5201861"/>
                  <a:gd name="connsiteX20" fmla="*/ 6555898 w 6905449"/>
                  <a:gd name="connsiteY20" fmla="*/ 3801829 h 5201861"/>
                  <a:gd name="connsiteX21" fmla="*/ 6894098 w 6905449"/>
                  <a:gd name="connsiteY21" fmla="*/ 4427897 h 5201861"/>
                  <a:gd name="connsiteX22" fmla="*/ 6639555 w 6905449"/>
                  <a:gd name="connsiteY22" fmla="*/ 4706178 h 5201861"/>
                  <a:gd name="connsiteX23" fmla="*/ 5981741 w 6905449"/>
                  <a:gd name="connsiteY23" fmla="*/ 4938168 h 5201861"/>
                  <a:gd name="connsiteX24" fmla="*/ 4828479 w 6905449"/>
                  <a:gd name="connsiteY24" fmla="*/ 5107959 h 5201861"/>
                  <a:gd name="connsiteX25" fmla="*/ 3087478 w 6905449"/>
                  <a:gd name="connsiteY25" fmla="*/ 5198882 h 5201861"/>
                  <a:gd name="connsiteX26" fmla="*/ 2827170 w 6905449"/>
                  <a:gd name="connsiteY26" fmla="*/ 5201778 h 5201861"/>
                  <a:gd name="connsiteX27" fmla="*/ 1089066 w 6905449"/>
                  <a:gd name="connsiteY27" fmla="*/ 2052181 h 5201861"/>
                  <a:gd name="connsiteX28" fmla="*/ 1034513 w 6905449"/>
                  <a:gd name="connsiteY28" fmla="*/ 2071181 h 5201861"/>
                  <a:gd name="connsiteX29" fmla="*/ 346048 w 6905449"/>
                  <a:gd name="connsiteY29" fmla="*/ 2839889 h 5201861"/>
                  <a:gd name="connsiteX30" fmla="*/ 38892 w 6905449"/>
                  <a:gd name="connsiteY30" fmla="*/ 4124349 h 5201861"/>
                  <a:gd name="connsiteX31" fmla="*/ 834972 w 6905449"/>
                  <a:gd name="connsiteY31" fmla="*/ 4906858 h 5201861"/>
                  <a:gd name="connsiteX32" fmla="*/ 3087366 w 6905449"/>
                  <a:gd name="connsiteY32" fmla="*/ 5194357 h 5201861"/>
                  <a:gd name="connsiteX33" fmla="*/ 3087366 w 6905449"/>
                  <a:gd name="connsiteY33" fmla="*/ 5194357 h 5201861"/>
                  <a:gd name="connsiteX34" fmla="*/ 5980700 w 6905449"/>
                  <a:gd name="connsiteY34" fmla="*/ 4933755 h 5201861"/>
                  <a:gd name="connsiteX35" fmla="*/ 6637221 w 6905449"/>
                  <a:gd name="connsiteY35" fmla="*/ 4702271 h 5201861"/>
                  <a:gd name="connsiteX36" fmla="*/ 6889655 w 6905449"/>
                  <a:gd name="connsiteY36" fmla="*/ 4426717 h 5201861"/>
                  <a:gd name="connsiteX37" fmla="*/ 5705405 w 6905449"/>
                  <a:gd name="connsiteY37" fmla="*/ 3203473 h 5201861"/>
                  <a:gd name="connsiteX38" fmla="*/ 5533703 w 6905449"/>
                  <a:gd name="connsiteY38" fmla="*/ 3001051 h 5201861"/>
                  <a:gd name="connsiteX39" fmla="*/ 5473132 w 6905449"/>
                  <a:gd name="connsiteY39" fmla="*/ 2714676 h 5201861"/>
                  <a:gd name="connsiteX40" fmla="*/ 5540086 w 6905449"/>
                  <a:gd name="connsiteY40" fmla="*/ 1978992 h 5201861"/>
                  <a:gd name="connsiteX41" fmla="*/ 5328146 w 6905449"/>
                  <a:gd name="connsiteY41" fmla="*/ 367712 h 5201861"/>
                  <a:gd name="connsiteX42" fmla="*/ 2890975 w 6905449"/>
                  <a:gd name="connsiteY42" fmla="*/ 118690 h 5201861"/>
                  <a:gd name="connsiteX43" fmla="*/ 2071892 w 6905449"/>
                  <a:gd name="connsiteY43" fmla="*/ 766457 h 5201861"/>
                  <a:gd name="connsiteX44" fmla="*/ 1493770 w 6905449"/>
                  <a:gd name="connsiteY44" fmla="*/ 1831097 h 5201861"/>
                  <a:gd name="connsiteX45" fmla="*/ 1081445 w 6905449"/>
                  <a:gd name="connsiteY45" fmla="*/ 2483276 h 5201861"/>
                  <a:gd name="connsiteX46" fmla="*/ 1077593 w 6905449"/>
                  <a:gd name="connsiteY46" fmla="*/ 2483136 h 5201861"/>
                  <a:gd name="connsiteX47" fmla="*/ 975179 w 6905449"/>
                  <a:gd name="connsiteY47" fmla="*/ 2344515 h 5201861"/>
                  <a:gd name="connsiteX48" fmla="*/ 974842 w 6905449"/>
                  <a:gd name="connsiteY48" fmla="*/ 2343447 h 5201861"/>
                  <a:gd name="connsiteX49" fmla="*/ 975489 w 6905449"/>
                  <a:gd name="connsiteY49" fmla="*/ 2342520 h 5201861"/>
                  <a:gd name="connsiteX50" fmla="*/ 1092524 w 6905449"/>
                  <a:gd name="connsiteY50" fmla="*/ 2143443 h 5201861"/>
                  <a:gd name="connsiteX51" fmla="*/ 1105432 w 6905449"/>
                  <a:gd name="connsiteY51" fmla="*/ 2058252 h 5201861"/>
                  <a:gd name="connsiteX52" fmla="*/ 1089066 w 6905449"/>
                  <a:gd name="connsiteY52" fmla="*/ 2052209 h 5201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6905449" h="5201861">
                    <a:moveTo>
                      <a:pt x="2827170" y="5201862"/>
                    </a:moveTo>
                    <a:cubicBezTo>
                      <a:pt x="2425362" y="5201862"/>
                      <a:pt x="2062444" y="5180304"/>
                      <a:pt x="1745445" y="5137498"/>
                    </a:cubicBezTo>
                    <a:cubicBezTo>
                      <a:pt x="1388714" y="5089324"/>
                      <a:pt x="1081783" y="5013184"/>
                      <a:pt x="833229" y="4911130"/>
                    </a:cubicBezTo>
                    <a:cubicBezTo>
                      <a:pt x="393824" y="4730715"/>
                      <a:pt x="125080" y="4466403"/>
                      <a:pt x="34421" y="4125529"/>
                    </a:cubicBezTo>
                    <a:cubicBezTo>
                      <a:pt x="-17686" y="3929600"/>
                      <a:pt x="-10600" y="3708684"/>
                      <a:pt x="55455" y="3468909"/>
                    </a:cubicBezTo>
                    <a:cubicBezTo>
                      <a:pt x="111273" y="3266319"/>
                      <a:pt x="207725" y="3053863"/>
                      <a:pt x="342111" y="2837416"/>
                    </a:cubicBezTo>
                    <a:cubicBezTo>
                      <a:pt x="481812" y="2612397"/>
                      <a:pt x="627024" y="2440189"/>
                      <a:pt x="724235" y="2335381"/>
                    </a:cubicBezTo>
                    <a:cubicBezTo>
                      <a:pt x="842368" y="2207975"/>
                      <a:pt x="957548" y="2107691"/>
                      <a:pt x="1032291" y="2067078"/>
                    </a:cubicBezTo>
                    <a:cubicBezTo>
                      <a:pt x="1071181" y="2045942"/>
                      <a:pt x="1096939" y="2041922"/>
                      <a:pt x="1108862" y="2055076"/>
                    </a:cubicBezTo>
                    <a:cubicBezTo>
                      <a:pt x="1134142" y="2082986"/>
                      <a:pt x="1089572" y="2182932"/>
                      <a:pt x="979960" y="2344122"/>
                    </a:cubicBezTo>
                    <a:cubicBezTo>
                      <a:pt x="1008052" y="2431982"/>
                      <a:pt x="1040109" y="2475913"/>
                      <a:pt x="1077930" y="2478470"/>
                    </a:cubicBezTo>
                    <a:cubicBezTo>
                      <a:pt x="1178375" y="2485216"/>
                      <a:pt x="1315770" y="2195664"/>
                      <a:pt x="1489609" y="1829045"/>
                    </a:cubicBezTo>
                    <a:cubicBezTo>
                      <a:pt x="1644466" y="1502534"/>
                      <a:pt x="1837173" y="1096144"/>
                      <a:pt x="2068124" y="763759"/>
                    </a:cubicBezTo>
                    <a:cubicBezTo>
                      <a:pt x="2194889" y="581321"/>
                      <a:pt x="2318477" y="440901"/>
                      <a:pt x="2445946" y="334463"/>
                    </a:cubicBezTo>
                    <a:cubicBezTo>
                      <a:pt x="2590877" y="213465"/>
                      <a:pt x="2740363" y="139320"/>
                      <a:pt x="2890244" y="114081"/>
                    </a:cubicBezTo>
                    <a:cubicBezTo>
                      <a:pt x="4146032" y="-97335"/>
                      <a:pt x="4944559" y="-15461"/>
                      <a:pt x="5331407" y="364368"/>
                    </a:cubicBezTo>
                    <a:cubicBezTo>
                      <a:pt x="5508985" y="538711"/>
                      <a:pt x="5603357" y="779245"/>
                      <a:pt x="5619920" y="1099658"/>
                    </a:cubicBezTo>
                    <a:cubicBezTo>
                      <a:pt x="5634486" y="1381620"/>
                      <a:pt x="5588819" y="1685646"/>
                      <a:pt x="5544670" y="1979639"/>
                    </a:cubicBezTo>
                    <a:cubicBezTo>
                      <a:pt x="5504402" y="2247801"/>
                      <a:pt x="5466356" y="2501096"/>
                      <a:pt x="5477744" y="2714395"/>
                    </a:cubicBezTo>
                    <a:cubicBezTo>
                      <a:pt x="5490511" y="2953299"/>
                      <a:pt x="5563623" y="3107462"/>
                      <a:pt x="5707879" y="3199538"/>
                    </a:cubicBezTo>
                    <a:cubicBezTo>
                      <a:pt x="5976567" y="3371071"/>
                      <a:pt x="6310972" y="3584567"/>
                      <a:pt x="6555898" y="3801829"/>
                    </a:cubicBezTo>
                    <a:cubicBezTo>
                      <a:pt x="6832712" y="4047394"/>
                      <a:pt x="6943337" y="4252177"/>
                      <a:pt x="6894098" y="4427897"/>
                    </a:cubicBezTo>
                    <a:cubicBezTo>
                      <a:pt x="6865303" y="4530682"/>
                      <a:pt x="6779649" y="4624305"/>
                      <a:pt x="6639555" y="4706178"/>
                    </a:cubicBezTo>
                    <a:cubicBezTo>
                      <a:pt x="6487481" y="4795051"/>
                      <a:pt x="6266148" y="4873102"/>
                      <a:pt x="5981741" y="4938168"/>
                    </a:cubicBezTo>
                    <a:cubicBezTo>
                      <a:pt x="5676104" y="5008097"/>
                      <a:pt x="5288102" y="5065209"/>
                      <a:pt x="4828479" y="5107959"/>
                    </a:cubicBezTo>
                    <a:cubicBezTo>
                      <a:pt x="4338739" y="5153491"/>
                      <a:pt x="3752969" y="5184099"/>
                      <a:pt x="3087478" y="5198882"/>
                    </a:cubicBezTo>
                    <a:cubicBezTo>
                      <a:pt x="2999012" y="5200822"/>
                      <a:pt x="2912205" y="5201778"/>
                      <a:pt x="2827170" y="5201778"/>
                    </a:cubicBezTo>
                    <a:close/>
                    <a:moveTo>
                      <a:pt x="1089066" y="2052181"/>
                    </a:moveTo>
                    <a:cubicBezTo>
                      <a:pt x="1076159" y="2052181"/>
                      <a:pt x="1057740" y="2058561"/>
                      <a:pt x="1034513" y="2071181"/>
                    </a:cubicBezTo>
                    <a:cubicBezTo>
                      <a:pt x="881286" y="2154376"/>
                      <a:pt x="574496" y="2471949"/>
                      <a:pt x="346048" y="2839889"/>
                    </a:cubicBezTo>
                    <a:cubicBezTo>
                      <a:pt x="138859" y="3173596"/>
                      <a:pt x="-82643" y="3667340"/>
                      <a:pt x="38892" y="4124349"/>
                    </a:cubicBezTo>
                    <a:cubicBezTo>
                      <a:pt x="129157" y="4463761"/>
                      <a:pt x="397002" y="4727033"/>
                      <a:pt x="834972" y="4906858"/>
                    </a:cubicBezTo>
                    <a:cubicBezTo>
                      <a:pt x="1351708" y="5119004"/>
                      <a:pt x="2109545" y="5215746"/>
                      <a:pt x="3087366" y="5194357"/>
                    </a:cubicBezTo>
                    <a:lnTo>
                      <a:pt x="3087366" y="5194357"/>
                    </a:lnTo>
                    <a:cubicBezTo>
                      <a:pt x="4376617" y="5165717"/>
                      <a:pt x="5350051" y="5078053"/>
                      <a:pt x="5980700" y="4933755"/>
                    </a:cubicBezTo>
                    <a:cubicBezTo>
                      <a:pt x="6264657" y="4868802"/>
                      <a:pt x="6485569" y="4790919"/>
                      <a:pt x="6637221" y="4702271"/>
                    </a:cubicBezTo>
                    <a:cubicBezTo>
                      <a:pt x="6776247" y="4621016"/>
                      <a:pt x="6861198" y="4528321"/>
                      <a:pt x="6889655" y="4426717"/>
                    </a:cubicBezTo>
                    <a:cubicBezTo>
                      <a:pt x="7000701" y="4030418"/>
                      <a:pt x="6252060" y="3552469"/>
                      <a:pt x="5705405" y="3203473"/>
                    </a:cubicBezTo>
                    <a:cubicBezTo>
                      <a:pt x="5628496" y="3154371"/>
                      <a:pt x="5572340" y="3088181"/>
                      <a:pt x="5533703" y="3001051"/>
                    </a:cubicBezTo>
                    <a:cubicBezTo>
                      <a:pt x="5499087" y="2922972"/>
                      <a:pt x="5479263" y="2829293"/>
                      <a:pt x="5473132" y="2714676"/>
                    </a:cubicBezTo>
                    <a:cubicBezTo>
                      <a:pt x="5461716" y="2500927"/>
                      <a:pt x="5499790" y="2247408"/>
                      <a:pt x="5540086" y="1978992"/>
                    </a:cubicBezTo>
                    <a:cubicBezTo>
                      <a:pt x="5626162" y="1405792"/>
                      <a:pt x="5723739" y="756086"/>
                      <a:pt x="5328146" y="367712"/>
                    </a:cubicBezTo>
                    <a:cubicBezTo>
                      <a:pt x="4942421" y="-10992"/>
                      <a:pt x="4145216" y="-92445"/>
                      <a:pt x="2890975" y="118690"/>
                    </a:cubicBezTo>
                    <a:cubicBezTo>
                      <a:pt x="2609774" y="166021"/>
                      <a:pt x="2341845" y="377915"/>
                      <a:pt x="2071892" y="766457"/>
                    </a:cubicBezTo>
                    <a:cubicBezTo>
                      <a:pt x="1841166" y="1098533"/>
                      <a:pt x="1648544" y="1504698"/>
                      <a:pt x="1493770" y="1831097"/>
                    </a:cubicBezTo>
                    <a:cubicBezTo>
                      <a:pt x="1314589" y="2208958"/>
                      <a:pt x="1184477" y="2483248"/>
                      <a:pt x="1081445" y="2483276"/>
                    </a:cubicBezTo>
                    <a:cubicBezTo>
                      <a:pt x="1080152" y="2483276"/>
                      <a:pt x="1078858" y="2483220"/>
                      <a:pt x="1077593" y="2483136"/>
                    </a:cubicBezTo>
                    <a:cubicBezTo>
                      <a:pt x="1037521" y="2480438"/>
                      <a:pt x="1004002" y="2435074"/>
                      <a:pt x="975179" y="2344515"/>
                    </a:cubicBezTo>
                    <a:lnTo>
                      <a:pt x="974842" y="2343447"/>
                    </a:lnTo>
                    <a:lnTo>
                      <a:pt x="975489" y="2342520"/>
                    </a:lnTo>
                    <a:cubicBezTo>
                      <a:pt x="1031673" y="2259971"/>
                      <a:pt x="1071041" y="2192994"/>
                      <a:pt x="1092524" y="2143443"/>
                    </a:cubicBezTo>
                    <a:cubicBezTo>
                      <a:pt x="1116623" y="2087876"/>
                      <a:pt x="1112827" y="2066431"/>
                      <a:pt x="1105432" y="2058252"/>
                    </a:cubicBezTo>
                    <a:cubicBezTo>
                      <a:pt x="1101776" y="2054233"/>
                      <a:pt x="1096293" y="2052209"/>
                      <a:pt x="1089066" y="205220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686788A6-C184-2DE0-663F-DC04E06A0D61}"/>
                  </a:ext>
                </a:extLst>
              </p:cNvPr>
              <p:cNvSpPr/>
              <p:nvPr/>
            </p:nvSpPr>
            <p:spPr>
              <a:xfrm>
                <a:off x="-1421884" y="970509"/>
                <a:ext cx="7119819" cy="5214933"/>
              </a:xfrm>
              <a:custGeom>
                <a:avLst/>
                <a:gdLst>
                  <a:gd name="connsiteX0" fmla="*/ 2910747 w 7119819"/>
                  <a:gd name="connsiteY0" fmla="*/ 5214934 h 5214933"/>
                  <a:gd name="connsiteX1" fmla="*/ 1787039 w 7119819"/>
                  <a:gd name="connsiteY1" fmla="*/ 5151470 h 5214933"/>
                  <a:gd name="connsiteX2" fmla="*/ 841388 w 7119819"/>
                  <a:gd name="connsiteY2" fmla="*/ 4927406 h 5214933"/>
                  <a:gd name="connsiteX3" fmla="*/ 28463 w 7119819"/>
                  <a:gd name="connsiteY3" fmla="*/ 4146078 h 5214933"/>
                  <a:gd name="connsiteX4" fmla="*/ 76661 w 7119819"/>
                  <a:gd name="connsiteY4" fmla="*/ 3470374 h 5214933"/>
                  <a:gd name="connsiteX5" fmla="*/ 417617 w 7119819"/>
                  <a:gd name="connsiteY5" fmla="*/ 2816845 h 5214933"/>
                  <a:gd name="connsiteX6" fmla="*/ 859328 w 7119819"/>
                  <a:gd name="connsiteY6" fmla="*/ 2295220 h 5214933"/>
                  <a:gd name="connsiteX7" fmla="*/ 1210295 w 7119819"/>
                  <a:gd name="connsiteY7" fmla="*/ 2015309 h 5214933"/>
                  <a:gd name="connsiteX8" fmla="*/ 1295893 w 7119819"/>
                  <a:gd name="connsiteY8" fmla="*/ 2003139 h 5214933"/>
                  <a:gd name="connsiteX9" fmla="*/ 1130097 w 7119819"/>
                  <a:gd name="connsiteY9" fmla="*/ 2317480 h 5214933"/>
                  <a:gd name="connsiteX10" fmla="*/ 1159145 w 7119819"/>
                  <a:gd name="connsiteY10" fmla="*/ 2451350 h 5214933"/>
                  <a:gd name="connsiteX11" fmla="*/ 1444086 w 7119819"/>
                  <a:gd name="connsiteY11" fmla="*/ 1986893 h 5214933"/>
                  <a:gd name="connsiteX12" fmla="*/ 2089330 w 7119819"/>
                  <a:gd name="connsiteY12" fmla="*/ 862977 h 5214933"/>
                  <a:gd name="connsiteX13" fmla="*/ 2517009 w 7119819"/>
                  <a:gd name="connsiteY13" fmla="*/ 381431 h 5214933"/>
                  <a:gd name="connsiteX14" fmla="*/ 3002840 w 7119819"/>
                  <a:gd name="connsiteY14" fmla="*/ 131706 h 5214933"/>
                  <a:gd name="connsiteX15" fmla="*/ 4309188 w 7119819"/>
                  <a:gd name="connsiteY15" fmla="*/ 0 h 5214933"/>
                  <a:gd name="connsiteX16" fmla="*/ 5604907 w 7119819"/>
                  <a:gd name="connsiteY16" fmla="*/ 378171 h 5214933"/>
                  <a:gd name="connsiteX17" fmla="*/ 5872920 w 7119819"/>
                  <a:gd name="connsiteY17" fmla="*/ 1145839 h 5214933"/>
                  <a:gd name="connsiteX18" fmla="*/ 5752678 w 7119819"/>
                  <a:gd name="connsiteY18" fmla="*/ 2061909 h 5214933"/>
                  <a:gd name="connsiteX19" fmla="*/ 5649252 w 7119819"/>
                  <a:gd name="connsiteY19" fmla="*/ 2786772 h 5214933"/>
                  <a:gd name="connsiteX20" fmla="*/ 5825059 w 7119819"/>
                  <a:gd name="connsiteY20" fmla="*/ 3276918 h 5214933"/>
                  <a:gd name="connsiteX21" fmla="*/ 6249223 w 7119819"/>
                  <a:gd name="connsiteY21" fmla="*/ 3592186 h 5214933"/>
                  <a:gd name="connsiteX22" fmla="*/ 6890672 w 7119819"/>
                  <a:gd name="connsiteY22" fmla="*/ 4096920 h 5214933"/>
                  <a:gd name="connsiteX23" fmla="*/ 7078485 w 7119819"/>
                  <a:gd name="connsiteY23" fmla="*/ 4333379 h 5214933"/>
                  <a:gd name="connsiteX24" fmla="*/ 7109221 w 7119819"/>
                  <a:gd name="connsiteY24" fmla="*/ 4553395 h 5214933"/>
                  <a:gd name="connsiteX25" fmla="*/ 6176393 w 7119819"/>
                  <a:gd name="connsiteY25" fmla="*/ 4989915 h 5214933"/>
                  <a:gd name="connsiteX26" fmla="*/ 4986461 w 7119819"/>
                  <a:gd name="connsiteY26" fmla="*/ 5132301 h 5214933"/>
                  <a:gd name="connsiteX27" fmla="*/ 3183850 w 7119819"/>
                  <a:gd name="connsiteY27" fmla="*/ 5212011 h 5214933"/>
                  <a:gd name="connsiteX28" fmla="*/ 3183850 w 7119819"/>
                  <a:gd name="connsiteY28" fmla="*/ 5212011 h 5214933"/>
                  <a:gd name="connsiteX29" fmla="*/ 2910719 w 7119819"/>
                  <a:gd name="connsiteY29" fmla="*/ 5214906 h 5214933"/>
                  <a:gd name="connsiteX30" fmla="*/ 1274128 w 7119819"/>
                  <a:gd name="connsiteY30" fmla="*/ 1998782 h 5214933"/>
                  <a:gd name="connsiteX31" fmla="*/ 1212179 w 7119819"/>
                  <a:gd name="connsiteY31" fmla="*/ 2019019 h 5214933"/>
                  <a:gd name="connsiteX32" fmla="*/ 420992 w 7119819"/>
                  <a:gd name="connsiteY32" fmla="*/ 2819206 h 5214933"/>
                  <a:gd name="connsiteX33" fmla="*/ 32456 w 7119819"/>
                  <a:gd name="connsiteY33" fmla="*/ 4145066 h 5214933"/>
                  <a:gd name="connsiteX34" fmla="*/ 842878 w 7119819"/>
                  <a:gd name="connsiteY34" fmla="*/ 4923556 h 5214933"/>
                  <a:gd name="connsiteX35" fmla="*/ 3183737 w 7119819"/>
                  <a:gd name="connsiteY35" fmla="*/ 5207879 h 5214933"/>
                  <a:gd name="connsiteX36" fmla="*/ 3183793 w 7119819"/>
                  <a:gd name="connsiteY36" fmla="*/ 5209931 h 5214933"/>
                  <a:gd name="connsiteX37" fmla="*/ 3183737 w 7119819"/>
                  <a:gd name="connsiteY37" fmla="*/ 5207879 h 5214933"/>
                  <a:gd name="connsiteX38" fmla="*/ 6175633 w 7119819"/>
                  <a:gd name="connsiteY38" fmla="*/ 4985839 h 5214933"/>
                  <a:gd name="connsiteX39" fmla="*/ 7105284 w 7119819"/>
                  <a:gd name="connsiteY39" fmla="*/ 4552159 h 5214933"/>
                  <a:gd name="connsiteX40" fmla="*/ 7074802 w 7119819"/>
                  <a:gd name="connsiteY40" fmla="*/ 4335262 h 5214933"/>
                  <a:gd name="connsiteX41" fmla="*/ 6887775 w 7119819"/>
                  <a:gd name="connsiteY41" fmla="*/ 4099871 h 5214933"/>
                  <a:gd name="connsiteX42" fmla="*/ 6246777 w 7119819"/>
                  <a:gd name="connsiteY42" fmla="*/ 3595531 h 5214933"/>
                  <a:gd name="connsiteX43" fmla="*/ 5822473 w 7119819"/>
                  <a:gd name="connsiteY43" fmla="*/ 3280150 h 5214933"/>
                  <a:gd name="connsiteX44" fmla="*/ 5681872 w 7119819"/>
                  <a:gd name="connsiteY44" fmla="*/ 3072500 h 5214933"/>
                  <a:gd name="connsiteX45" fmla="*/ 5645091 w 7119819"/>
                  <a:gd name="connsiteY45" fmla="*/ 2786687 h 5214933"/>
                  <a:gd name="connsiteX46" fmla="*/ 5748601 w 7119819"/>
                  <a:gd name="connsiteY46" fmla="*/ 2061094 h 5214933"/>
                  <a:gd name="connsiteX47" fmla="*/ 5868758 w 7119819"/>
                  <a:gd name="connsiteY47" fmla="*/ 1145867 h 5214933"/>
                  <a:gd name="connsiteX48" fmla="*/ 5601899 w 7119819"/>
                  <a:gd name="connsiteY48" fmla="*/ 381066 h 5214933"/>
                  <a:gd name="connsiteX49" fmla="*/ 3003487 w 7119819"/>
                  <a:gd name="connsiteY49" fmla="*/ 135782 h 5214933"/>
                  <a:gd name="connsiteX50" fmla="*/ 2092648 w 7119819"/>
                  <a:gd name="connsiteY50" fmla="*/ 865366 h 5214933"/>
                  <a:gd name="connsiteX51" fmla="*/ 1447742 w 7119819"/>
                  <a:gd name="connsiteY51" fmla="*/ 1988748 h 5214933"/>
                  <a:gd name="connsiteX52" fmla="*/ 1162407 w 7119819"/>
                  <a:gd name="connsiteY52" fmla="*/ 2455847 h 5214933"/>
                  <a:gd name="connsiteX53" fmla="*/ 1158189 w 7119819"/>
                  <a:gd name="connsiteY53" fmla="*/ 2455370 h 5214933"/>
                  <a:gd name="connsiteX54" fmla="*/ 1125963 w 7119819"/>
                  <a:gd name="connsiteY54" fmla="*/ 2316805 h 5214933"/>
                  <a:gd name="connsiteX55" fmla="*/ 1125963 w 7119819"/>
                  <a:gd name="connsiteY55" fmla="*/ 2316103 h 5214933"/>
                  <a:gd name="connsiteX56" fmla="*/ 1126385 w 7119819"/>
                  <a:gd name="connsiteY56" fmla="*/ 2315541 h 5214933"/>
                  <a:gd name="connsiteX57" fmla="*/ 1271766 w 7119819"/>
                  <a:gd name="connsiteY57" fmla="*/ 2099262 h 5214933"/>
                  <a:gd name="connsiteX58" fmla="*/ 1292715 w 7119819"/>
                  <a:gd name="connsiteY58" fmla="*/ 2005809 h 5214933"/>
                  <a:gd name="connsiteX59" fmla="*/ 1274100 w 7119819"/>
                  <a:gd name="connsiteY59" fmla="*/ 1998782 h 5214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7119819" h="5214933">
                    <a:moveTo>
                      <a:pt x="2910747" y="5214934"/>
                    </a:moveTo>
                    <a:cubicBezTo>
                      <a:pt x="2492741" y="5214934"/>
                      <a:pt x="2115763" y="5193686"/>
                      <a:pt x="1787039" y="5151470"/>
                    </a:cubicBezTo>
                    <a:cubicBezTo>
                      <a:pt x="1416106" y="5103858"/>
                      <a:pt x="1097955" y="5028477"/>
                      <a:pt x="841388" y="4927406"/>
                    </a:cubicBezTo>
                    <a:cubicBezTo>
                      <a:pt x="386741" y="4748312"/>
                      <a:pt x="113245" y="4485434"/>
                      <a:pt x="28463" y="4146078"/>
                    </a:cubicBezTo>
                    <a:cubicBezTo>
                      <a:pt x="-21703" y="3945258"/>
                      <a:pt x="-5506" y="3717906"/>
                      <a:pt x="76661" y="3470374"/>
                    </a:cubicBezTo>
                    <a:cubicBezTo>
                      <a:pt x="146089" y="3261178"/>
                      <a:pt x="260791" y="3041302"/>
                      <a:pt x="417617" y="2816845"/>
                    </a:cubicBezTo>
                    <a:cubicBezTo>
                      <a:pt x="580742" y="2583366"/>
                      <a:pt x="747860" y="2404328"/>
                      <a:pt x="859328" y="2295220"/>
                    </a:cubicBezTo>
                    <a:cubicBezTo>
                      <a:pt x="994895" y="2162558"/>
                      <a:pt x="1126104" y="2057918"/>
                      <a:pt x="1210295" y="2015309"/>
                    </a:cubicBezTo>
                    <a:cubicBezTo>
                      <a:pt x="1255034" y="1992683"/>
                      <a:pt x="1283829" y="1988579"/>
                      <a:pt x="1295893" y="2003139"/>
                    </a:cubicBezTo>
                    <a:cubicBezTo>
                      <a:pt x="1321539" y="2034056"/>
                      <a:pt x="1264230" y="2142743"/>
                      <a:pt x="1130097" y="2317480"/>
                    </a:cubicBezTo>
                    <a:cubicBezTo>
                      <a:pt x="1130406" y="2401827"/>
                      <a:pt x="1140192" y="2446853"/>
                      <a:pt x="1159145" y="2451350"/>
                    </a:cubicBezTo>
                    <a:cubicBezTo>
                      <a:pt x="1204165" y="2461946"/>
                      <a:pt x="1304779" y="2262701"/>
                      <a:pt x="1444086" y="1986893"/>
                    </a:cubicBezTo>
                    <a:cubicBezTo>
                      <a:pt x="1605074" y="1668083"/>
                      <a:pt x="1825563" y="1231479"/>
                      <a:pt x="2089330" y="862977"/>
                    </a:cubicBezTo>
                    <a:cubicBezTo>
                      <a:pt x="2233277" y="661848"/>
                      <a:pt x="2377168" y="499843"/>
                      <a:pt x="2517009" y="381431"/>
                    </a:cubicBezTo>
                    <a:cubicBezTo>
                      <a:pt x="2679965" y="243457"/>
                      <a:pt x="2843427" y="159447"/>
                      <a:pt x="3002840" y="131706"/>
                    </a:cubicBezTo>
                    <a:cubicBezTo>
                      <a:pt x="3507343" y="43986"/>
                      <a:pt x="3942052" y="0"/>
                      <a:pt x="4309188" y="0"/>
                    </a:cubicBezTo>
                    <a:cubicBezTo>
                      <a:pt x="4929912" y="0"/>
                      <a:pt x="5357703" y="125663"/>
                      <a:pt x="5604907" y="378171"/>
                    </a:cubicBezTo>
                    <a:cubicBezTo>
                      <a:pt x="5783048" y="560131"/>
                      <a:pt x="5870698" y="811233"/>
                      <a:pt x="5872920" y="1145839"/>
                    </a:cubicBezTo>
                    <a:cubicBezTo>
                      <a:pt x="5874860" y="1440028"/>
                      <a:pt x="5812743" y="1756168"/>
                      <a:pt x="5752678" y="2061909"/>
                    </a:cubicBezTo>
                    <a:cubicBezTo>
                      <a:pt x="5700825" y="2325856"/>
                      <a:pt x="5651840" y="2575187"/>
                      <a:pt x="5649252" y="2786772"/>
                    </a:cubicBezTo>
                    <a:cubicBezTo>
                      <a:pt x="5646357" y="3023708"/>
                      <a:pt x="5702231" y="3179473"/>
                      <a:pt x="5825059" y="3276918"/>
                    </a:cubicBezTo>
                    <a:cubicBezTo>
                      <a:pt x="5957111" y="3381670"/>
                      <a:pt x="6105614" y="3488699"/>
                      <a:pt x="6249223" y="3592186"/>
                    </a:cubicBezTo>
                    <a:cubicBezTo>
                      <a:pt x="6482986" y="3760628"/>
                      <a:pt x="6724679" y="3934831"/>
                      <a:pt x="6890672" y="4096920"/>
                    </a:cubicBezTo>
                    <a:cubicBezTo>
                      <a:pt x="6980009" y="4184190"/>
                      <a:pt x="7041451" y="4261539"/>
                      <a:pt x="7078485" y="4333379"/>
                    </a:cubicBezTo>
                    <a:cubicBezTo>
                      <a:pt x="7120131" y="4414157"/>
                      <a:pt x="7130171" y="4486137"/>
                      <a:pt x="7109221" y="4553395"/>
                    </a:cubicBezTo>
                    <a:cubicBezTo>
                      <a:pt x="7050759" y="4741117"/>
                      <a:pt x="6745628" y="4883897"/>
                      <a:pt x="6176393" y="4989915"/>
                    </a:cubicBezTo>
                    <a:cubicBezTo>
                      <a:pt x="5864034" y="5048095"/>
                      <a:pt x="5463660" y="5095988"/>
                      <a:pt x="4986461" y="5132301"/>
                    </a:cubicBezTo>
                    <a:cubicBezTo>
                      <a:pt x="4483927" y="5170526"/>
                      <a:pt x="3877432" y="5197367"/>
                      <a:pt x="3183850" y="5212011"/>
                    </a:cubicBezTo>
                    <a:lnTo>
                      <a:pt x="3183850" y="5212011"/>
                    </a:lnTo>
                    <a:cubicBezTo>
                      <a:pt x="3090997" y="5213950"/>
                      <a:pt x="2999916" y="5214906"/>
                      <a:pt x="2910719" y="5214906"/>
                    </a:cubicBezTo>
                    <a:close/>
                    <a:moveTo>
                      <a:pt x="1274128" y="1998782"/>
                    </a:moveTo>
                    <a:cubicBezTo>
                      <a:pt x="1259674" y="1998782"/>
                      <a:pt x="1238781" y="2005584"/>
                      <a:pt x="1212179" y="2019019"/>
                    </a:cubicBezTo>
                    <a:cubicBezTo>
                      <a:pt x="1039522" y="2106345"/>
                      <a:pt x="687964" y="2437129"/>
                      <a:pt x="420992" y="2819206"/>
                    </a:cubicBezTo>
                    <a:cubicBezTo>
                      <a:pt x="179131" y="3165392"/>
                      <a:pt x="-84608" y="3676449"/>
                      <a:pt x="32456" y="4145066"/>
                    </a:cubicBezTo>
                    <a:cubicBezTo>
                      <a:pt x="116901" y="4483045"/>
                      <a:pt x="389553" y="4744968"/>
                      <a:pt x="842878" y="4923556"/>
                    </a:cubicBezTo>
                    <a:cubicBezTo>
                      <a:pt x="1375895" y="5133538"/>
                      <a:pt x="2163483" y="5229184"/>
                      <a:pt x="3183737" y="5207879"/>
                    </a:cubicBezTo>
                    <a:lnTo>
                      <a:pt x="3183793" y="5209931"/>
                    </a:lnTo>
                    <a:lnTo>
                      <a:pt x="3183737" y="5207879"/>
                    </a:lnTo>
                    <a:cubicBezTo>
                      <a:pt x="4549672" y="5179014"/>
                      <a:pt x="5528336" y="5106387"/>
                      <a:pt x="6175633" y="4985839"/>
                    </a:cubicBezTo>
                    <a:cubicBezTo>
                      <a:pt x="6743237" y="4880131"/>
                      <a:pt x="7047329" y="4738279"/>
                      <a:pt x="7105284" y="4552159"/>
                    </a:cubicBezTo>
                    <a:cubicBezTo>
                      <a:pt x="7125896" y="4485968"/>
                      <a:pt x="7115942" y="4415028"/>
                      <a:pt x="7074802" y="4335262"/>
                    </a:cubicBezTo>
                    <a:cubicBezTo>
                      <a:pt x="7037993" y="4263815"/>
                      <a:pt x="6976803" y="4186832"/>
                      <a:pt x="6887775" y="4099871"/>
                    </a:cubicBezTo>
                    <a:cubicBezTo>
                      <a:pt x="6722007" y="3937979"/>
                      <a:pt x="6480427" y="3763888"/>
                      <a:pt x="6246777" y="3595531"/>
                    </a:cubicBezTo>
                    <a:cubicBezTo>
                      <a:pt x="6103111" y="3492015"/>
                      <a:pt x="5954581" y="3384959"/>
                      <a:pt x="5822473" y="3280150"/>
                    </a:cubicBezTo>
                    <a:cubicBezTo>
                      <a:pt x="5757009" y="3228209"/>
                      <a:pt x="5711033" y="3160304"/>
                      <a:pt x="5681872" y="3072500"/>
                    </a:cubicBezTo>
                    <a:cubicBezTo>
                      <a:pt x="5655748" y="2993803"/>
                      <a:pt x="5643713" y="2900293"/>
                      <a:pt x="5645091" y="2786687"/>
                    </a:cubicBezTo>
                    <a:cubicBezTo>
                      <a:pt x="5647678" y="2574737"/>
                      <a:pt x="5696691" y="2325237"/>
                      <a:pt x="5748601" y="2061094"/>
                    </a:cubicBezTo>
                    <a:cubicBezTo>
                      <a:pt x="5808638" y="1755550"/>
                      <a:pt x="5870698" y="1439635"/>
                      <a:pt x="5868758" y="1145867"/>
                    </a:cubicBezTo>
                    <a:cubicBezTo>
                      <a:pt x="5866537" y="812386"/>
                      <a:pt x="5779252" y="562211"/>
                      <a:pt x="5601899" y="381066"/>
                    </a:cubicBezTo>
                    <a:cubicBezTo>
                      <a:pt x="5209482" y="-19759"/>
                      <a:pt x="4359524" y="-100002"/>
                      <a:pt x="3003487" y="135782"/>
                    </a:cubicBezTo>
                    <a:cubicBezTo>
                      <a:pt x="2704767" y="187722"/>
                      <a:pt x="2406834" y="426373"/>
                      <a:pt x="2092648" y="865366"/>
                    </a:cubicBezTo>
                    <a:cubicBezTo>
                      <a:pt x="1829078" y="1233615"/>
                      <a:pt x="1608673" y="1670078"/>
                      <a:pt x="1447742" y="1988748"/>
                    </a:cubicBezTo>
                    <a:cubicBezTo>
                      <a:pt x="1306522" y="2268378"/>
                      <a:pt x="1211870" y="2455819"/>
                      <a:pt x="1162407" y="2455847"/>
                    </a:cubicBezTo>
                    <a:cubicBezTo>
                      <a:pt x="1160945" y="2455847"/>
                      <a:pt x="1159539" y="2455679"/>
                      <a:pt x="1158189" y="2455370"/>
                    </a:cubicBezTo>
                    <a:cubicBezTo>
                      <a:pt x="1136480" y="2450254"/>
                      <a:pt x="1126244" y="2406212"/>
                      <a:pt x="1125963" y="2316805"/>
                    </a:cubicBezTo>
                    <a:lnTo>
                      <a:pt x="1125963" y="2316103"/>
                    </a:lnTo>
                    <a:cubicBezTo>
                      <a:pt x="1125963" y="2316103"/>
                      <a:pt x="1126385" y="2315541"/>
                      <a:pt x="1126385" y="2315541"/>
                    </a:cubicBezTo>
                    <a:cubicBezTo>
                      <a:pt x="1195139" y="2225994"/>
                      <a:pt x="1244068" y="2153227"/>
                      <a:pt x="1271766" y="2099262"/>
                    </a:cubicBezTo>
                    <a:cubicBezTo>
                      <a:pt x="1302895" y="2038637"/>
                      <a:pt x="1300336" y="2014971"/>
                      <a:pt x="1292715" y="2005809"/>
                    </a:cubicBezTo>
                    <a:cubicBezTo>
                      <a:pt x="1288835" y="2001115"/>
                      <a:pt x="1282564" y="1998782"/>
                      <a:pt x="1274100" y="1998782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95D9FE2-320A-860D-21BC-82FA176298A9}"/>
                  </a:ext>
                </a:extLst>
              </p:cNvPr>
              <p:cNvSpPr/>
              <p:nvPr/>
            </p:nvSpPr>
            <p:spPr>
              <a:xfrm>
                <a:off x="-1536226" y="993133"/>
                <a:ext cx="7336349" cy="5229269"/>
              </a:xfrm>
              <a:custGeom>
                <a:avLst/>
                <a:gdLst>
                  <a:gd name="connsiteX0" fmla="*/ 2999443 w 7336349"/>
                  <a:gd name="connsiteY0" fmla="*/ 5229270 h 5229269"/>
                  <a:gd name="connsiteX1" fmla="*/ 1833583 w 7336349"/>
                  <a:gd name="connsiteY1" fmla="*/ 5166508 h 5229269"/>
                  <a:gd name="connsiteX2" fmla="*/ 853850 w 7336349"/>
                  <a:gd name="connsiteY2" fmla="*/ 4944187 h 5229269"/>
                  <a:gd name="connsiteX3" fmla="*/ 24166 w 7336349"/>
                  <a:gd name="connsiteY3" fmla="*/ 4165669 h 5229269"/>
                  <a:gd name="connsiteX4" fmla="*/ 1390860 w 7336349"/>
                  <a:gd name="connsiteY4" fmla="*/ 1965056 h 5229269"/>
                  <a:gd name="connsiteX5" fmla="*/ 1488184 w 7336349"/>
                  <a:gd name="connsiteY5" fmla="*/ 1952155 h 5229269"/>
                  <a:gd name="connsiteX6" fmla="*/ 1492289 w 7336349"/>
                  <a:gd name="connsiteY6" fmla="*/ 1960812 h 5229269"/>
                  <a:gd name="connsiteX7" fmla="*/ 2033911 w 7336349"/>
                  <a:gd name="connsiteY7" fmla="*/ 1064079 h 5229269"/>
                  <a:gd name="connsiteX8" fmla="*/ 3120332 w 7336349"/>
                  <a:gd name="connsiteY8" fmla="*/ 150511 h 5229269"/>
                  <a:gd name="connsiteX9" fmla="*/ 4185128 w 7336349"/>
                  <a:gd name="connsiteY9" fmla="*/ 12902 h 5229269"/>
                  <a:gd name="connsiteX10" fmla="*/ 4974910 w 7336349"/>
                  <a:gd name="connsiteY10" fmla="*/ 21334 h 5229269"/>
                  <a:gd name="connsiteX11" fmla="*/ 5526795 w 7336349"/>
                  <a:gd name="connsiteY11" fmla="*/ 153884 h 5229269"/>
                  <a:gd name="connsiteX12" fmla="*/ 5877819 w 7336349"/>
                  <a:gd name="connsiteY12" fmla="*/ 388712 h 5229269"/>
                  <a:gd name="connsiteX13" fmla="*/ 6123504 w 7336349"/>
                  <a:gd name="connsiteY13" fmla="*/ 1186876 h 5229269"/>
                  <a:gd name="connsiteX14" fmla="*/ 5956583 w 7336349"/>
                  <a:gd name="connsiteY14" fmla="*/ 2138416 h 5229269"/>
                  <a:gd name="connsiteX15" fmla="*/ 5818682 w 7336349"/>
                  <a:gd name="connsiteY15" fmla="*/ 2857938 h 5229269"/>
                  <a:gd name="connsiteX16" fmla="*/ 5947163 w 7336349"/>
                  <a:gd name="connsiteY16" fmla="*/ 3355448 h 5229269"/>
                  <a:gd name="connsiteX17" fmla="*/ 6639480 w 7336349"/>
                  <a:gd name="connsiteY17" fmla="*/ 3912010 h 5229269"/>
                  <a:gd name="connsiteX18" fmla="*/ 7328451 w 7336349"/>
                  <a:gd name="connsiteY18" fmla="*/ 4670432 h 5229269"/>
                  <a:gd name="connsiteX19" fmla="*/ 7073767 w 7336349"/>
                  <a:gd name="connsiteY19" fmla="*/ 4876395 h 5229269"/>
                  <a:gd name="connsiteX20" fmla="*/ 6384881 w 7336349"/>
                  <a:gd name="connsiteY20" fmla="*/ 5039046 h 5229269"/>
                  <a:gd name="connsiteX21" fmla="*/ 3285200 w 7336349"/>
                  <a:gd name="connsiteY21" fmla="*/ 5226318 h 5229269"/>
                  <a:gd name="connsiteX22" fmla="*/ 2999472 w 7336349"/>
                  <a:gd name="connsiteY22" fmla="*/ 5229242 h 5229269"/>
                  <a:gd name="connsiteX23" fmla="*/ 1463944 w 7336349"/>
                  <a:gd name="connsiteY23" fmla="*/ 1946225 h 5229269"/>
                  <a:gd name="connsiteX24" fmla="*/ 1392435 w 7336349"/>
                  <a:gd name="connsiteY24" fmla="*/ 1968344 h 5229269"/>
                  <a:gd name="connsiteX25" fmla="*/ 997122 w 7336349"/>
                  <a:gd name="connsiteY25" fmla="*/ 2260004 h 5229269"/>
                  <a:gd name="connsiteX26" fmla="*/ 495825 w 7336349"/>
                  <a:gd name="connsiteY26" fmla="*/ 2800151 h 5229269"/>
                  <a:gd name="connsiteX27" fmla="*/ 27709 w 7336349"/>
                  <a:gd name="connsiteY27" fmla="*/ 4164827 h 5229269"/>
                  <a:gd name="connsiteX28" fmla="*/ 855144 w 7336349"/>
                  <a:gd name="connsiteY28" fmla="*/ 4940786 h 5229269"/>
                  <a:gd name="connsiteX29" fmla="*/ 2999246 w 7336349"/>
                  <a:gd name="connsiteY29" fmla="*/ 5225644 h 5229269"/>
                  <a:gd name="connsiteX30" fmla="*/ 3285088 w 7336349"/>
                  <a:gd name="connsiteY30" fmla="*/ 5222721 h 5229269"/>
                  <a:gd name="connsiteX31" fmla="*/ 3285088 w 7336349"/>
                  <a:gd name="connsiteY31" fmla="*/ 5224548 h 5229269"/>
                  <a:gd name="connsiteX32" fmla="*/ 3285088 w 7336349"/>
                  <a:gd name="connsiteY32" fmla="*/ 5222721 h 5229269"/>
                  <a:gd name="connsiteX33" fmla="*/ 6384290 w 7336349"/>
                  <a:gd name="connsiteY33" fmla="*/ 5035505 h 5229269"/>
                  <a:gd name="connsiteX34" fmla="*/ 7072333 w 7336349"/>
                  <a:gd name="connsiteY34" fmla="*/ 4873078 h 5229269"/>
                  <a:gd name="connsiteX35" fmla="*/ 7324907 w 7336349"/>
                  <a:gd name="connsiteY35" fmla="*/ 4669392 h 5229269"/>
                  <a:gd name="connsiteX36" fmla="*/ 6637259 w 7336349"/>
                  <a:gd name="connsiteY36" fmla="*/ 3914989 h 5229269"/>
                  <a:gd name="connsiteX37" fmla="*/ 5944548 w 7336349"/>
                  <a:gd name="connsiteY37" fmla="*/ 3358090 h 5229269"/>
                  <a:gd name="connsiteX38" fmla="*/ 5830577 w 7336349"/>
                  <a:gd name="connsiteY38" fmla="*/ 3144623 h 5229269"/>
                  <a:gd name="connsiteX39" fmla="*/ 5814970 w 7336349"/>
                  <a:gd name="connsiteY39" fmla="*/ 2857713 h 5229269"/>
                  <a:gd name="connsiteX40" fmla="*/ 5952955 w 7336349"/>
                  <a:gd name="connsiteY40" fmla="*/ 2137601 h 5229269"/>
                  <a:gd name="connsiteX41" fmla="*/ 6119792 w 7336349"/>
                  <a:gd name="connsiteY41" fmla="*/ 1186763 h 5229269"/>
                  <a:gd name="connsiteX42" fmla="*/ 5875091 w 7336349"/>
                  <a:gd name="connsiteY42" fmla="*/ 391242 h 5229269"/>
                  <a:gd name="connsiteX43" fmla="*/ 4974432 w 7336349"/>
                  <a:gd name="connsiteY43" fmla="*/ 24988 h 5229269"/>
                  <a:gd name="connsiteX44" fmla="*/ 3120922 w 7336349"/>
                  <a:gd name="connsiteY44" fmla="*/ 154137 h 5229269"/>
                  <a:gd name="connsiteX45" fmla="*/ 2036835 w 7336349"/>
                  <a:gd name="connsiteY45" fmla="*/ 1066215 h 5229269"/>
                  <a:gd name="connsiteX46" fmla="*/ 1493218 w 7336349"/>
                  <a:gd name="connsiteY46" fmla="*/ 1966827 h 5229269"/>
                  <a:gd name="connsiteX47" fmla="*/ 1397778 w 7336349"/>
                  <a:gd name="connsiteY47" fmla="*/ 2150417 h 5229269"/>
                  <a:gd name="connsiteX48" fmla="*/ 1344743 w 7336349"/>
                  <a:gd name="connsiteY48" fmla="*/ 2254579 h 5229269"/>
                  <a:gd name="connsiteX49" fmla="*/ 1246688 w 7336349"/>
                  <a:gd name="connsiteY49" fmla="*/ 2429513 h 5229269"/>
                  <a:gd name="connsiteX50" fmla="*/ 1281838 w 7336349"/>
                  <a:gd name="connsiteY50" fmla="*/ 2290471 h 5229269"/>
                  <a:gd name="connsiteX51" fmla="*/ 1281951 w 7336349"/>
                  <a:gd name="connsiteY51" fmla="*/ 2290134 h 5229269"/>
                  <a:gd name="connsiteX52" fmla="*/ 1282176 w 7336349"/>
                  <a:gd name="connsiteY52" fmla="*/ 2289853 h 5229269"/>
                  <a:gd name="connsiteX53" fmla="*/ 1394066 w 7336349"/>
                  <a:gd name="connsiteY53" fmla="*/ 2149658 h 5229269"/>
                  <a:gd name="connsiteX54" fmla="*/ 1489590 w 7336349"/>
                  <a:gd name="connsiteY54" fmla="*/ 1965899 h 5229269"/>
                  <a:gd name="connsiteX55" fmla="*/ 1485288 w 7336349"/>
                  <a:gd name="connsiteY55" fmla="*/ 1954404 h 5229269"/>
                  <a:gd name="connsiteX56" fmla="*/ 1463916 w 7336349"/>
                  <a:gd name="connsiteY56" fmla="*/ 1946225 h 5229269"/>
                  <a:gd name="connsiteX57" fmla="*/ 1285213 w 7336349"/>
                  <a:gd name="connsiteY57" fmla="*/ 2291933 h 5229269"/>
                  <a:gd name="connsiteX58" fmla="*/ 1248207 w 7336349"/>
                  <a:gd name="connsiteY58" fmla="*/ 2425831 h 5229269"/>
                  <a:gd name="connsiteX59" fmla="*/ 1341509 w 7336349"/>
                  <a:gd name="connsiteY59" fmla="*/ 2252949 h 5229269"/>
                  <a:gd name="connsiteX60" fmla="*/ 1384702 w 7336349"/>
                  <a:gd name="connsiteY60" fmla="*/ 2168068 h 5229269"/>
                  <a:gd name="connsiteX61" fmla="*/ 1285213 w 7336349"/>
                  <a:gd name="connsiteY61" fmla="*/ 2291933 h 5229269"/>
                  <a:gd name="connsiteX62" fmla="*/ 1489871 w 7336349"/>
                  <a:gd name="connsiteY62" fmla="*/ 1973235 h 5229269"/>
                  <a:gd name="connsiteX63" fmla="*/ 1407985 w 7336349"/>
                  <a:gd name="connsiteY63" fmla="*/ 2130574 h 5229269"/>
                  <a:gd name="connsiteX64" fmla="*/ 1489871 w 7336349"/>
                  <a:gd name="connsiteY64" fmla="*/ 1973235 h 5229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7336349" h="5229269">
                    <a:moveTo>
                      <a:pt x="2999443" y="5229270"/>
                    </a:moveTo>
                    <a:cubicBezTo>
                      <a:pt x="2565269" y="5229270"/>
                      <a:pt x="2174174" y="5208246"/>
                      <a:pt x="1833583" y="5166508"/>
                    </a:cubicBezTo>
                    <a:cubicBezTo>
                      <a:pt x="1448366" y="5119290"/>
                      <a:pt x="1118714" y="5044499"/>
                      <a:pt x="853850" y="4944187"/>
                    </a:cubicBezTo>
                    <a:cubicBezTo>
                      <a:pt x="383401" y="4765993"/>
                      <a:pt x="104252" y="4504070"/>
                      <a:pt x="24166" y="4165669"/>
                    </a:cubicBezTo>
                    <a:cubicBezTo>
                      <a:pt x="-185469" y="3279786"/>
                      <a:pt x="1027661" y="2137966"/>
                      <a:pt x="1390860" y="1965056"/>
                    </a:cubicBezTo>
                    <a:cubicBezTo>
                      <a:pt x="1442911" y="1940266"/>
                      <a:pt x="1475642" y="1935938"/>
                      <a:pt x="1488184" y="1952155"/>
                    </a:cubicBezTo>
                    <a:cubicBezTo>
                      <a:pt x="1490068" y="1954600"/>
                      <a:pt x="1491418" y="1957495"/>
                      <a:pt x="1492289" y="1960812"/>
                    </a:cubicBezTo>
                    <a:cubicBezTo>
                      <a:pt x="1629459" y="1701896"/>
                      <a:pt x="1815052" y="1373361"/>
                      <a:pt x="2033911" y="1064079"/>
                    </a:cubicBezTo>
                    <a:cubicBezTo>
                      <a:pt x="2420394" y="517889"/>
                      <a:pt x="2785927" y="210518"/>
                      <a:pt x="3120332" y="150511"/>
                    </a:cubicBezTo>
                    <a:cubicBezTo>
                      <a:pt x="3513788" y="79908"/>
                      <a:pt x="3872039" y="33589"/>
                      <a:pt x="4185128" y="12902"/>
                    </a:cubicBezTo>
                    <a:cubicBezTo>
                      <a:pt x="4482611" y="-6772"/>
                      <a:pt x="4748318" y="-3933"/>
                      <a:pt x="4974910" y="21334"/>
                    </a:cubicBezTo>
                    <a:cubicBezTo>
                      <a:pt x="5188735" y="45196"/>
                      <a:pt x="5374412" y="89773"/>
                      <a:pt x="5526795" y="153884"/>
                    </a:cubicBezTo>
                    <a:cubicBezTo>
                      <a:pt x="5669280" y="213834"/>
                      <a:pt x="5787356" y="292813"/>
                      <a:pt x="5877819" y="388712"/>
                    </a:cubicBezTo>
                    <a:cubicBezTo>
                      <a:pt x="6055960" y="577559"/>
                      <a:pt x="6136327" y="838638"/>
                      <a:pt x="6123504" y="1186876"/>
                    </a:cubicBezTo>
                    <a:cubicBezTo>
                      <a:pt x="6112256" y="1492841"/>
                      <a:pt x="6033098" y="1821039"/>
                      <a:pt x="5956583" y="2138416"/>
                    </a:cubicBezTo>
                    <a:cubicBezTo>
                      <a:pt x="5893538" y="2399833"/>
                      <a:pt x="5834007" y="2646719"/>
                      <a:pt x="5818682" y="2857938"/>
                    </a:cubicBezTo>
                    <a:cubicBezTo>
                      <a:pt x="5801500" y="3094509"/>
                      <a:pt x="5842331" y="3252607"/>
                      <a:pt x="5947163" y="3355448"/>
                    </a:cubicBezTo>
                    <a:cubicBezTo>
                      <a:pt x="6148896" y="3553345"/>
                      <a:pt x="6398294" y="3735671"/>
                      <a:pt x="6639480" y="3912010"/>
                    </a:cubicBezTo>
                    <a:cubicBezTo>
                      <a:pt x="7044241" y="4207914"/>
                      <a:pt x="7393774" y="4463456"/>
                      <a:pt x="7328451" y="4670432"/>
                    </a:cubicBezTo>
                    <a:cubicBezTo>
                      <a:pt x="7303452" y="4749607"/>
                      <a:pt x="7220160" y="4816950"/>
                      <a:pt x="7073767" y="4876395"/>
                    </a:cubicBezTo>
                    <a:cubicBezTo>
                      <a:pt x="6916998" y="4940027"/>
                      <a:pt x="6691643" y="4993233"/>
                      <a:pt x="6384881" y="5039046"/>
                    </a:cubicBezTo>
                    <a:cubicBezTo>
                      <a:pt x="5734940" y="5136097"/>
                      <a:pt x="4721013" y="5197369"/>
                      <a:pt x="3285200" y="5226318"/>
                    </a:cubicBezTo>
                    <a:cubicBezTo>
                      <a:pt x="3188045" y="5228258"/>
                      <a:pt x="3092746" y="5229242"/>
                      <a:pt x="2999472" y="5229242"/>
                    </a:cubicBezTo>
                    <a:close/>
                    <a:moveTo>
                      <a:pt x="1463944" y="1946225"/>
                    </a:moveTo>
                    <a:cubicBezTo>
                      <a:pt x="1447466" y="1946225"/>
                      <a:pt x="1423339" y="1953645"/>
                      <a:pt x="1392435" y="1968344"/>
                    </a:cubicBezTo>
                    <a:cubicBezTo>
                      <a:pt x="1298036" y="2013286"/>
                      <a:pt x="1150265" y="2122311"/>
                      <a:pt x="997122" y="2260004"/>
                    </a:cubicBezTo>
                    <a:cubicBezTo>
                      <a:pt x="871313" y="2373132"/>
                      <a:pt x="682205" y="2558690"/>
                      <a:pt x="495825" y="2800151"/>
                    </a:cubicBezTo>
                    <a:cubicBezTo>
                      <a:pt x="219629" y="3157973"/>
                      <a:pt x="-85783" y="3685192"/>
                      <a:pt x="27709" y="4164827"/>
                    </a:cubicBezTo>
                    <a:cubicBezTo>
                      <a:pt x="107486" y="4501990"/>
                      <a:pt x="385875" y="4763042"/>
                      <a:pt x="855144" y="4940786"/>
                    </a:cubicBezTo>
                    <a:cubicBezTo>
                      <a:pt x="1354754" y="5130026"/>
                      <a:pt x="2075248" y="5225644"/>
                      <a:pt x="2999246" y="5225644"/>
                    </a:cubicBezTo>
                    <a:cubicBezTo>
                      <a:pt x="3092493" y="5225644"/>
                      <a:pt x="3187679" y="5224660"/>
                      <a:pt x="3285088" y="5222721"/>
                    </a:cubicBezTo>
                    <a:lnTo>
                      <a:pt x="3285088" y="5224548"/>
                    </a:lnTo>
                    <a:cubicBezTo>
                      <a:pt x="3285088" y="5224548"/>
                      <a:pt x="3285088" y="5222721"/>
                      <a:pt x="3285088" y="5222721"/>
                    </a:cubicBezTo>
                    <a:cubicBezTo>
                      <a:pt x="4720732" y="5193771"/>
                      <a:pt x="5734490" y="5132528"/>
                      <a:pt x="6384290" y="5035505"/>
                    </a:cubicBezTo>
                    <a:cubicBezTo>
                      <a:pt x="6690771" y="4989748"/>
                      <a:pt x="6915844" y="4936598"/>
                      <a:pt x="7072333" y="4873078"/>
                    </a:cubicBezTo>
                    <a:cubicBezTo>
                      <a:pt x="7217658" y="4814083"/>
                      <a:pt x="7300275" y="4747471"/>
                      <a:pt x="7324907" y="4669392"/>
                    </a:cubicBezTo>
                    <a:cubicBezTo>
                      <a:pt x="7389472" y="4464890"/>
                      <a:pt x="7040894" y="4210078"/>
                      <a:pt x="6637259" y="3914989"/>
                    </a:cubicBezTo>
                    <a:cubicBezTo>
                      <a:pt x="6395960" y="3738594"/>
                      <a:pt x="6146478" y="3556184"/>
                      <a:pt x="5944548" y="3358090"/>
                    </a:cubicBezTo>
                    <a:cubicBezTo>
                      <a:pt x="5888729" y="3303339"/>
                      <a:pt x="5851442" y="3233495"/>
                      <a:pt x="5830577" y="3144623"/>
                    </a:cubicBezTo>
                    <a:cubicBezTo>
                      <a:pt x="5811849" y="3064913"/>
                      <a:pt x="5806759" y="2971066"/>
                      <a:pt x="5814970" y="2857713"/>
                    </a:cubicBezTo>
                    <a:cubicBezTo>
                      <a:pt x="5830323" y="2646213"/>
                      <a:pt x="5889910" y="2399158"/>
                      <a:pt x="5952955" y="2137601"/>
                    </a:cubicBezTo>
                    <a:cubicBezTo>
                      <a:pt x="6029442" y="1820393"/>
                      <a:pt x="6108544" y="1492364"/>
                      <a:pt x="6119792" y="1186763"/>
                    </a:cubicBezTo>
                    <a:cubicBezTo>
                      <a:pt x="6132559" y="839566"/>
                      <a:pt x="6052529" y="579357"/>
                      <a:pt x="5875091" y="391242"/>
                    </a:cubicBezTo>
                    <a:cubicBezTo>
                      <a:pt x="5686546" y="191377"/>
                      <a:pt x="5391931" y="71560"/>
                      <a:pt x="4974432" y="24988"/>
                    </a:cubicBezTo>
                    <a:cubicBezTo>
                      <a:pt x="4510478" y="-26756"/>
                      <a:pt x="3886858" y="16697"/>
                      <a:pt x="3120922" y="154137"/>
                    </a:cubicBezTo>
                    <a:cubicBezTo>
                      <a:pt x="2787502" y="213975"/>
                      <a:pt x="2422756" y="520840"/>
                      <a:pt x="2036835" y="1066215"/>
                    </a:cubicBezTo>
                    <a:cubicBezTo>
                      <a:pt x="1816908" y="1377015"/>
                      <a:pt x="1630528" y="1707349"/>
                      <a:pt x="1493218" y="1966827"/>
                    </a:cubicBezTo>
                    <a:cubicBezTo>
                      <a:pt x="1495664" y="1998812"/>
                      <a:pt x="1462876" y="2061629"/>
                      <a:pt x="1397778" y="2150417"/>
                    </a:cubicBezTo>
                    <a:cubicBezTo>
                      <a:pt x="1378487" y="2188108"/>
                      <a:pt x="1360772" y="2223016"/>
                      <a:pt x="1344743" y="2254579"/>
                    </a:cubicBezTo>
                    <a:cubicBezTo>
                      <a:pt x="1270309" y="2401182"/>
                      <a:pt x="1253718" y="2432408"/>
                      <a:pt x="1246688" y="2429513"/>
                    </a:cubicBezTo>
                    <a:cubicBezTo>
                      <a:pt x="1242020" y="2427602"/>
                      <a:pt x="1241795" y="2416500"/>
                      <a:pt x="1281838" y="2290471"/>
                    </a:cubicBezTo>
                    <a:lnTo>
                      <a:pt x="1281951" y="2290134"/>
                    </a:lnTo>
                    <a:lnTo>
                      <a:pt x="1282176" y="2289853"/>
                    </a:lnTo>
                    <a:cubicBezTo>
                      <a:pt x="1328799" y="2234736"/>
                      <a:pt x="1365440" y="2188473"/>
                      <a:pt x="1394066" y="2149658"/>
                    </a:cubicBezTo>
                    <a:cubicBezTo>
                      <a:pt x="1422523" y="2094064"/>
                      <a:pt x="1454440" y="2032314"/>
                      <a:pt x="1489590" y="1965899"/>
                    </a:cubicBezTo>
                    <a:cubicBezTo>
                      <a:pt x="1488971" y="1960784"/>
                      <a:pt x="1487340" y="1957074"/>
                      <a:pt x="1485288" y="1954404"/>
                    </a:cubicBezTo>
                    <a:cubicBezTo>
                      <a:pt x="1481070" y="1948951"/>
                      <a:pt x="1473899" y="1946225"/>
                      <a:pt x="1463916" y="1946225"/>
                    </a:cubicBezTo>
                    <a:close/>
                    <a:moveTo>
                      <a:pt x="1285213" y="2291933"/>
                    </a:moveTo>
                    <a:cubicBezTo>
                      <a:pt x="1274246" y="2326447"/>
                      <a:pt x="1245957" y="2415516"/>
                      <a:pt x="1248207" y="2425831"/>
                    </a:cubicBezTo>
                    <a:cubicBezTo>
                      <a:pt x="1256446" y="2420491"/>
                      <a:pt x="1292327" y="2349832"/>
                      <a:pt x="1341509" y="2252949"/>
                    </a:cubicBezTo>
                    <a:cubicBezTo>
                      <a:pt x="1354782" y="2226838"/>
                      <a:pt x="1369180" y="2198451"/>
                      <a:pt x="1384702" y="2168068"/>
                    </a:cubicBezTo>
                    <a:cubicBezTo>
                      <a:pt x="1356722" y="2205281"/>
                      <a:pt x="1323484" y="2246682"/>
                      <a:pt x="1285213" y="2291933"/>
                    </a:cubicBezTo>
                    <a:close/>
                    <a:moveTo>
                      <a:pt x="1489871" y="1973235"/>
                    </a:moveTo>
                    <a:cubicBezTo>
                      <a:pt x="1460204" y="2029363"/>
                      <a:pt x="1432844" y="2082147"/>
                      <a:pt x="1407985" y="2130574"/>
                    </a:cubicBezTo>
                    <a:cubicBezTo>
                      <a:pt x="1470721" y="2042826"/>
                      <a:pt x="1488718" y="1997069"/>
                      <a:pt x="1489871" y="1973235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672114A-875A-B39E-C1AF-1EC33AABB28A}"/>
                  </a:ext>
                </a:extLst>
              </p:cNvPr>
              <p:cNvSpPr/>
              <p:nvPr/>
            </p:nvSpPr>
            <p:spPr>
              <a:xfrm>
                <a:off x="-1692135" y="1013751"/>
                <a:ext cx="7591479" cy="5245555"/>
              </a:xfrm>
              <a:custGeom>
                <a:avLst/>
                <a:gdLst>
                  <a:gd name="connsiteX0" fmla="*/ 3137186 w 7591479"/>
                  <a:gd name="connsiteY0" fmla="*/ 5245499 h 5245555"/>
                  <a:gd name="connsiteX1" fmla="*/ 1919417 w 7591479"/>
                  <a:gd name="connsiteY1" fmla="*/ 5181080 h 5245555"/>
                  <a:gd name="connsiteX2" fmla="*/ 897813 w 7591479"/>
                  <a:gd name="connsiteY2" fmla="*/ 4954009 h 5245555"/>
                  <a:gd name="connsiteX3" fmla="*/ 26398 w 7591479"/>
                  <a:gd name="connsiteY3" fmla="*/ 4158655 h 5245555"/>
                  <a:gd name="connsiteX4" fmla="*/ 94365 w 7591479"/>
                  <a:gd name="connsiteY4" fmla="*/ 3467717 h 5245555"/>
                  <a:gd name="connsiteX5" fmla="*/ 493305 w 7591479"/>
                  <a:gd name="connsiteY5" fmla="*/ 2789455 h 5245555"/>
                  <a:gd name="connsiteX6" fmla="*/ 1488391 w 7591479"/>
                  <a:gd name="connsiteY6" fmla="*/ 1898147 h 5245555"/>
                  <a:gd name="connsiteX7" fmla="*/ 1590777 w 7591479"/>
                  <a:gd name="connsiteY7" fmla="*/ 1856887 h 5245555"/>
                  <a:gd name="connsiteX8" fmla="*/ 1992613 w 7591479"/>
                  <a:gd name="connsiteY8" fmla="*/ 1247935 h 5245555"/>
                  <a:gd name="connsiteX9" fmla="*/ 2610581 w 7591479"/>
                  <a:gd name="connsiteY9" fmla="*/ 552191 h 5245555"/>
                  <a:gd name="connsiteX10" fmla="*/ 3279390 w 7591479"/>
                  <a:gd name="connsiteY10" fmla="*/ 171434 h 5245555"/>
                  <a:gd name="connsiteX11" fmla="*/ 4414149 w 7591479"/>
                  <a:gd name="connsiteY11" fmla="*/ 17102 h 5245555"/>
                  <a:gd name="connsiteX12" fmla="*/ 5249879 w 7591479"/>
                  <a:gd name="connsiteY12" fmla="*/ 18817 h 5245555"/>
                  <a:gd name="connsiteX13" fmla="*/ 5827269 w 7591479"/>
                  <a:gd name="connsiteY13" fmla="*/ 153025 h 5245555"/>
                  <a:gd name="connsiteX14" fmla="*/ 6186897 w 7591479"/>
                  <a:gd name="connsiteY14" fmla="*/ 396201 h 5245555"/>
                  <a:gd name="connsiteX15" fmla="*/ 6381685 w 7591479"/>
                  <a:gd name="connsiteY15" fmla="*/ 771814 h 5245555"/>
                  <a:gd name="connsiteX16" fmla="*/ 6408821 w 7591479"/>
                  <a:gd name="connsiteY16" fmla="*/ 1221487 h 5245555"/>
                  <a:gd name="connsiteX17" fmla="*/ 6194546 w 7591479"/>
                  <a:gd name="connsiteY17" fmla="*/ 2206867 h 5245555"/>
                  <a:gd name="connsiteX18" fmla="*/ 6023575 w 7591479"/>
                  <a:gd name="connsiteY18" fmla="*/ 2926923 h 5245555"/>
                  <a:gd name="connsiteX19" fmla="*/ 6110748 w 7591479"/>
                  <a:gd name="connsiteY19" fmla="*/ 3436126 h 5245555"/>
                  <a:gd name="connsiteX20" fmla="*/ 7008033 w 7591479"/>
                  <a:gd name="connsiteY20" fmla="*/ 4189994 h 5245555"/>
                  <a:gd name="connsiteX21" fmla="*/ 7586183 w 7591479"/>
                  <a:gd name="connsiteY21" fmla="*/ 4784724 h 5245555"/>
                  <a:gd name="connsiteX22" fmla="*/ 7337038 w 7591479"/>
                  <a:gd name="connsiteY22" fmla="*/ 4957185 h 5245555"/>
                  <a:gd name="connsiteX23" fmla="*/ 6635835 w 7591479"/>
                  <a:gd name="connsiteY23" fmla="*/ 5088273 h 5245555"/>
                  <a:gd name="connsiteX24" fmla="*/ 3428117 w 7591479"/>
                  <a:gd name="connsiteY24" fmla="*/ 5242717 h 5245555"/>
                  <a:gd name="connsiteX25" fmla="*/ 3137242 w 7591479"/>
                  <a:gd name="connsiteY25" fmla="*/ 5245555 h 5245555"/>
                  <a:gd name="connsiteX26" fmla="*/ 1588415 w 7591479"/>
                  <a:gd name="connsiteY26" fmla="*/ 1860906 h 5245555"/>
                  <a:gd name="connsiteX27" fmla="*/ 1489797 w 7591479"/>
                  <a:gd name="connsiteY27" fmla="*/ 1900930 h 5245555"/>
                  <a:gd name="connsiteX28" fmla="*/ 495751 w 7591479"/>
                  <a:gd name="connsiteY28" fmla="*/ 2791366 h 5245555"/>
                  <a:gd name="connsiteX29" fmla="*/ 29407 w 7591479"/>
                  <a:gd name="connsiteY29" fmla="*/ 4157896 h 5245555"/>
                  <a:gd name="connsiteX30" fmla="*/ 898881 w 7591479"/>
                  <a:gd name="connsiteY30" fmla="*/ 4951057 h 5245555"/>
                  <a:gd name="connsiteX31" fmla="*/ 3428005 w 7591479"/>
                  <a:gd name="connsiteY31" fmla="*/ 5239513 h 5245555"/>
                  <a:gd name="connsiteX32" fmla="*/ 3428005 w 7591479"/>
                  <a:gd name="connsiteY32" fmla="*/ 5241087 h 5245555"/>
                  <a:gd name="connsiteX33" fmla="*/ 3428005 w 7591479"/>
                  <a:gd name="connsiteY33" fmla="*/ 5239513 h 5245555"/>
                  <a:gd name="connsiteX34" fmla="*/ 6635441 w 7591479"/>
                  <a:gd name="connsiteY34" fmla="*/ 5085096 h 5245555"/>
                  <a:gd name="connsiteX35" fmla="*/ 7336026 w 7591479"/>
                  <a:gd name="connsiteY35" fmla="*/ 4954149 h 5245555"/>
                  <a:gd name="connsiteX36" fmla="*/ 7583145 w 7591479"/>
                  <a:gd name="connsiteY36" fmla="*/ 4783768 h 5245555"/>
                  <a:gd name="connsiteX37" fmla="*/ 7006205 w 7591479"/>
                  <a:gd name="connsiteY37" fmla="*/ 4192523 h 5245555"/>
                  <a:gd name="connsiteX38" fmla="*/ 6108302 w 7591479"/>
                  <a:gd name="connsiteY38" fmla="*/ 3438065 h 5245555"/>
                  <a:gd name="connsiteX39" fmla="*/ 6020454 w 7591479"/>
                  <a:gd name="connsiteY39" fmla="*/ 2926474 h 5245555"/>
                  <a:gd name="connsiteX40" fmla="*/ 6191509 w 7591479"/>
                  <a:gd name="connsiteY40" fmla="*/ 2205968 h 5245555"/>
                  <a:gd name="connsiteX41" fmla="*/ 6405672 w 7591479"/>
                  <a:gd name="connsiteY41" fmla="*/ 1221206 h 5245555"/>
                  <a:gd name="connsiteX42" fmla="*/ 6184563 w 7591479"/>
                  <a:gd name="connsiteY42" fmla="*/ 398280 h 5245555"/>
                  <a:gd name="connsiteX43" fmla="*/ 5249570 w 7591479"/>
                  <a:gd name="connsiteY43" fmla="*/ 21909 h 5245555"/>
                  <a:gd name="connsiteX44" fmla="*/ 3279980 w 7591479"/>
                  <a:gd name="connsiteY44" fmla="*/ 174470 h 5245555"/>
                  <a:gd name="connsiteX45" fmla="*/ 2612662 w 7591479"/>
                  <a:gd name="connsiteY45" fmla="*/ 554495 h 5245555"/>
                  <a:gd name="connsiteX46" fmla="*/ 1995116 w 7591479"/>
                  <a:gd name="connsiteY46" fmla="*/ 1249734 h 5245555"/>
                  <a:gd name="connsiteX47" fmla="*/ 1595051 w 7591479"/>
                  <a:gd name="connsiteY47" fmla="*/ 1855734 h 5245555"/>
                  <a:gd name="connsiteX48" fmla="*/ 1678624 w 7591479"/>
                  <a:gd name="connsiteY48" fmla="*/ 1866274 h 5245555"/>
                  <a:gd name="connsiteX49" fmla="*/ 1481952 w 7591479"/>
                  <a:gd name="connsiteY49" fmla="*/ 2268223 h 5245555"/>
                  <a:gd name="connsiteX50" fmla="*/ 1353724 w 7591479"/>
                  <a:gd name="connsiteY50" fmla="*/ 2392453 h 5245555"/>
                  <a:gd name="connsiteX51" fmla="*/ 1346919 w 7591479"/>
                  <a:gd name="connsiteY51" fmla="*/ 2369237 h 5245555"/>
                  <a:gd name="connsiteX52" fmla="*/ 1534846 w 7591479"/>
                  <a:gd name="connsiteY52" fmla="*/ 1954697 h 5245555"/>
                  <a:gd name="connsiteX53" fmla="*/ 1588415 w 7591479"/>
                  <a:gd name="connsiteY53" fmla="*/ 1860878 h 5245555"/>
                  <a:gd name="connsiteX54" fmla="*/ 1592717 w 7591479"/>
                  <a:gd name="connsiteY54" fmla="*/ 1859754 h 5245555"/>
                  <a:gd name="connsiteX55" fmla="*/ 1537602 w 7591479"/>
                  <a:gd name="connsiteY55" fmla="*/ 1956243 h 5245555"/>
                  <a:gd name="connsiteX56" fmla="*/ 1350068 w 7591479"/>
                  <a:gd name="connsiteY56" fmla="*/ 2369575 h 5245555"/>
                  <a:gd name="connsiteX57" fmla="*/ 1354905 w 7591479"/>
                  <a:gd name="connsiteY57" fmla="*/ 2389558 h 5245555"/>
                  <a:gd name="connsiteX58" fmla="*/ 1479477 w 7591479"/>
                  <a:gd name="connsiteY58" fmla="*/ 2266312 h 5245555"/>
                  <a:gd name="connsiteX59" fmla="*/ 1676206 w 7591479"/>
                  <a:gd name="connsiteY59" fmla="*/ 1868298 h 5245555"/>
                  <a:gd name="connsiteX60" fmla="*/ 1592717 w 7591479"/>
                  <a:gd name="connsiteY60" fmla="*/ 1859754 h 5245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7591479" h="5245555">
                    <a:moveTo>
                      <a:pt x="3137186" y="5245499"/>
                    </a:moveTo>
                    <a:cubicBezTo>
                      <a:pt x="2683946" y="5245499"/>
                      <a:pt x="2275417" y="5223914"/>
                      <a:pt x="1919417" y="5181080"/>
                    </a:cubicBezTo>
                    <a:cubicBezTo>
                      <a:pt x="1518227" y="5132793"/>
                      <a:pt x="1174515" y="5056400"/>
                      <a:pt x="897813" y="4954009"/>
                    </a:cubicBezTo>
                    <a:cubicBezTo>
                      <a:pt x="405233" y="4771739"/>
                      <a:pt x="112052" y="4504138"/>
                      <a:pt x="26398" y="4158655"/>
                    </a:cubicBezTo>
                    <a:cubicBezTo>
                      <a:pt x="-24555" y="3953170"/>
                      <a:pt x="-1666" y="3720702"/>
                      <a:pt x="94365" y="3467717"/>
                    </a:cubicBezTo>
                    <a:cubicBezTo>
                      <a:pt x="176841" y="3250512"/>
                      <a:pt x="311058" y="3022316"/>
                      <a:pt x="493305" y="2789455"/>
                    </a:cubicBezTo>
                    <a:cubicBezTo>
                      <a:pt x="824250" y="2366595"/>
                      <a:pt x="1244393" y="2021000"/>
                      <a:pt x="1488391" y="1898147"/>
                    </a:cubicBezTo>
                    <a:cubicBezTo>
                      <a:pt x="1528069" y="1878163"/>
                      <a:pt x="1562319" y="1864391"/>
                      <a:pt x="1590777" y="1856887"/>
                    </a:cubicBezTo>
                    <a:cubicBezTo>
                      <a:pt x="1709303" y="1654043"/>
                      <a:pt x="1849594" y="1441278"/>
                      <a:pt x="1992613" y="1247935"/>
                    </a:cubicBezTo>
                    <a:cubicBezTo>
                      <a:pt x="2201827" y="965073"/>
                      <a:pt x="2409747" y="731003"/>
                      <a:pt x="2610581" y="552191"/>
                    </a:cubicBezTo>
                    <a:cubicBezTo>
                      <a:pt x="2852414" y="336924"/>
                      <a:pt x="3077431" y="208816"/>
                      <a:pt x="3279390" y="171434"/>
                    </a:cubicBezTo>
                    <a:cubicBezTo>
                      <a:pt x="3699701" y="93636"/>
                      <a:pt x="4081488" y="41695"/>
                      <a:pt x="4414149" y="17102"/>
                    </a:cubicBezTo>
                    <a:cubicBezTo>
                      <a:pt x="4730079" y="-6254"/>
                      <a:pt x="5011252" y="-5692"/>
                      <a:pt x="5249879" y="18817"/>
                    </a:cubicBezTo>
                    <a:cubicBezTo>
                      <a:pt x="5474924" y="41948"/>
                      <a:pt x="5669206" y="87087"/>
                      <a:pt x="5827269" y="153025"/>
                    </a:cubicBezTo>
                    <a:cubicBezTo>
                      <a:pt x="5974956" y="214634"/>
                      <a:pt x="6095957" y="296451"/>
                      <a:pt x="6186897" y="396201"/>
                    </a:cubicBezTo>
                    <a:cubicBezTo>
                      <a:pt x="6280790" y="499210"/>
                      <a:pt x="6346310" y="625576"/>
                      <a:pt x="6381685" y="771814"/>
                    </a:cubicBezTo>
                    <a:cubicBezTo>
                      <a:pt x="6413349" y="902761"/>
                      <a:pt x="6422234" y="1049842"/>
                      <a:pt x="6408821" y="1221487"/>
                    </a:cubicBezTo>
                    <a:cubicBezTo>
                      <a:pt x="6384076" y="1538302"/>
                      <a:pt x="6287708" y="1878163"/>
                      <a:pt x="6194546" y="2206867"/>
                    </a:cubicBezTo>
                    <a:cubicBezTo>
                      <a:pt x="6120590" y="2467778"/>
                      <a:pt x="6050740" y="2714214"/>
                      <a:pt x="6023575" y="2926923"/>
                    </a:cubicBezTo>
                    <a:cubicBezTo>
                      <a:pt x="5993150" y="3165321"/>
                      <a:pt x="6020848" y="3327129"/>
                      <a:pt x="6110748" y="3436126"/>
                    </a:cubicBezTo>
                    <a:cubicBezTo>
                      <a:pt x="6351456" y="3727982"/>
                      <a:pt x="6700286" y="3973435"/>
                      <a:pt x="7008033" y="4189994"/>
                    </a:cubicBezTo>
                    <a:cubicBezTo>
                      <a:pt x="7357482" y="4435924"/>
                      <a:pt x="7633508" y="4630167"/>
                      <a:pt x="7586183" y="4784724"/>
                    </a:cubicBezTo>
                    <a:cubicBezTo>
                      <a:pt x="7565514" y="4852179"/>
                      <a:pt x="7484022" y="4908589"/>
                      <a:pt x="7337038" y="4957185"/>
                    </a:cubicBezTo>
                    <a:cubicBezTo>
                      <a:pt x="7181056" y="5008731"/>
                      <a:pt x="6951680" y="5051622"/>
                      <a:pt x="6635835" y="5088273"/>
                    </a:cubicBezTo>
                    <a:cubicBezTo>
                      <a:pt x="5983448" y="5163991"/>
                      <a:pt x="4964179" y="5213064"/>
                      <a:pt x="3428117" y="5242717"/>
                    </a:cubicBezTo>
                    <a:cubicBezTo>
                      <a:pt x="3329275" y="5244628"/>
                      <a:pt x="3232232" y="5245555"/>
                      <a:pt x="3137242" y="5245555"/>
                    </a:cubicBezTo>
                    <a:close/>
                    <a:moveTo>
                      <a:pt x="1588415" y="1860906"/>
                    </a:moveTo>
                    <a:cubicBezTo>
                      <a:pt x="1560716" y="1868523"/>
                      <a:pt x="1527591" y="1881901"/>
                      <a:pt x="1489797" y="1900930"/>
                    </a:cubicBezTo>
                    <a:cubicBezTo>
                      <a:pt x="1246108" y="2023614"/>
                      <a:pt x="826416" y="2368872"/>
                      <a:pt x="495751" y="2791366"/>
                    </a:cubicBezTo>
                    <a:cubicBezTo>
                      <a:pt x="216800" y="3147783"/>
                      <a:pt x="-90525" y="3674158"/>
                      <a:pt x="29407" y="4157896"/>
                    </a:cubicBezTo>
                    <a:cubicBezTo>
                      <a:pt x="114808" y="4502312"/>
                      <a:pt x="407342" y="4769181"/>
                      <a:pt x="898881" y="4951057"/>
                    </a:cubicBezTo>
                    <a:cubicBezTo>
                      <a:pt x="1473460" y="5163682"/>
                      <a:pt x="2324374" y="5260733"/>
                      <a:pt x="3428005" y="5239513"/>
                    </a:cubicBezTo>
                    <a:lnTo>
                      <a:pt x="3428005" y="5241087"/>
                    </a:lnTo>
                    <a:cubicBezTo>
                      <a:pt x="3428005" y="5241087"/>
                      <a:pt x="3428005" y="5239513"/>
                      <a:pt x="3428005" y="5239513"/>
                    </a:cubicBezTo>
                    <a:cubicBezTo>
                      <a:pt x="4963982" y="5209861"/>
                      <a:pt x="5983167" y="5160787"/>
                      <a:pt x="6635441" y="5085096"/>
                    </a:cubicBezTo>
                    <a:cubicBezTo>
                      <a:pt x="6951090" y="5048446"/>
                      <a:pt x="7180240" y="5005612"/>
                      <a:pt x="7336026" y="4954149"/>
                    </a:cubicBezTo>
                    <a:cubicBezTo>
                      <a:pt x="7481969" y="4905919"/>
                      <a:pt x="7562815" y="4850184"/>
                      <a:pt x="7583145" y="4783768"/>
                    </a:cubicBezTo>
                    <a:cubicBezTo>
                      <a:pt x="7629825" y="4631376"/>
                      <a:pt x="7354613" y="4437723"/>
                      <a:pt x="7006205" y="4192523"/>
                    </a:cubicBezTo>
                    <a:cubicBezTo>
                      <a:pt x="6698290" y="3975852"/>
                      <a:pt x="6349291" y="3730258"/>
                      <a:pt x="6108302" y="3438065"/>
                    </a:cubicBezTo>
                    <a:cubicBezTo>
                      <a:pt x="6017811" y="3328366"/>
                      <a:pt x="5989888" y="3165799"/>
                      <a:pt x="6020454" y="2926474"/>
                    </a:cubicBezTo>
                    <a:cubicBezTo>
                      <a:pt x="6047618" y="2713540"/>
                      <a:pt x="6117525" y="2466991"/>
                      <a:pt x="6191509" y="2205968"/>
                    </a:cubicBezTo>
                    <a:cubicBezTo>
                      <a:pt x="6284643" y="1877433"/>
                      <a:pt x="6380954" y="1537683"/>
                      <a:pt x="6405672" y="1221206"/>
                    </a:cubicBezTo>
                    <a:cubicBezTo>
                      <a:pt x="6433792" y="861529"/>
                      <a:pt x="6361467" y="592327"/>
                      <a:pt x="6184563" y="398280"/>
                    </a:cubicBezTo>
                    <a:cubicBezTo>
                      <a:pt x="5994865" y="190153"/>
                      <a:pt x="5689002" y="67047"/>
                      <a:pt x="5249570" y="21909"/>
                    </a:cubicBezTo>
                    <a:cubicBezTo>
                      <a:pt x="4760814" y="-28317"/>
                      <a:pt x="4098135" y="23033"/>
                      <a:pt x="3279980" y="174470"/>
                    </a:cubicBezTo>
                    <a:cubicBezTo>
                      <a:pt x="3078584" y="211739"/>
                      <a:pt x="2854073" y="339623"/>
                      <a:pt x="2612662" y="554495"/>
                    </a:cubicBezTo>
                    <a:cubicBezTo>
                      <a:pt x="2411968" y="733139"/>
                      <a:pt x="2204217" y="967068"/>
                      <a:pt x="1995116" y="1249734"/>
                    </a:cubicBezTo>
                    <a:cubicBezTo>
                      <a:pt x="1852800" y="1442150"/>
                      <a:pt x="1713184" y="1653819"/>
                      <a:pt x="1595051" y="1855734"/>
                    </a:cubicBezTo>
                    <a:cubicBezTo>
                      <a:pt x="1636050" y="1845588"/>
                      <a:pt x="1664367" y="1849045"/>
                      <a:pt x="1678624" y="1866274"/>
                    </a:cubicBezTo>
                    <a:cubicBezTo>
                      <a:pt x="1716980" y="1912678"/>
                      <a:pt x="1648985" y="2051692"/>
                      <a:pt x="1481952" y="2268223"/>
                    </a:cubicBezTo>
                    <a:cubicBezTo>
                      <a:pt x="1413339" y="2357180"/>
                      <a:pt x="1370203" y="2398974"/>
                      <a:pt x="1353724" y="2392453"/>
                    </a:cubicBezTo>
                    <a:cubicBezTo>
                      <a:pt x="1347847" y="2390120"/>
                      <a:pt x="1345626" y="2382532"/>
                      <a:pt x="1346919" y="2369237"/>
                    </a:cubicBezTo>
                    <a:cubicBezTo>
                      <a:pt x="1352571" y="2311085"/>
                      <a:pt x="1424587" y="2152256"/>
                      <a:pt x="1534846" y="1954697"/>
                    </a:cubicBezTo>
                    <a:cubicBezTo>
                      <a:pt x="1552112" y="1923752"/>
                      <a:pt x="1569996" y="1892441"/>
                      <a:pt x="1588415" y="1860878"/>
                    </a:cubicBezTo>
                    <a:close/>
                    <a:moveTo>
                      <a:pt x="1592717" y="1859754"/>
                    </a:moveTo>
                    <a:cubicBezTo>
                      <a:pt x="1573764" y="1892216"/>
                      <a:pt x="1555345" y="1924426"/>
                      <a:pt x="1537602" y="1956243"/>
                    </a:cubicBezTo>
                    <a:cubicBezTo>
                      <a:pt x="1427539" y="2153437"/>
                      <a:pt x="1355692" y="2311816"/>
                      <a:pt x="1350068" y="2369575"/>
                    </a:cubicBezTo>
                    <a:cubicBezTo>
                      <a:pt x="1349309" y="2377501"/>
                      <a:pt x="1349506" y="2387422"/>
                      <a:pt x="1354905" y="2389558"/>
                    </a:cubicBezTo>
                    <a:cubicBezTo>
                      <a:pt x="1363369" y="2392903"/>
                      <a:pt x="1390786" y="2381323"/>
                      <a:pt x="1479477" y="2266312"/>
                    </a:cubicBezTo>
                    <a:cubicBezTo>
                      <a:pt x="1643108" y="2054137"/>
                      <a:pt x="1712987" y="1912790"/>
                      <a:pt x="1676206" y="1868298"/>
                    </a:cubicBezTo>
                    <a:cubicBezTo>
                      <a:pt x="1662595" y="1851828"/>
                      <a:pt x="1633913" y="1849130"/>
                      <a:pt x="1592717" y="1859754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8FE1D54F-5297-3F70-5E60-927CFBE66449}"/>
                  </a:ext>
                </a:extLst>
              </p:cNvPr>
              <p:cNvSpPr/>
              <p:nvPr/>
            </p:nvSpPr>
            <p:spPr>
              <a:xfrm>
                <a:off x="-1775339" y="1032252"/>
                <a:ext cx="7771347" cy="5264070"/>
              </a:xfrm>
              <a:custGeom>
                <a:avLst/>
                <a:gdLst>
                  <a:gd name="connsiteX0" fmla="*/ 3187884 w 7771347"/>
                  <a:gd name="connsiteY0" fmla="*/ 5264014 h 5264070"/>
                  <a:gd name="connsiteX1" fmla="*/ 1936792 w 7771347"/>
                  <a:gd name="connsiteY1" fmla="*/ 5202152 h 5264070"/>
                  <a:gd name="connsiteX2" fmla="*/ 1052442 w 7771347"/>
                  <a:gd name="connsiteY2" fmla="*/ 5034807 h 5264070"/>
                  <a:gd name="connsiteX3" fmla="*/ 3180685 w 7771347"/>
                  <a:gd name="connsiteY3" fmla="*/ 5261457 h 5264070"/>
                  <a:gd name="connsiteX4" fmla="*/ 3498189 w 7771347"/>
                  <a:gd name="connsiteY4" fmla="*/ 5258449 h 5264070"/>
                  <a:gd name="connsiteX5" fmla="*/ 6812201 w 7771347"/>
                  <a:gd name="connsiteY5" fmla="*/ 5134922 h 5264070"/>
                  <a:gd name="connsiteX6" fmla="*/ 7524652 w 7771347"/>
                  <a:gd name="connsiteY6" fmla="*/ 5033908 h 5264070"/>
                  <a:gd name="connsiteX7" fmla="*/ 7765698 w 7771347"/>
                  <a:gd name="connsiteY7" fmla="*/ 4895625 h 5264070"/>
                  <a:gd name="connsiteX8" fmla="*/ 7643826 w 7771347"/>
                  <a:gd name="connsiteY8" fmla="*/ 4699836 h 5264070"/>
                  <a:gd name="connsiteX9" fmla="*/ 7271796 w 7771347"/>
                  <a:gd name="connsiteY9" fmla="*/ 4440330 h 5264070"/>
                  <a:gd name="connsiteX10" fmla="*/ 6699805 w 7771347"/>
                  <a:gd name="connsiteY10" fmla="*/ 4039590 h 5264070"/>
                  <a:gd name="connsiteX11" fmla="*/ 6199323 w 7771347"/>
                  <a:gd name="connsiteY11" fmla="*/ 3520185 h 5264070"/>
                  <a:gd name="connsiteX12" fmla="*/ 6148398 w 7771347"/>
                  <a:gd name="connsiteY12" fmla="*/ 2991673 h 5264070"/>
                  <a:gd name="connsiteX13" fmla="*/ 6351847 w 7771347"/>
                  <a:gd name="connsiteY13" fmla="*/ 2264028 h 5264070"/>
                  <a:gd name="connsiteX14" fmla="*/ 6612970 w 7771347"/>
                  <a:gd name="connsiteY14" fmla="*/ 1247759 h 5264070"/>
                  <a:gd name="connsiteX15" fmla="*/ 6416382 w 7771347"/>
                  <a:gd name="connsiteY15" fmla="*/ 401871 h 5264070"/>
                  <a:gd name="connsiteX16" fmla="*/ 3366249 w 7771347"/>
                  <a:gd name="connsiteY16" fmla="*/ 196948 h 5264070"/>
                  <a:gd name="connsiteX17" fmla="*/ 2092352 w 7771347"/>
                  <a:gd name="connsiteY17" fmla="*/ 1213807 h 5264070"/>
                  <a:gd name="connsiteX18" fmla="*/ 1571736 w 7771347"/>
                  <a:gd name="connsiteY18" fmla="*/ 1970964 h 5264070"/>
                  <a:gd name="connsiteX19" fmla="*/ 1755023 w 7771347"/>
                  <a:gd name="connsiteY19" fmla="*/ 1871411 h 5264070"/>
                  <a:gd name="connsiteX20" fmla="*/ 1883869 w 7771347"/>
                  <a:gd name="connsiteY20" fmla="*/ 1855840 h 5264070"/>
                  <a:gd name="connsiteX21" fmla="*/ 1606071 w 7771347"/>
                  <a:gd name="connsiteY21" fmla="*/ 2246574 h 5264070"/>
                  <a:gd name="connsiteX22" fmla="*/ 1425877 w 7771347"/>
                  <a:gd name="connsiteY22" fmla="*/ 2383649 h 5264070"/>
                  <a:gd name="connsiteX23" fmla="*/ 1415951 w 7771347"/>
                  <a:gd name="connsiteY23" fmla="*/ 2381569 h 5264070"/>
                  <a:gd name="connsiteX24" fmla="*/ 1404534 w 7771347"/>
                  <a:gd name="connsiteY24" fmla="*/ 2336683 h 5264070"/>
                  <a:gd name="connsiteX25" fmla="*/ 1564594 w 7771347"/>
                  <a:gd name="connsiteY25" fmla="*/ 1978271 h 5264070"/>
                  <a:gd name="connsiteX26" fmla="*/ 642591 w 7771347"/>
                  <a:gd name="connsiteY26" fmla="*/ 2768593 h 5264070"/>
                  <a:gd name="connsiteX27" fmla="*/ 143825 w 7771347"/>
                  <a:gd name="connsiteY27" fmla="*/ 3480583 h 5264070"/>
                  <a:gd name="connsiteX28" fmla="*/ 20912 w 7771347"/>
                  <a:gd name="connsiteY28" fmla="*/ 4204349 h 5264070"/>
                  <a:gd name="connsiteX29" fmla="*/ 318029 w 7771347"/>
                  <a:gd name="connsiteY29" fmla="*/ 4676704 h 5264070"/>
                  <a:gd name="connsiteX30" fmla="*/ 18325 w 7771347"/>
                  <a:gd name="connsiteY30" fmla="*/ 4204911 h 5264070"/>
                  <a:gd name="connsiteX31" fmla="*/ 141435 w 7771347"/>
                  <a:gd name="connsiteY31" fmla="*/ 3479459 h 5264070"/>
                  <a:gd name="connsiteX32" fmla="*/ 640623 w 7771347"/>
                  <a:gd name="connsiteY32" fmla="*/ 2766851 h 5264070"/>
                  <a:gd name="connsiteX33" fmla="*/ 1262752 w 7771347"/>
                  <a:gd name="connsiteY33" fmla="*/ 2189856 h 5264070"/>
                  <a:gd name="connsiteX34" fmla="*/ 1567068 w 7771347"/>
                  <a:gd name="connsiteY34" fmla="*/ 1973915 h 5264070"/>
                  <a:gd name="connsiteX35" fmla="*/ 2090243 w 7771347"/>
                  <a:gd name="connsiteY35" fmla="*/ 1212205 h 5264070"/>
                  <a:gd name="connsiteX36" fmla="*/ 3365715 w 7771347"/>
                  <a:gd name="connsiteY36" fmla="*/ 194390 h 5264070"/>
                  <a:gd name="connsiteX37" fmla="*/ 4569003 w 7771347"/>
                  <a:gd name="connsiteY37" fmla="*/ 22323 h 5264070"/>
                  <a:gd name="connsiteX38" fmla="*/ 5449388 w 7771347"/>
                  <a:gd name="connsiteY38" fmla="*/ 15971 h 5264070"/>
                  <a:gd name="connsiteX39" fmla="*/ 6051102 w 7771347"/>
                  <a:gd name="connsiteY39" fmla="*/ 150263 h 5264070"/>
                  <a:gd name="connsiteX40" fmla="*/ 6418323 w 7771347"/>
                  <a:gd name="connsiteY40" fmla="*/ 400157 h 5264070"/>
                  <a:gd name="connsiteX41" fmla="*/ 6605237 w 7771347"/>
                  <a:gd name="connsiteY41" fmla="*/ 785438 h 5264070"/>
                  <a:gd name="connsiteX42" fmla="*/ 6615557 w 7771347"/>
                  <a:gd name="connsiteY42" fmla="*/ 1248125 h 5264070"/>
                  <a:gd name="connsiteX43" fmla="*/ 6354321 w 7771347"/>
                  <a:gd name="connsiteY43" fmla="*/ 2264900 h 5264070"/>
                  <a:gd name="connsiteX44" fmla="*/ 6150957 w 7771347"/>
                  <a:gd name="connsiteY44" fmla="*/ 2992179 h 5264070"/>
                  <a:gd name="connsiteX45" fmla="*/ 6201489 w 7771347"/>
                  <a:gd name="connsiteY45" fmla="*/ 3518751 h 5264070"/>
                  <a:gd name="connsiteX46" fmla="*/ 7273202 w 7771347"/>
                  <a:gd name="connsiteY46" fmla="*/ 4438166 h 5264070"/>
                  <a:gd name="connsiteX47" fmla="*/ 7645485 w 7771347"/>
                  <a:gd name="connsiteY47" fmla="*/ 4697840 h 5264070"/>
                  <a:gd name="connsiteX48" fmla="*/ 7768201 w 7771347"/>
                  <a:gd name="connsiteY48" fmla="*/ 4896383 h 5264070"/>
                  <a:gd name="connsiteX49" fmla="*/ 7525271 w 7771347"/>
                  <a:gd name="connsiteY49" fmla="*/ 5036493 h 5264070"/>
                  <a:gd name="connsiteX50" fmla="*/ 6812370 w 7771347"/>
                  <a:gd name="connsiteY50" fmla="*/ 5137592 h 5264070"/>
                  <a:gd name="connsiteX51" fmla="*/ 3498189 w 7771347"/>
                  <a:gd name="connsiteY51" fmla="*/ 5261148 h 5264070"/>
                  <a:gd name="connsiteX52" fmla="*/ 3498189 w 7771347"/>
                  <a:gd name="connsiteY52" fmla="*/ 5259827 h 5264070"/>
                  <a:gd name="connsiteX53" fmla="*/ 3498189 w 7771347"/>
                  <a:gd name="connsiteY53" fmla="*/ 5261148 h 5264070"/>
                  <a:gd name="connsiteX54" fmla="*/ 3187827 w 7771347"/>
                  <a:gd name="connsiteY54" fmla="*/ 5264071 h 5264070"/>
                  <a:gd name="connsiteX55" fmla="*/ 1569262 w 7771347"/>
                  <a:gd name="connsiteY55" fmla="*/ 1975320 h 5264070"/>
                  <a:gd name="connsiteX56" fmla="*/ 1407177 w 7771347"/>
                  <a:gd name="connsiteY56" fmla="*/ 2336992 h 5264070"/>
                  <a:gd name="connsiteX57" fmla="*/ 1417132 w 7771347"/>
                  <a:gd name="connsiteY57" fmla="*/ 2379152 h 5264070"/>
                  <a:gd name="connsiteX58" fmla="*/ 1604215 w 7771347"/>
                  <a:gd name="connsiteY58" fmla="*/ 2244691 h 5264070"/>
                  <a:gd name="connsiteX59" fmla="*/ 1881732 w 7771347"/>
                  <a:gd name="connsiteY59" fmla="*/ 1857302 h 5264070"/>
                  <a:gd name="connsiteX60" fmla="*/ 1756120 w 7771347"/>
                  <a:gd name="connsiteY60" fmla="*/ 1873800 h 5264070"/>
                  <a:gd name="connsiteX61" fmla="*/ 1569290 w 7771347"/>
                  <a:gd name="connsiteY61" fmla="*/ 1975320 h 5264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7771347" h="5264070">
                    <a:moveTo>
                      <a:pt x="3187884" y="5264014"/>
                    </a:moveTo>
                    <a:cubicBezTo>
                      <a:pt x="2721259" y="5264014"/>
                      <a:pt x="2301594" y="5243300"/>
                      <a:pt x="1936792" y="5202152"/>
                    </a:cubicBezTo>
                    <a:cubicBezTo>
                      <a:pt x="1599856" y="5164153"/>
                      <a:pt x="1303330" y="5107996"/>
                      <a:pt x="1052442" y="5034807"/>
                    </a:cubicBezTo>
                    <a:cubicBezTo>
                      <a:pt x="1571567" y="5185626"/>
                      <a:pt x="2281938" y="5261457"/>
                      <a:pt x="3180685" y="5261457"/>
                    </a:cubicBezTo>
                    <a:cubicBezTo>
                      <a:pt x="3284083" y="5261457"/>
                      <a:pt x="3389786" y="5260445"/>
                      <a:pt x="3498189" y="5258449"/>
                    </a:cubicBezTo>
                    <a:cubicBezTo>
                      <a:pt x="5153199" y="5227785"/>
                      <a:pt x="6175281" y="5189701"/>
                      <a:pt x="6812201" y="5134922"/>
                    </a:cubicBezTo>
                    <a:cubicBezTo>
                      <a:pt x="7137354" y="5106956"/>
                      <a:pt x="7370414" y="5073903"/>
                      <a:pt x="7524652" y="5033908"/>
                    </a:cubicBezTo>
                    <a:cubicBezTo>
                      <a:pt x="7671017" y="4995964"/>
                      <a:pt x="7749866" y="4950741"/>
                      <a:pt x="7765698" y="4895625"/>
                    </a:cubicBezTo>
                    <a:cubicBezTo>
                      <a:pt x="7780490" y="4844190"/>
                      <a:pt x="7741768" y="4781963"/>
                      <a:pt x="7643826" y="4699836"/>
                    </a:cubicBezTo>
                    <a:cubicBezTo>
                      <a:pt x="7553785" y="4624342"/>
                      <a:pt x="7423111" y="4539068"/>
                      <a:pt x="7271796" y="4440330"/>
                    </a:cubicBezTo>
                    <a:cubicBezTo>
                      <a:pt x="7093374" y="4323914"/>
                      <a:pt x="6891163" y="4191954"/>
                      <a:pt x="6699805" y="4039590"/>
                    </a:cubicBezTo>
                    <a:cubicBezTo>
                      <a:pt x="6478162" y="3863082"/>
                      <a:pt x="6314447" y="3693179"/>
                      <a:pt x="6199323" y="3520185"/>
                    </a:cubicBezTo>
                    <a:cubicBezTo>
                      <a:pt x="6121431" y="3403150"/>
                      <a:pt x="6105262" y="3235243"/>
                      <a:pt x="6148398" y="2991673"/>
                    </a:cubicBezTo>
                    <a:cubicBezTo>
                      <a:pt x="6186754" y="2775058"/>
                      <a:pt x="6266952" y="2526823"/>
                      <a:pt x="6351847" y="2264028"/>
                    </a:cubicBezTo>
                    <a:cubicBezTo>
                      <a:pt x="6461459" y="1924700"/>
                      <a:pt x="6574811" y="1573849"/>
                      <a:pt x="6612970" y="1247759"/>
                    </a:cubicBezTo>
                    <a:cubicBezTo>
                      <a:pt x="6656332" y="877262"/>
                      <a:pt x="6592021" y="600555"/>
                      <a:pt x="6416382" y="401871"/>
                    </a:cubicBezTo>
                    <a:cubicBezTo>
                      <a:pt x="6015812" y="-51315"/>
                      <a:pt x="5018110" y="-118349"/>
                      <a:pt x="3366249" y="196948"/>
                    </a:cubicBezTo>
                    <a:cubicBezTo>
                      <a:pt x="2892173" y="287450"/>
                      <a:pt x="2364611" y="872877"/>
                      <a:pt x="2092352" y="1213807"/>
                    </a:cubicBezTo>
                    <a:cubicBezTo>
                      <a:pt x="1879230" y="1480649"/>
                      <a:pt x="1695380" y="1755135"/>
                      <a:pt x="1571736" y="1970964"/>
                    </a:cubicBezTo>
                    <a:cubicBezTo>
                      <a:pt x="1641249" y="1927596"/>
                      <a:pt x="1703563" y="1893643"/>
                      <a:pt x="1755023" y="1871411"/>
                    </a:cubicBezTo>
                    <a:cubicBezTo>
                      <a:pt x="1825436" y="1841028"/>
                      <a:pt x="1869978" y="1835660"/>
                      <a:pt x="1883869" y="1855840"/>
                    </a:cubicBezTo>
                    <a:cubicBezTo>
                      <a:pt x="1911652" y="1896257"/>
                      <a:pt x="1813007" y="2035018"/>
                      <a:pt x="1606071" y="2246574"/>
                    </a:cubicBezTo>
                    <a:cubicBezTo>
                      <a:pt x="1516986" y="2337639"/>
                      <a:pt x="1456500" y="2383649"/>
                      <a:pt x="1425877" y="2383649"/>
                    </a:cubicBezTo>
                    <a:cubicBezTo>
                      <a:pt x="1422109" y="2383649"/>
                      <a:pt x="1418791" y="2382946"/>
                      <a:pt x="1415951" y="2381569"/>
                    </a:cubicBezTo>
                    <a:cubicBezTo>
                      <a:pt x="1405125" y="2376285"/>
                      <a:pt x="1401272" y="2361192"/>
                      <a:pt x="1404534" y="2336683"/>
                    </a:cubicBezTo>
                    <a:cubicBezTo>
                      <a:pt x="1413167" y="2271758"/>
                      <a:pt x="1471151" y="2142384"/>
                      <a:pt x="1564594" y="1978271"/>
                    </a:cubicBezTo>
                    <a:cubicBezTo>
                      <a:pt x="1304595" y="2141597"/>
                      <a:pt x="943870" y="2436095"/>
                      <a:pt x="642591" y="2768593"/>
                    </a:cubicBezTo>
                    <a:cubicBezTo>
                      <a:pt x="420021" y="3014214"/>
                      <a:pt x="252200" y="3253765"/>
                      <a:pt x="143825" y="3480583"/>
                    </a:cubicBezTo>
                    <a:cubicBezTo>
                      <a:pt x="16131" y="3747762"/>
                      <a:pt x="-25205" y="3991275"/>
                      <a:pt x="20912" y="4204349"/>
                    </a:cubicBezTo>
                    <a:cubicBezTo>
                      <a:pt x="59971" y="4384736"/>
                      <a:pt x="159206" y="4542244"/>
                      <a:pt x="318029" y="4676704"/>
                    </a:cubicBezTo>
                    <a:cubicBezTo>
                      <a:pt x="157435" y="4541710"/>
                      <a:pt x="57102" y="4384061"/>
                      <a:pt x="18325" y="4204911"/>
                    </a:cubicBezTo>
                    <a:cubicBezTo>
                      <a:pt x="-27933" y="3991247"/>
                      <a:pt x="13488" y="3747171"/>
                      <a:pt x="141435" y="3479459"/>
                    </a:cubicBezTo>
                    <a:cubicBezTo>
                      <a:pt x="249922" y="3252444"/>
                      <a:pt x="417883" y="3012669"/>
                      <a:pt x="640623" y="2766851"/>
                    </a:cubicBezTo>
                    <a:cubicBezTo>
                      <a:pt x="873823" y="2509481"/>
                      <a:pt x="1107642" y="2311022"/>
                      <a:pt x="1262752" y="2189856"/>
                    </a:cubicBezTo>
                    <a:cubicBezTo>
                      <a:pt x="1371099" y="2105228"/>
                      <a:pt x="1475256" y="2031476"/>
                      <a:pt x="1567068" y="1973915"/>
                    </a:cubicBezTo>
                    <a:cubicBezTo>
                      <a:pt x="1690825" y="1757215"/>
                      <a:pt x="1875715" y="1480845"/>
                      <a:pt x="2090243" y="1212205"/>
                    </a:cubicBezTo>
                    <a:cubicBezTo>
                      <a:pt x="2362755" y="870994"/>
                      <a:pt x="2890823" y="285061"/>
                      <a:pt x="3365715" y="194390"/>
                    </a:cubicBezTo>
                    <a:cubicBezTo>
                      <a:pt x="3812460" y="109116"/>
                      <a:pt x="4217305" y="51216"/>
                      <a:pt x="4569003" y="22323"/>
                    </a:cubicBezTo>
                    <a:cubicBezTo>
                      <a:pt x="4902986" y="-5137"/>
                      <a:pt x="5199175" y="-7273"/>
                      <a:pt x="5449388" y="15971"/>
                    </a:cubicBezTo>
                    <a:cubicBezTo>
                      <a:pt x="5685316" y="37894"/>
                      <a:pt x="5887752" y="83061"/>
                      <a:pt x="6051102" y="150263"/>
                    </a:cubicBezTo>
                    <a:cubicBezTo>
                      <a:pt x="6203654" y="213025"/>
                      <a:pt x="6327214" y="297091"/>
                      <a:pt x="6418323" y="400157"/>
                    </a:cubicBezTo>
                    <a:cubicBezTo>
                      <a:pt x="6511485" y="505584"/>
                      <a:pt x="6574389" y="635210"/>
                      <a:pt x="6605237" y="785438"/>
                    </a:cubicBezTo>
                    <a:cubicBezTo>
                      <a:pt x="6632879" y="919983"/>
                      <a:pt x="6636253" y="1071336"/>
                      <a:pt x="6615557" y="1248125"/>
                    </a:cubicBezTo>
                    <a:cubicBezTo>
                      <a:pt x="6577370" y="1574467"/>
                      <a:pt x="6463990" y="1925459"/>
                      <a:pt x="6354321" y="2264900"/>
                    </a:cubicBezTo>
                    <a:cubicBezTo>
                      <a:pt x="6269455" y="2527610"/>
                      <a:pt x="6189284" y="2775760"/>
                      <a:pt x="6150957" y="2992179"/>
                    </a:cubicBezTo>
                    <a:cubicBezTo>
                      <a:pt x="6107933" y="3235018"/>
                      <a:pt x="6123990" y="3402335"/>
                      <a:pt x="6201489" y="3518751"/>
                    </a:cubicBezTo>
                    <a:cubicBezTo>
                      <a:pt x="6460475" y="3907884"/>
                      <a:pt x="6911099" y="4201904"/>
                      <a:pt x="7273202" y="4438166"/>
                    </a:cubicBezTo>
                    <a:cubicBezTo>
                      <a:pt x="7424601" y="4536931"/>
                      <a:pt x="7555332" y="4622262"/>
                      <a:pt x="7645485" y="4697840"/>
                    </a:cubicBezTo>
                    <a:cubicBezTo>
                      <a:pt x="7744327" y="4780726"/>
                      <a:pt x="7783302" y="4843825"/>
                      <a:pt x="7768201" y="4896383"/>
                    </a:cubicBezTo>
                    <a:cubicBezTo>
                      <a:pt x="7752088" y="4952456"/>
                      <a:pt x="7672620" y="4998269"/>
                      <a:pt x="7525271" y="5036493"/>
                    </a:cubicBezTo>
                    <a:cubicBezTo>
                      <a:pt x="7370863" y="5076545"/>
                      <a:pt x="7137663" y="5109598"/>
                      <a:pt x="6812370" y="5137592"/>
                    </a:cubicBezTo>
                    <a:cubicBezTo>
                      <a:pt x="6175393" y="5192371"/>
                      <a:pt x="5153283" y="5230483"/>
                      <a:pt x="3498189" y="5261148"/>
                    </a:cubicBezTo>
                    <a:lnTo>
                      <a:pt x="3498189" y="5259827"/>
                    </a:lnTo>
                    <a:cubicBezTo>
                      <a:pt x="3498189" y="5259827"/>
                      <a:pt x="3498189" y="5261148"/>
                      <a:pt x="3498189" y="5261148"/>
                    </a:cubicBezTo>
                    <a:cubicBezTo>
                      <a:pt x="3392626" y="5263115"/>
                      <a:pt x="3289060" y="5264071"/>
                      <a:pt x="3187827" y="5264071"/>
                    </a:cubicBezTo>
                    <a:close/>
                    <a:moveTo>
                      <a:pt x="1569262" y="1975320"/>
                    </a:moveTo>
                    <a:cubicBezTo>
                      <a:pt x="1474609" y="2141063"/>
                      <a:pt x="1415866" y="2271701"/>
                      <a:pt x="1407177" y="2336992"/>
                    </a:cubicBezTo>
                    <a:cubicBezTo>
                      <a:pt x="1404084" y="2360265"/>
                      <a:pt x="1407430" y="2374430"/>
                      <a:pt x="1417132" y="2379152"/>
                    </a:cubicBezTo>
                    <a:cubicBezTo>
                      <a:pt x="1434313" y="2387500"/>
                      <a:pt x="1480711" y="2370973"/>
                      <a:pt x="1604215" y="2244691"/>
                    </a:cubicBezTo>
                    <a:cubicBezTo>
                      <a:pt x="1882098" y="1960592"/>
                      <a:pt x="1897367" y="1880039"/>
                      <a:pt x="1881732" y="1857302"/>
                    </a:cubicBezTo>
                    <a:cubicBezTo>
                      <a:pt x="1868657" y="1838274"/>
                      <a:pt x="1825211" y="1843979"/>
                      <a:pt x="1756120" y="1873800"/>
                    </a:cubicBezTo>
                    <a:cubicBezTo>
                      <a:pt x="1703704" y="1896426"/>
                      <a:pt x="1640321" y="1930884"/>
                      <a:pt x="1569290" y="1975320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</p:grpSp>
        <p:grpSp>
          <p:nvGrpSpPr>
            <p:cNvPr id="11" name="Graphic 32">
              <a:extLst>
                <a:ext uri="{FF2B5EF4-FFF2-40B4-BE49-F238E27FC236}">
                  <a16:creationId xmlns:a16="http://schemas.microsoft.com/office/drawing/2014/main" id="{232C4C23-8594-3FA6-58E0-B46CD2DCFB16}"/>
                </a:ext>
              </a:extLst>
            </p:cNvPr>
            <p:cNvGrpSpPr/>
            <p:nvPr/>
          </p:nvGrpSpPr>
          <p:grpSpPr>
            <a:xfrm>
              <a:off x="-8998277" y="75232"/>
              <a:ext cx="6122400" cy="6857480"/>
              <a:chOff x="3035255" y="0"/>
              <a:chExt cx="6122400" cy="6857480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966983C-82BE-0BE4-32EE-741A9F6DD755}"/>
                  </a:ext>
                </a:extLst>
              </p:cNvPr>
              <p:cNvSpPr/>
              <p:nvPr/>
            </p:nvSpPr>
            <p:spPr>
              <a:xfrm>
                <a:off x="3035255" y="0"/>
                <a:ext cx="6005194" cy="6857480"/>
              </a:xfrm>
              <a:custGeom>
                <a:avLst/>
                <a:gdLst>
                  <a:gd name="connsiteX0" fmla="*/ 3103350 w 6005194"/>
                  <a:gd name="connsiteY0" fmla="*/ 6857458 h 6857480"/>
                  <a:gd name="connsiteX1" fmla="*/ 2990429 w 6005194"/>
                  <a:gd name="connsiteY1" fmla="*/ 6820044 h 6857480"/>
                  <a:gd name="connsiteX2" fmla="*/ 3001567 w 6005194"/>
                  <a:gd name="connsiteY2" fmla="*/ 6409221 h 6857480"/>
                  <a:gd name="connsiteX3" fmla="*/ 3245001 w 6005194"/>
                  <a:gd name="connsiteY3" fmla="*/ 5300194 h 6857480"/>
                  <a:gd name="connsiteX4" fmla="*/ 3081346 w 6005194"/>
                  <a:gd name="connsiteY4" fmla="*/ 4633270 h 6857480"/>
                  <a:gd name="connsiteX5" fmla="*/ 2386634 w 6005194"/>
                  <a:gd name="connsiteY5" fmla="*/ 4220545 h 6857480"/>
                  <a:gd name="connsiteX6" fmla="*/ 1435132 w 6005194"/>
                  <a:gd name="connsiteY6" fmla="*/ 4128879 h 6857480"/>
                  <a:gd name="connsiteX7" fmla="*/ 438805 w 6005194"/>
                  <a:gd name="connsiteY7" fmla="*/ 4007631 h 6857480"/>
                  <a:gd name="connsiteX8" fmla="*/ 119691 w 6005194"/>
                  <a:gd name="connsiteY8" fmla="*/ 3797907 h 6857480"/>
                  <a:gd name="connsiteX9" fmla="*/ 0 w 6005194"/>
                  <a:gd name="connsiteY9" fmla="*/ 3408721 h 6857480"/>
                  <a:gd name="connsiteX10" fmla="*/ 35520 w 6005194"/>
                  <a:gd name="connsiteY10" fmla="*/ 3208572 h 6857480"/>
                  <a:gd name="connsiteX11" fmla="*/ 136443 w 6005194"/>
                  <a:gd name="connsiteY11" fmla="*/ 3067745 h 6857480"/>
                  <a:gd name="connsiteX12" fmla="*/ 1665593 w 6005194"/>
                  <a:gd name="connsiteY12" fmla="*/ 3011908 h 6857480"/>
                  <a:gd name="connsiteX13" fmla="*/ 2805924 w 6005194"/>
                  <a:gd name="connsiteY13" fmla="*/ 3110183 h 6857480"/>
                  <a:gd name="connsiteX14" fmla="*/ 3583358 w 6005194"/>
                  <a:gd name="connsiteY14" fmla="*/ 2799785 h 6857480"/>
                  <a:gd name="connsiteX15" fmla="*/ 3001680 w 6005194"/>
                  <a:gd name="connsiteY15" fmla="*/ 408380 h 6857480"/>
                  <a:gd name="connsiteX16" fmla="*/ 2915835 w 6005194"/>
                  <a:gd name="connsiteY16" fmla="*/ 31348 h 6857480"/>
                  <a:gd name="connsiteX17" fmla="*/ 3162256 w 6005194"/>
                  <a:gd name="connsiteY17" fmla="*/ 36622 h 6857480"/>
                  <a:gd name="connsiteX18" fmla="*/ 3924816 w 6005194"/>
                  <a:gd name="connsiteY18" fmla="*/ 509552 h 6857480"/>
                  <a:gd name="connsiteX19" fmla="*/ 4866607 w 6005194"/>
                  <a:gd name="connsiteY19" fmla="*/ 1367029 h 6857480"/>
                  <a:gd name="connsiteX20" fmla="*/ 5304528 w 6005194"/>
                  <a:gd name="connsiteY20" fmla="*/ 1875358 h 6857480"/>
                  <a:gd name="connsiteX21" fmla="*/ 5666996 w 6005194"/>
                  <a:gd name="connsiteY21" fmla="*/ 2402293 h 6857480"/>
                  <a:gd name="connsiteX22" fmla="*/ 6005194 w 6005194"/>
                  <a:gd name="connsiteY22" fmla="*/ 3408744 h 6857480"/>
                  <a:gd name="connsiteX23" fmla="*/ 5705391 w 6005194"/>
                  <a:gd name="connsiteY23" fmla="*/ 4389891 h 6857480"/>
                  <a:gd name="connsiteX24" fmla="*/ 4983875 w 6005194"/>
                  <a:gd name="connsiteY24" fmla="*/ 5413634 h 6857480"/>
                  <a:gd name="connsiteX25" fmla="*/ 4107125 w 6005194"/>
                  <a:gd name="connsiteY25" fmla="*/ 6281522 h 6857480"/>
                  <a:gd name="connsiteX26" fmla="*/ 3341418 w 6005194"/>
                  <a:gd name="connsiteY26" fmla="*/ 6794989 h 6857480"/>
                  <a:gd name="connsiteX27" fmla="*/ 3128978 w 6005194"/>
                  <a:gd name="connsiteY27" fmla="*/ 6856394 h 6857480"/>
                  <a:gd name="connsiteX28" fmla="*/ 3103396 w 6005194"/>
                  <a:gd name="connsiteY28" fmla="*/ 6857480 h 6857480"/>
                  <a:gd name="connsiteX29" fmla="*/ 721154 w 6005194"/>
                  <a:gd name="connsiteY29" fmla="*/ 2921260 h 6857480"/>
                  <a:gd name="connsiteX30" fmla="*/ 137824 w 6005194"/>
                  <a:gd name="connsiteY30" fmla="*/ 3069352 h 6857480"/>
                  <a:gd name="connsiteX31" fmla="*/ 2128 w 6005194"/>
                  <a:gd name="connsiteY31" fmla="*/ 3408721 h 6857480"/>
                  <a:gd name="connsiteX32" fmla="*/ 439529 w 6005194"/>
                  <a:gd name="connsiteY32" fmla="*/ 4005593 h 6857480"/>
                  <a:gd name="connsiteX33" fmla="*/ 1435222 w 6005194"/>
                  <a:gd name="connsiteY33" fmla="*/ 4126729 h 6857480"/>
                  <a:gd name="connsiteX34" fmla="*/ 2387109 w 6005194"/>
                  <a:gd name="connsiteY34" fmla="*/ 4218463 h 6857480"/>
                  <a:gd name="connsiteX35" fmla="*/ 2786975 w 6005194"/>
                  <a:gd name="connsiteY35" fmla="*/ 4365016 h 6857480"/>
                  <a:gd name="connsiteX36" fmla="*/ 3083112 w 6005194"/>
                  <a:gd name="connsiteY36" fmla="*/ 4632048 h 6857480"/>
                  <a:gd name="connsiteX37" fmla="*/ 3208892 w 6005194"/>
                  <a:gd name="connsiteY37" fmla="*/ 4918183 h 6857480"/>
                  <a:gd name="connsiteX38" fmla="*/ 3247128 w 6005194"/>
                  <a:gd name="connsiteY38" fmla="*/ 5300239 h 6857480"/>
                  <a:gd name="connsiteX39" fmla="*/ 3183469 w 6005194"/>
                  <a:gd name="connsiteY39" fmla="*/ 5792657 h 6857480"/>
                  <a:gd name="connsiteX40" fmla="*/ 3003559 w 6005194"/>
                  <a:gd name="connsiteY40" fmla="*/ 6409945 h 6857480"/>
                  <a:gd name="connsiteX41" fmla="*/ 2991855 w 6005194"/>
                  <a:gd name="connsiteY41" fmla="*/ 6818483 h 6857480"/>
                  <a:gd name="connsiteX42" fmla="*/ 3128751 w 6005194"/>
                  <a:gd name="connsiteY42" fmla="*/ 6854244 h 6857480"/>
                  <a:gd name="connsiteX43" fmla="*/ 3340513 w 6005194"/>
                  <a:gd name="connsiteY43" fmla="*/ 6793020 h 6857480"/>
                  <a:gd name="connsiteX44" fmla="*/ 4982200 w 6005194"/>
                  <a:gd name="connsiteY44" fmla="*/ 5412230 h 6857480"/>
                  <a:gd name="connsiteX45" fmla="*/ 6002976 w 6005194"/>
                  <a:gd name="connsiteY45" fmla="*/ 3408744 h 6857480"/>
                  <a:gd name="connsiteX46" fmla="*/ 5665071 w 6005194"/>
                  <a:gd name="connsiteY46" fmla="*/ 2403379 h 6857480"/>
                  <a:gd name="connsiteX47" fmla="*/ 4864954 w 6005194"/>
                  <a:gd name="connsiteY47" fmla="*/ 1368500 h 6857480"/>
                  <a:gd name="connsiteX48" fmla="*/ 3923413 w 6005194"/>
                  <a:gd name="connsiteY48" fmla="*/ 511250 h 6857480"/>
                  <a:gd name="connsiteX49" fmla="*/ 3161419 w 6005194"/>
                  <a:gd name="connsiteY49" fmla="*/ 38636 h 6857480"/>
                  <a:gd name="connsiteX50" fmla="*/ 2917352 w 6005194"/>
                  <a:gd name="connsiteY50" fmla="*/ 32774 h 6857480"/>
                  <a:gd name="connsiteX51" fmla="*/ 2902183 w 6005194"/>
                  <a:gd name="connsiteY51" fmla="*/ 163099 h 6857480"/>
                  <a:gd name="connsiteX52" fmla="*/ 3003446 w 6005194"/>
                  <a:gd name="connsiteY52" fmla="*/ 407384 h 6857480"/>
                  <a:gd name="connsiteX53" fmla="*/ 3585010 w 6005194"/>
                  <a:gd name="connsiteY53" fmla="*/ 2801007 h 6857480"/>
                  <a:gd name="connsiteX54" fmla="*/ 3267526 w 6005194"/>
                  <a:gd name="connsiteY54" fmla="*/ 3034134 h 6857480"/>
                  <a:gd name="connsiteX55" fmla="*/ 2805902 w 6005194"/>
                  <a:gd name="connsiteY55" fmla="*/ 3112311 h 6857480"/>
                  <a:gd name="connsiteX56" fmla="*/ 1665208 w 6005194"/>
                  <a:gd name="connsiteY56" fmla="*/ 3014013 h 6857480"/>
                  <a:gd name="connsiteX57" fmla="*/ 721086 w 6005194"/>
                  <a:gd name="connsiteY57" fmla="*/ 2921260 h 6857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005194" h="6857480">
                    <a:moveTo>
                      <a:pt x="3103350" y="6857458"/>
                    </a:moveTo>
                    <a:cubicBezTo>
                      <a:pt x="3054994" y="6857458"/>
                      <a:pt x="3017097" y="6844919"/>
                      <a:pt x="2990429" y="6820044"/>
                    </a:cubicBezTo>
                    <a:cubicBezTo>
                      <a:pt x="2923328" y="6757440"/>
                      <a:pt x="2927063" y="6619216"/>
                      <a:pt x="3001567" y="6409221"/>
                    </a:cubicBezTo>
                    <a:cubicBezTo>
                      <a:pt x="3155963" y="5973953"/>
                      <a:pt x="3237869" y="5600837"/>
                      <a:pt x="3245001" y="5300194"/>
                    </a:cubicBezTo>
                    <a:cubicBezTo>
                      <a:pt x="3251566" y="5023475"/>
                      <a:pt x="3198025" y="4805332"/>
                      <a:pt x="3081346" y="4633270"/>
                    </a:cubicBezTo>
                    <a:cubicBezTo>
                      <a:pt x="2943884" y="4430586"/>
                      <a:pt x="2716637" y="4295576"/>
                      <a:pt x="2386634" y="4220545"/>
                    </a:cubicBezTo>
                    <a:cubicBezTo>
                      <a:pt x="2094573" y="4154161"/>
                      <a:pt x="1759340" y="4141305"/>
                      <a:pt x="1435132" y="4128879"/>
                    </a:cubicBezTo>
                    <a:cubicBezTo>
                      <a:pt x="1059398" y="4114484"/>
                      <a:pt x="704515" y="4100858"/>
                      <a:pt x="438805" y="4007631"/>
                    </a:cubicBezTo>
                    <a:cubicBezTo>
                      <a:pt x="296272" y="3957610"/>
                      <a:pt x="191885" y="3889007"/>
                      <a:pt x="119691" y="3797907"/>
                    </a:cubicBezTo>
                    <a:cubicBezTo>
                      <a:pt x="39165" y="3696259"/>
                      <a:pt x="0" y="3568967"/>
                      <a:pt x="0" y="3408721"/>
                    </a:cubicBezTo>
                    <a:cubicBezTo>
                      <a:pt x="0" y="3333147"/>
                      <a:pt x="11953" y="3265812"/>
                      <a:pt x="35520" y="3208572"/>
                    </a:cubicBezTo>
                    <a:cubicBezTo>
                      <a:pt x="58068" y="3153798"/>
                      <a:pt x="92026" y="3106403"/>
                      <a:pt x="136443" y="3067745"/>
                    </a:cubicBezTo>
                    <a:cubicBezTo>
                      <a:pt x="401813" y="2836701"/>
                      <a:pt x="1015683" y="2921803"/>
                      <a:pt x="1665593" y="3011908"/>
                    </a:cubicBezTo>
                    <a:cubicBezTo>
                      <a:pt x="2057287" y="3066206"/>
                      <a:pt x="2462315" y="3122360"/>
                      <a:pt x="2805924" y="3110183"/>
                    </a:cubicBezTo>
                    <a:cubicBezTo>
                      <a:pt x="3193860" y="3096444"/>
                      <a:pt x="3448160" y="2994910"/>
                      <a:pt x="3583358" y="2799785"/>
                    </a:cubicBezTo>
                    <a:cubicBezTo>
                      <a:pt x="3853482" y="2409898"/>
                      <a:pt x="3663204" y="1627655"/>
                      <a:pt x="3001680" y="408380"/>
                    </a:cubicBezTo>
                    <a:cubicBezTo>
                      <a:pt x="2896207" y="213979"/>
                      <a:pt x="2867320" y="87118"/>
                      <a:pt x="2915835" y="31348"/>
                    </a:cubicBezTo>
                    <a:cubicBezTo>
                      <a:pt x="2953686" y="-12154"/>
                      <a:pt x="3036589" y="-10365"/>
                      <a:pt x="3162256" y="36622"/>
                    </a:cubicBezTo>
                    <a:cubicBezTo>
                      <a:pt x="3350270" y="106922"/>
                      <a:pt x="3621074" y="274887"/>
                      <a:pt x="3924816" y="509552"/>
                    </a:cubicBezTo>
                    <a:cubicBezTo>
                      <a:pt x="4246263" y="757912"/>
                      <a:pt x="4571942" y="1054413"/>
                      <a:pt x="4866607" y="1367029"/>
                    </a:cubicBezTo>
                    <a:cubicBezTo>
                      <a:pt x="5026345" y="1536510"/>
                      <a:pt x="5173700" y="1707530"/>
                      <a:pt x="5304528" y="1875358"/>
                    </a:cubicBezTo>
                    <a:cubicBezTo>
                      <a:pt x="5445182" y="2055771"/>
                      <a:pt x="5567137" y="2233061"/>
                      <a:pt x="5666996" y="2402293"/>
                    </a:cubicBezTo>
                    <a:cubicBezTo>
                      <a:pt x="5891413" y="2782538"/>
                      <a:pt x="6005194" y="3121160"/>
                      <a:pt x="6005194" y="3408744"/>
                    </a:cubicBezTo>
                    <a:cubicBezTo>
                      <a:pt x="6005194" y="3696327"/>
                      <a:pt x="5904340" y="4018789"/>
                      <a:pt x="5705391" y="4389891"/>
                    </a:cubicBezTo>
                    <a:cubicBezTo>
                      <a:pt x="5532387" y="4712624"/>
                      <a:pt x="5282886" y="5066637"/>
                      <a:pt x="4983875" y="5413634"/>
                    </a:cubicBezTo>
                    <a:cubicBezTo>
                      <a:pt x="4712007" y="5729124"/>
                      <a:pt x="4408831" y="6029247"/>
                      <a:pt x="4107125" y="6281522"/>
                    </a:cubicBezTo>
                    <a:cubicBezTo>
                      <a:pt x="3816921" y="6524177"/>
                      <a:pt x="3544985" y="6706537"/>
                      <a:pt x="3341418" y="6794989"/>
                    </a:cubicBezTo>
                    <a:cubicBezTo>
                      <a:pt x="3258697" y="6830931"/>
                      <a:pt x="3187227" y="6851595"/>
                      <a:pt x="3128978" y="6856394"/>
                    </a:cubicBezTo>
                    <a:cubicBezTo>
                      <a:pt x="3120148" y="6857119"/>
                      <a:pt x="3111614" y="6857480"/>
                      <a:pt x="3103396" y="6857480"/>
                    </a:cubicBezTo>
                    <a:close/>
                    <a:moveTo>
                      <a:pt x="721154" y="2921260"/>
                    </a:moveTo>
                    <a:cubicBezTo>
                      <a:pt x="469910" y="2921260"/>
                      <a:pt x="264148" y="2959352"/>
                      <a:pt x="137824" y="3069352"/>
                    </a:cubicBezTo>
                    <a:cubicBezTo>
                      <a:pt x="46522" y="3148864"/>
                      <a:pt x="2128" y="3259860"/>
                      <a:pt x="2128" y="3408721"/>
                    </a:cubicBezTo>
                    <a:cubicBezTo>
                      <a:pt x="2128" y="3711220"/>
                      <a:pt x="141107" y="3900867"/>
                      <a:pt x="439529" y="4005593"/>
                    </a:cubicBezTo>
                    <a:cubicBezTo>
                      <a:pt x="704922" y="4098731"/>
                      <a:pt x="1059670" y="4112334"/>
                      <a:pt x="1435222" y="4126729"/>
                    </a:cubicBezTo>
                    <a:cubicBezTo>
                      <a:pt x="1759521" y="4139155"/>
                      <a:pt x="2094867" y="4152010"/>
                      <a:pt x="2387109" y="4218463"/>
                    </a:cubicBezTo>
                    <a:cubicBezTo>
                      <a:pt x="2545014" y="4254360"/>
                      <a:pt x="2675820" y="4302298"/>
                      <a:pt x="2786975" y="4365016"/>
                    </a:cubicBezTo>
                    <a:cubicBezTo>
                      <a:pt x="2912394" y="4435791"/>
                      <a:pt x="3009264" y="4523135"/>
                      <a:pt x="3083112" y="4632048"/>
                    </a:cubicBezTo>
                    <a:cubicBezTo>
                      <a:pt x="3139369" y="4715000"/>
                      <a:pt x="3181703" y="4811284"/>
                      <a:pt x="3208892" y="4918183"/>
                    </a:cubicBezTo>
                    <a:cubicBezTo>
                      <a:pt x="3237598" y="5031012"/>
                      <a:pt x="3250479" y="5159548"/>
                      <a:pt x="3247128" y="5300239"/>
                    </a:cubicBezTo>
                    <a:cubicBezTo>
                      <a:pt x="3243620" y="5447720"/>
                      <a:pt x="3222203" y="5613399"/>
                      <a:pt x="3183469" y="5792657"/>
                    </a:cubicBezTo>
                    <a:cubicBezTo>
                      <a:pt x="3143059" y="5979634"/>
                      <a:pt x="3082523" y="6187320"/>
                      <a:pt x="3003559" y="6409945"/>
                    </a:cubicBezTo>
                    <a:cubicBezTo>
                      <a:pt x="2929373" y="6619057"/>
                      <a:pt x="2925433" y="6756534"/>
                      <a:pt x="2991855" y="6818483"/>
                    </a:cubicBezTo>
                    <a:cubicBezTo>
                      <a:pt x="3022599" y="6847159"/>
                      <a:pt x="3068645" y="6859201"/>
                      <a:pt x="3128751" y="6854244"/>
                    </a:cubicBezTo>
                    <a:cubicBezTo>
                      <a:pt x="3186774" y="6849468"/>
                      <a:pt x="3258018" y="6828849"/>
                      <a:pt x="3340513" y="6793020"/>
                    </a:cubicBezTo>
                    <a:cubicBezTo>
                      <a:pt x="3765802" y="6608216"/>
                      <a:pt x="4440887" y="6040428"/>
                      <a:pt x="4982200" y="5412230"/>
                    </a:cubicBezTo>
                    <a:cubicBezTo>
                      <a:pt x="5363434" y="4969810"/>
                      <a:pt x="6002976" y="4121229"/>
                      <a:pt x="6002976" y="3408744"/>
                    </a:cubicBezTo>
                    <a:cubicBezTo>
                      <a:pt x="6002976" y="3121523"/>
                      <a:pt x="5889285" y="2783285"/>
                      <a:pt x="5665071" y="2403379"/>
                    </a:cubicBezTo>
                    <a:cubicBezTo>
                      <a:pt x="5472937" y="2077816"/>
                      <a:pt x="5196271" y="1719955"/>
                      <a:pt x="4864954" y="1368500"/>
                    </a:cubicBezTo>
                    <a:cubicBezTo>
                      <a:pt x="4570357" y="1055974"/>
                      <a:pt x="4244791" y="759541"/>
                      <a:pt x="3923413" y="511250"/>
                    </a:cubicBezTo>
                    <a:cubicBezTo>
                      <a:pt x="3619851" y="276720"/>
                      <a:pt x="3349229" y="108869"/>
                      <a:pt x="3161419" y="38636"/>
                    </a:cubicBezTo>
                    <a:cubicBezTo>
                      <a:pt x="3036657" y="-8012"/>
                      <a:pt x="2954547" y="-10003"/>
                      <a:pt x="2917352" y="32774"/>
                    </a:cubicBezTo>
                    <a:cubicBezTo>
                      <a:pt x="2894351" y="59210"/>
                      <a:pt x="2889234" y="103074"/>
                      <a:pt x="2902183" y="163099"/>
                    </a:cubicBezTo>
                    <a:cubicBezTo>
                      <a:pt x="2915880" y="226609"/>
                      <a:pt x="2949951" y="308814"/>
                      <a:pt x="3003446" y="407384"/>
                    </a:cubicBezTo>
                    <a:cubicBezTo>
                      <a:pt x="3665400" y="1627429"/>
                      <a:pt x="3855633" y="2410395"/>
                      <a:pt x="3585010" y="2801007"/>
                    </a:cubicBezTo>
                    <a:cubicBezTo>
                      <a:pt x="3512318" y="2905937"/>
                      <a:pt x="3408474" y="2982190"/>
                      <a:pt x="3267526" y="3034134"/>
                    </a:cubicBezTo>
                    <a:cubicBezTo>
                      <a:pt x="3142606" y="3080171"/>
                      <a:pt x="2991606" y="3105747"/>
                      <a:pt x="2805902" y="3112311"/>
                    </a:cubicBezTo>
                    <a:cubicBezTo>
                      <a:pt x="2462111" y="3124487"/>
                      <a:pt x="2056992" y="3068311"/>
                      <a:pt x="1665208" y="3014013"/>
                    </a:cubicBezTo>
                    <a:cubicBezTo>
                      <a:pt x="1325787" y="2966957"/>
                      <a:pt x="996168" y="2921260"/>
                      <a:pt x="721086" y="292126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0AF8E7F-66FE-6AAE-BB54-BEDE6335CE79}"/>
                  </a:ext>
                </a:extLst>
              </p:cNvPr>
              <p:cNvSpPr/>
              <p:nvPr/>
            </p:nvSpPr>
            <p:spPr>
              <a:xfrm>
                <a:off x="3080283" y="15112"/>
                <a:ext cx="5931734" cy="6777906"/>
              </a:xfrm>
              <a:custGeom>
                <a:avLst/>
                <a:gdLst>
                  <a:gd name="connsiteX0" fmla="*/ 3058073 w 5931734"/>
                  <a:gd name="connsiteY0" fmla="*/ 6777906 h 6777906"/>
                  <a:gd name="connsiteX1" fmla="*/ 2938587 w 5931734"/>
                  <a:gd name="connsiteY1" fmla="*/ 6738841 h 6777906"/>
                  <a:gd name="connsiteX2" fmla="*/ 2956516 w 5931734"/>
                  <a:gd name="connsiteY2" fmla="*/ 6364389 h 6777906"/>
                  <a:gd name="connsiteX3" fmla="*/ 3222113 w 5931734"/>
                  <a:gd name="connsiteY3" fmla="*/ 5333629 h 6777906"/>
                  <a:gd name="connsiteX4" fmla="*/ 3088839 w 5931734"/>
                  <a:gd name="connsiteY4" fmla="*/ 4694138 h 6777906"/>
                  <a:gd name="connsiteX5" fmla="*/ 2413868 w 5931734"/>
                  <a:gd name="connsiteY5" fmla="*/ 4257557 h 6777906"/>
                  <a:gd name="connsiteX6" fmla="*/ 1461619 w 5931734"/>
                  <a:gd name="connsiteY6" fmla="*/ 4125399 h 6777906"/>
                  <a:gd name="connsiteX7" fmla="*/ 0 w 5931734"/>
                  <a:gd name="connsiteY7" fmla="*/ 3341550 h 6777906"/>
                  <a:gd name="connsiteX8" fmla="*/ 35475 w 5931734"/>
                  <a:gd name="connsiteY8" fmla="*/ 3140088 h 6777906"/>
                  <a:gd name="connsiteX9" fmla="*/ 136239 w 5931734"/>
                  <a:gd name="connsiteY9" fmla="*/ 2998763 h 6777906"/>
                  <a:gd name="connsiteX10" fmla="*/ 1619591 w 5931734"/>
                  <a:gd name="connsiteY10" fmla="*/ 2937766 h 6777906"/>
                  <a:gd name="connsiteX11" fmla="*/ 2738529 w 5931734"/>
                  <a:gd name="connsiteY11" fmla="*/ 3029500 h 6777906"/>
                  <a:gd name="connsiteX12" fmla="*/ 3513382 w 5931734"/>
                  <a:gd name="connsiteY12" fmla="*/ 2716476 h 6777906"/>
                  <a:gd name="connsiteX13" fmla="*/ 3029164 w 5931734"/>
                  <a:gd name="connsiteY13" fmla="*/ 393244 h 6777906"/>
                  <a:gd name="connsiteX14" fmla="*/ 2954366 w 5931734"/>
                  <a:gd name="connsiteY14" fmla="*/ 28819 h 6777906"/>
                  <a:gd name="connsiteX15" fmla="*/ 3152612 w 5931734"/>
                  <a:gd name="connsiteY15" fmla="*/ 25107 h 6777906"/>
                  <a:gd name="connsiteX16" fmla="*/ 3866590 w 5931734"/>
                  <a:gd name="connsiteY16" fmla="*/ 478867 h 6777906"/>
                  <a:gd name="connsiteX17" fmla="*/ 4776369 w 5931734"/>
                  <a:gd name="connsiteY17" fmla="*/ 1336502 h 6777906"/>
                  <a:gd name="connsiteX18" fmla="*/ 5568789 w 5931734"/>
                  <a:gd name="connsiteY18" fmla="*/ 2380525 h 6777906"/>
                  <a:gd name="connsiteX19" fmla="*/ 5930419 w 5931734"/>
                  <a:gd name="connsiteY19" fmla="*/ 3393585 h 6777906"/>
                  <a:gd name="connsiteX20" fmla="*/ 5675168 w 5931734"/>
                  <a:gd name="connsiteY20" fmla="*/ 4379598 h 6777906"/>
                  <a:gd name="connsiteX21" fmla="*/ 5372037 w 5931734"/>
                  <a:gd name="connsiteY21" fmla="*/ 4881115 h 6777906"/>
                  <a:gd name="connsiteX22" fmla="*/ 4994085 w 5931734"/>
                  <a:gd name="connsiteY22" fmla="*/ 5362216 h 6777906"/>
                  <a:gd name="connsiteX23" fmla="*/ 4140246 w 5931734"/>
                  <a:gd name="connsiteY23" fmla="*/ 6184927 h 6777906"/>
                  <a:gd name="connsiteX24" fmla="*/ 3366547 w 5931734"/>
                  <a:gd name="connsiteY24" fmla="*/ 6691083 h 6777906"/>
                  <a:gd name="connsiteX25" fmla="*/ 3058028 w 5931734"/>
                  <a:gd name="connsiteY25" fmla="*/ 6777906 h 6777906"/>
                  <a:gd name="connsiteX26" fmla="*/ 715336 w 5931734"/>
                  <a:gd name="connsiteY26" fmla="*/ 2853365 h 6777906"/>
                  <a:gd name="connsiteX27" fmla="*/ 137734 w 5931734"/>
                  <a:gd name="connsiteY27" fmla="*/ 3000416 h 6777906"/>
                  <a:gd name="connsiteX28" fmla="*/ 2264 w 5931734"/>
                  <a:gd name="connsiteY28" fmla="*/ 3341550 h 6777906"/>
                  <a:gd name="connsiteX29" fmla="*/ 1461845 w 5931734"/>
                  <a:gd name="connsiteY29" fmla="*/ 4123181 h 6777906"/>
                  <a:gd name="connsiteX30" fmla="*/ 2414479 w 5931734"/>
                  <a:gd name="connsiteY30" fmla="*/ 4255407 h 6777906"/>
                  <a:gd name="connsiteX31" fmla="*/ 2807645 w 5931734"/>
                  <a:gd name="connsiteY31" fmla="*/ 4417170 h 6777906"/>
                  <a:gd name="connsiteX32" fmla="*/ 3090741 w 5931734"/>
                  <a:gd name="connsiteY32" fmla="*/ 4692961 h 6777906"/>
                  <a:gd name="connsiteX33" fmla="*/ 3200674 w 5931734"/>
                  <a:gd name="connsiteY33" fmla="*/ 4970767 h 6777906"/>
                  <a:gd name="connsiteX34" fmla="*/ 3224332 w 5931734"/>
                  <a:gd name="connsiteY34" fmla="*/ 5333743 h 6777906"/>
                  <a:gd name="connsiteX35" fmla="*/ 3148152 w 5931734"/>
                  <a:gd name="connsiteY35" fmla="*/ 5794360 h 6777906"/>
                  <a:gd name="connsiteX36" fmla="*/ 2958576 w 5931734"/>
                  <a:gd name="connsiteY36" fmla="*/ 6365181 h 6777906"/>
                  <a:gd name="connsiteX37" fmla="*/ 2940126 w 5931734"/>
                  <a:gd name="connsiteY37" fmla="*/ 6737211 h 6777906"/>
                  <a:gd name="connsiteX38" fmla="*/ 3365687 w 5931734"/>
                  <a:gd name="connsiteY38" fmla="*/ 6689047 h 6777906"/>
                  <a:gd name="connsiteX39" fmla="*/ 4992477 w 5931734"/>
                  <a:gd name="connsiteY39" fmla="*/ 5360745 h 6777906"/>
                  <a:gd name="connsiteX40" fmla="*/ 5928269 w 5931734"/>
                  <a:gd name="connsiteY40" fmla="*/ 3393653 h 6777906"/>
                  <a:gd name="connsiteX41" fmla="*/ 5566933 w 5931734"/>
                  <a:gd name="connsiteY41" fmla="*/ 2381634 h 6777906"/>
                  <a:gd name="connsiteX42" fmla="*/ 4774784 w 5931734"/>
                  <a:gd name="connsiteY42" fmla="*/ 1337973 h 6777906"/>
                  <a:gd name="connsiteX43" fmla="*/ 3865254 w 5931734"/>
                  <a:gd name="connsiteY43" fmla="*/ 480565 h 6777906"/>
                  <a:gd name="connsiteX44" fmla="*/ 3151933 w 5931734"/>
                  <a:gd name="connsiteY44" fmla="*/ 27167 h 6777906"/>
                  <a:gd name="connsiteX45" fmla="*/ 2956086 w 5931734"/>
                  <a:gd name="connsiteY45" fmla="*/ 30245 h 6777906"/>
                  <a:gd name="connsiteX46" fmla="*/ 2939968 w 5931734"/>
                  <a:gd name="connsiteY46" fmla="*/ 155477 h 6777906"/>
                  <a:gd name="connsiteX47" fmla="*/ 3031201 w 5931734"/>
                  <a:gd name="connsiteY47" fmla="*/ 392225 h 6777906"/>
                  <a:gd name="connsiteX48" fmla="*/ 3515238 w 5931734"/>
                  <a:gd name="connsiteY48" fmla="*/ 2717744 h 6777906"/>
                  <a:gd name="connsiteX49" fmla="*/ 3195830 w 5931734"/>
                  <a:gd name="connsiteY49" fmla="*/ 2951482 h 6777906"/>
                  <a:gd name="connsiteX50" fmla="*/ 2738665 w 5931734"/>
                  <a:gd name="connsiteY50" fmla="*/ 3031695 h 6777906"/>
                  <a:gd name="connsiteX51" fmla="*/ 2625969 w 5931734"/>
                  <a:gd name="connsiteY51" fmla="*/ 3033913 h 6777906"/>
                  <a:gd name="connsiteX52" fmla="*/ 1619342 w 5931734"/>
                  <a:gd name="connsiteY52" fmla="*/ 2939938 h 6777906"/>
                  <a:gd name="connsiteX53" fmla="*/ 715336 w 5931734"/>
                  <a:gd name="connsiteY53" fmla="*/ 2853365 h 6777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5931734" h="6777906">
                    <a:moveTo>
                      <a:pt x="3058073" y="6777906"/>
                    </a:moveTo>
                    <a:cubicBezTo>
                      <a:pt x="3006140" y="6777906"/>
                      <a:pt x="2965979" y="6764915"/>
                      <a:pt x="2938587" y="6738841"/>
                    </a:cubicBezTo>
                    <a:cubicBezTo>
                      <a:pt x="2875493" y="6678748"/>
                      <a:pt x="2881514" y="6552769"/>
                      <a:pt x="2956516" y="6364389"/>
                    </a:cubicBezTo>
                    <a:cubicBezTo>
                      <a:pt x="3116187" y="5963276"/>
                      <a:pt x="3205564" y="5616482"/>
                      <a:pt x="3222113" y="5333629"/>
                    </a:cubicBezTo>
                    <a:cubicBezTo>
                      <a:pt x="3237417" y="5072460"/>
                      <a:pt x="3193815" y="4863280"/>
                      <a:pt x="3088839" y="4694138"/>
                    </a:cubicBezTo>
                    <a:cubicBezTo>
                      <a:pt x="2961225" y="4488534"/>
                      <a:pt x="2740453" y="4345715"/>
                      <a:pt x="2413868" y="4257557"/>
                    </a:cubicBezTo>
                    <a:cubicBezTo>
                      <a:pt x="2124433" y="4179403"/>
                      <a:pt x="1787479" y="4151948"/>
                      <a:pt x="1461619" y="4125399"/>
                    </a:cubicBezTo>
                    <a:cubicBezTo>
                      <a:pt x="709971" y="4064130"/>
                      <a:pt x="0" y="4006278"/>
                      <a:pt x="0" y="3341550"/>
                    </a:cubicBezTo>
                    <a:cubicBezTo>
                      <a:pt x="0" y="3265411"/>
                      <a:pt x="11931" y="3197623"/>
                      <a:pt x="35475" y="3140088"/>
                    </a:cubicBezTo>
                    <a:cubicBezTo>
                      <a:pt x="57978" y="3085043"/>
                      <a:pt x="91890" y="3037490"/>
                      <a:pt x="136239" y="2998763"/>
                    </a:cubicBezTo>
                    <a:cubicBezTo>
                      <a:pt x="395769" y="2772065"/>
                      <a:pt x="990237" y="2852550"/>
                      <a:pt x="1619591" y="2937766"/>
                    </a:cubicBezTo>
                    <a:cubicBezTo>
                      <a:pt x="2003113" y="2989687"/>
                      <a:pt x="2399674" y="3043397"/>
                      <a:pt x="2738529" y="3029500"/>
                    </a:cubicBezTo>
                    <a:cubicBezTo>
                      <a:pt x="3121371" y="3013815"/>
                      <a:pt x="3374833" y="2911420"/>
                      <a:pt x="3513382" y="2716476"/>
                    </a:cubicBezTo>
                    <a:cubicBezTo>
                      <a:pt x="3786381" y="2332361"/>
                      <a:pt x="3628001" y="1572435"/>
                      <a:pt x="3029164" y="393244"/>
                    </a:cubicBezTo>
                    <a:cubicBezTo>
                      <a:pt x="2933221" y="204321"/>
                      <a:pt x="2908070" y="81714"/>
                      <a:pt x="2954366" y="28819"/>
                    </a:cubicBezTo>
                    <a:cubicBezTo>
                      <a:pt x="2986897" y="-8323"/>
                      <a:pt x="3053591" y="-9567"/>
                      <a:pt x="3152612" y="25107"/>
                    </a:cubicBezTo>
                    <a:cubicBezTo>
                      <a:pt x="3321519" y="84272"/>
                      <a:pt x="3575072" y="245423"/>
                      <a:pt x="3866590" y="478867"/>
                    </a:cubicBezTo>
                    <a:cubicBezTo>
                      <a:pt x="4168159" y="720368"/>
                      <a:pt x="4491258" y="1024949"/>
                      <a:pt x="4776369" y="1336502"/>
                    </a:cubicBezTo>
                    <a:cubicBezTo>
                      <a:pt x="5100305" y="1690470"/>
                      <a:pt x="5374324" y="2051499"/>
                      <a:pt x="5568789" y="2380525"/>
                    </a:cubicBezTo>
                    <a:cubicBezTo>
                      <a:pt x="5795787" y="2764596"/>
                      <a:pt x="5917447" y="3105436"/>
                      <a:pt x="5930419" y="3393585"/>
                    </a:cubicBezTo>
                    <a:cubicBezTo>
                      <a:pt x="5943595" y="3686442"/>
                      <a:pt x="5857726" y="4018184"/>
                      <a:pt x="5675168" y="4379598"/>
                    </a:cubicBezTo>
                    <a:cubicBezTo>
                      <a:pt x="5593081" y="4542085"/>
                      <a:pt x="5491093" y="4710819"/>
                      <a:pt x="5372037" y="4881115"/>
                    </a:cubicBezTo>
                    <a:cubicBezTo>
                      <a:pt x="5260565" y="5040546"/>
                      <a:pt x="5133403" y="5202400"/>
                      <a:pt x="4994085" y="5362216"/>
                    </a:cubicBezTo>
                    <a:cubicBezTo>
                      <a:pt x="4736842" y="5657314"/>
                      <a:pt x="4441589" y="5941796"/>
                      <a:pt x="4140246" y="6184927"/>
                    </a:cubicBezTo>
                    <a:cubicBezTo>
                      <a:pt x="3857897" y="6412712"/>
                      <a:pt x="3583131" y="6592469"/>
                      <a:pt x="3366547" y="6691083"/>
                    </a:cubicBezTo>
                    <a:cubicBezTo>
                      <a:pt x="3239703" y="6748845"/>
                      <a:pt x="3135701" y="6777906"/>
                      <a:pt x="3058028" y="6777906"/>
                    </a:cubicBezTo>
                    <a:close/>
                    <a:moveTo>
                      <a:pt x="715336" y="2853365"/>
                    </a:moveTo>
                    <a:cubicBezTo>
                      <a:pt x="466922" y="2853365"/>
                      <a:pt x="263061" y="2890959"/>
                      <a:pt x="137734" y="3000416"/>
                    </a:cubicBezTo>
                    <a:cubicBezTo>
                      <a:pt x="46568" y="3080041"/>
                      <a:pt x="2264" y="3191625"/>
                      <a:pt x="2264" y="3341550"/>
                    </a:cubicBezTo>
                    <a:cubicBezTo>
                      <a:pt x="2264" y="4004241"/>
                      <a:pt x="711238" y="4062025"/>
                      <a:pt x="1461845" y="4123181"/>
                    </a:cubicBezTo>
                    <a:cubicBezTo>
                      <a:pt x="1787796" y="4149753"/>
                      <a:pt x="2124863" y="4177208"/>
                      <a:pt x="2414479" y="4255407"/>
                    </a:cubicBezTo>
                    <a:cubicBezTo>
                      <a:pt x="2570890" y="4297642"/>
                      <a:pt x="2699477" y="4350536"/>
                      <a:pt x="2807645" y="4417170"/>
                    </a:cubicBezTo>
                    <a:cubicBezTo>
                      <a:pt x="2929576" y="4492268"/>
                      <a:pt x="3022168" y="4582486"/>
                      <a:pt x="3090741" y="4692961"/>
                    </a:cubicBezTo>
                    <a:cubicBezTo>
                      <a:pt x="3141406" y="4774601"/>
                      <a:pt x="3178398" y="4868078"/>
                      <a:pt x="3200674" y="4970767"/>
                    </a:cubicBezTo>
                    <a:cubicBezTo>
                      <a:pt x="3224150" y="5078955"/>
                      <a:pt x="3232096" y="5201065"/>
                      <a:pt x="3224332" y="5333743"/>
                    </a:cubicBezTo>
                    <a:cubicBezTo>
                      <a:pt x="3216204" y="5472623"/>
                      <a:pt x="3190577" y="5627596"/>
                      <a:pt x="3148152" y="5794360"/>
                    </a:cubicBezTo>
                    <a:cubicBezTo>
                      <a:pt x="3103984" y="5968074"/>
                      <a:pt x="3040189" y="6160121"/>
                      <a:pt x="2958576" y="6365181"/>
                    </a:cubicBezTo>
                    <a:cubicBezTo>
                      <a:pt x="2883960" y="6552633"/>
                      <a:pt x="2877757" y="6677798"/>
                      <a:pt x="2940126" y="6737211"/>
                    </a:cubicBezTo>
                    <a:cubicBezTo>
                      <a:pt x="3007793" y="6801649"/>
                      <a:pt x="3154944" y="6784990"/>
                      <a:pt x="3365687" y="6689047"/>
                    </a:cubicBezTo>
                    <a:cubicBezTo>
                      <a:pt x="3830685" y="6477331"/>
                      <a:pt x="4484444" y="5943516"/>
                      <a:pt x="4992477" y="5360745"/>
                    </a:cubicBezTo>
                    <a:cubicBezTo>
                      <a:pt x="5620609" y="4640180"/>
                      <a:pt x="5952944" y="3941591"/>
                      <a:pt x="5928269" y="3393653"/>
                    </a:cubicBezTo>
                    <a:cubicBezTo>
                      <a:pt x="5915319" y="3105866"/>
                      <a:pt x="5793750" y="2765388"/>
                      <a:pt x="5566933" y="2381634"/>
                    </a:cubicBezTo>
                    <a:cubicBezTo>
                      <a:pt x="5372535" y="2052721"/>
                      <a:pt x="5098630" y="1691828"/>
                      <a:pt x="4774784" y="1337973"/>
                    </a:cubicBezTo>
                    <a:cubicBezTo>
                      <a:pt x="4489741" y="1026511"/>
                      <a:pt x="4166733" y="721998"/>
                      <a:pt x="3865254" y="480565"/>
                    </a:cubicBezTo>
                    <a:cubicBezTo>
                      <a:pt x="3573940" y="247279"/>
                      <a:pt x="3320614" y="86264"/>
                      <a:pt x="3151933" y="27167"/>
                    </a:cubicBezTo>
                    <a:cubicBezTo>
                      <a:pt x="3053840" y="-7191"/>
                      <a:pt x="2987961" y="-6150"/>
                      <a:pt x="2956086" y="30245"/>
                    </a:cubicBezTo>
                    <a:cubicBezTo>
                      <a:pt x="2934127" y="55323"/>
                      <a:pt x="2928694" y="97467"/>
                      <a:pt x="2939968" y="155477"/>
                    </a:cubicBezTo>
                    <a:cubicBezTo>
                      <a:pt x="2951876" y="216792"/>
                      <a:pt x="2982551" y="296462"/>
                      <a:pt x="3031201" y="392225"/>
                    </a:cubicBezTo>
                    <a:cubicBezTo>
                      <a:pt x="3630446" y="1572209"/>
                      <a:pt x="3788781" y="2332904"/>
                      <a:pt x="3515238" y="2717744"/>
                    </a:cubicBezTo>
                    <a:cubicBezTo>
                      <a:pt x="3440734" y="2822583"/>
                      <a:pt x="3336234" y="2899040"/>
                      <a:pt x="3195830" y="2951482"/>
                    </a:cubicBezTo>
                    <a:cubicBezTo>
                      <a:pt x="3071407" y="2997949"/>
                      <a:pt x="2921879" y="3024181"/>
                      <a:pt x="2738665" y="3031695"/>
                    </a:cubicBezTo>
                    <a:cubicBezTo>
                      <a:pt x="2701764" y="3033212"/>
                      <a:pt x="2664138" y="3033913"/>
                      <a:pt x="2625969" y="3033913"/>
                    </a:cubicBezTo>
                    <a:cubicBezTo>
                      <a:pt x="2313398" y="3033913"/>
                      <a:pt x="1961208" y="2986224"/>
                      <a:pt x="1619342" y="2939938"/>
                    </a:cubicBezTo>
                    <a:cubicBezTo>
                      <a:pt x="1295021" y="2896029"/>
                      <a:pt x="979914" y="2853365"/>
                      <a:pt x="715336" y="285336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1EA70EC-5E35-0A96-A890-6880009A434A}"/>
                  </a:ext>
                </a:extLst>
              </p:cNvPr>
              <p:cNvSpPr/>
              <p:nvPr/>
            </p:nvSpPr>
            <p:spPr>
              <a:xfrm>
                <a:off x="3125402" y="29346"/>
                <a:ext cx="5860931" cy="6701407"/>
              </a:xfrm>
              <a:custGeom>
                <a:avLst/>
                <a:gdLst>
                  <a:gd name="connsiteX0" fmla="*/ 3013973 w 5860931"/>
                  <a:gd name="connsiteY0" fmla="*/ 6701385 h 6701407"/>
                  <a:gd name="connsiteX1" fmla="*/ 2886223 w 5860931"/>
                  <a:gd name="connsiteY1" fmla="*/ 6660260 h 6701407"/>
                  <a:gd name="connsiteX2" fmla="*/ 2848462 w 5860931"/>
                  <a:gd name="connsiteY2" fmla="*/ 6535322 h 6701407"/>
                  <a:gd name="connsiteX3" fmla="*/ 2911397 w 5860931"/>
                  <a:gd name="connsiteY3" fmla="*/ 6320415 h 6701407"/>
                  <a:gd name="connsiteX4" fmla="*/ 3199112 w 5860931"/>
                  <a:gd name="connsiteY4" fmla="*/ 5369711 h 6701407"/>
                  <a:gd name="connsiteX5" fmla="*/ 3097216 w 5860931"/>
                  <a:gd name="connsiteY5" fmla="*/ 4760322 h 6701407"/>
                  <a:gd name="connsiteX6" fmla="*/ 1490483 w 5860931"/>
                  <a:gd name="connsiteY6" fmla="*/ 4127032 h 6701407"/>
                  <a:gd name="connsiteX7" fmla="*/ 459700 w 5860931"/>
                  <a:gd name="connsiteY7" fmla="*/ 3914525 h 6701407"/>
                  <a:gd name="connsiteX8" fmla="*/ 125826 w 5860931"/>
                  <a:gd name="connsiteY8" fmla="*/ 3675309 h 6701407"/>
                  <a:gd name="connsiteX9" fmla="*/ 32803 w 5860931"/>
                  <a:gd name="connsiteY9" fmla="*/ 3498722 h 6701407"/>
                  <a:gd name="connsiteX10" fmla="*/ 0 w 5860931"/>
                  <a:gd name="connsiteY10" fmla="*/ 3275237 h 6701407"/>
                  <a:gd name="connsiteX11" fmla="*/ 35429 w 5860931"/>
                  <a:gd name="connsiteY11" fmla="*/ 3072258 h 6701407"/>
                  <a:gd name="connsiteX12" fmla="*/ 136058 w 5860931"/>
                  <a:gd name="connsiteY12" fmla="*/ 2930300 h 6701407"/>
                  <a:gd name="connsiteX13" fmla="*/ 1573748 w 5860931"/>
                  <a:gd name="connsiteY13" fmla="*/ 2863485 h 6701407"/>
                  <a:gd name="connsiteX14" fmla="*/ 2671156 w 5860931"/>
                  <a:gd name="connsiteY14" fmla="*/ 2948044 h 6701407"/>
                  <a:gd name="connsiteX15" fmla="*/ 3443858 w 5860931"/>
                  <a:gd name="connsiteY15" fmla="*/ 2632124 h 6701407"/>
                  <a:gd name="connsiteX16" fmla="*/ 3563843 w 5860931"/>
                  <a:gd name="connsiteY16" fmla="*/ 1847460 h 6701407"/>
                  <a:gd name="connsiteX17" fmla="*/ 3056692 w 5860931"/>
                  <a:gd name="connsiteY17" fmla="*/ 378920 h 6701407"/>
                  <a:gd name="connsiteX18" fmla="*/ 2993146 w 5860931"/>
                  <a:gd name="connsiteY18" fmla="*/ 26491 h 6701407"/>
                  <a:gd name="connsiteX19" fmla="*/ 3156868 w 5860931"/>
                  <a:gd name="connsiteY19" fmla="*/ 17958 h 6701407"/>
                  <a:gd name="connsiteX20" fmla="*/ 3825523 w 5860931"/>
                  <a:gd name="connsiteY20" fmla="*/ 457097 h 6701407"/>
                  <a:gd name="connsiteX21" fmla="*/ 4699443 w 5860931"/>
                  <a:gd name="connsiteY21" fmla="*/ 1314799 h 6701407"/>
                  <a:gd name="connsiteX22" fmla="*/ 5476831 w 5860931"/>
                  <a:gd name="connsiteY22" fmla="*/ 2364390 h 6701407"/>
                  <a:gd name="connsiteX23" fmla="*/ 5855666 w 5860931"/>
                  <a:gd name="connsiteY23" fmla="*/ 3379284 h 6701407"/>
                  <a:gd name="connsiteX24" fmla="*/ 5647187 w 5860931"/>
                  <a:gd name="connsiteY24" fmla="*/ 4366360 h 6701407"/>
                  <a:gd name="connsiteX25" fmla="*/ 5013328 w 5860931"/>
                  <a:gd name="connsiteY25" fmla="*/ 5307808 h 6701407"/>
                  <a:gd name="connsiteX26" fmla="*/ 4189960 w 5860931"/>
                  <a:gd name="connsiteY26" fmla="*/ 6086066 h 6701407"/>
                  <a:gd name="connsiteX27" fmla="*/ 3412753 w 5860931"/>
                  <a:gd name="connsiteY27" fmla="*/ 6583441 h 6701407"/>
                  <a:gd name="connsiteX28" fmla="*/ 3013951 w 5860931"/>
                  <a:gd name="connsiteY28" fmla="*/ 6701408 h 6701407"/>
                  <a:gd name="connsiteX29" fmla="*/ 710763 w 5860931"/>
                  <a:gd name="connsiteY29" fmla="*/ 2785716 h 6701407"/>
                  <a:gd name="connsiteX30" fmla="*/ 137575 w 5860931"/>
                  <a:gd name="connsiteY30" fmla="*/ 2932043 h 6701407"/>
                  <a:gd name="connsiteX31" fmla="*/ 2287 w 5860931"/>
                  <a:gd name="connsiteY31" fmla="*/ 3275259 h 6701407"/>
                  <a:gd name="connsiteX32" fmla="*/ 460583 w 5860931"/>
                  <a:gd name="connsiteY32" fmla="*/ 3912442 h 6701407"/>
                  <a:gd name="connsiteX33" fmla="*/ 1490755 w 5860931"/>
                  <a:gd name="connsiteY33" fmla="*/ 4124791 h 6701407"/>
                  <a:gd name="connsiteX34" fmla="*/ 3099185 w 5860931"/>
                  <a:gd name="connsiteY34" fmla="*/ 4759213 h 6701407"/>
                  <a:gd name="connsiteX35" fmla="*/ 3192683 w 5860931"/>
                  <a:gd name="connsiteY35" fmla="*/ 5027308 h 6701407"/>
                  <a:gd name="connsiteX36" fmla="*/ 3201376 w 5860931"/>
                  <a:gd name="connsiteY36" fmla="*/ 5369960 h 6701407"/>
                  <a:gd name="connsiteX37" fmla="*/ 3112564 w 5860931"/>
                  <a:gd name="connsiteY37" fmla="*/ 5797759 h 6701407"/>
                  <a:gd name="connsiteX38" fmla="*/ 2913480 w 5860931"/>
                  <a:gd name="connsiteY38" fmla="*/ 6321388 h 6701407"/>
                  <a:gd name="connsiteX39" fmla="*/ 2850749 w 5860931"/>
                  <a:gd name="connsiteY39" fmla="*/ 6535480 h 6701407"/>
                  <a:gd name="connsiteX40" fmla="*/ 2887831 w 5860931"/>
                  <a:gd name="connsiteY40" fmla="*/ 6658652 h 6701407"/>
                  <a:gd name="connsiteX41" fmla="*/ 3411802 w 5860931"/>
                  <a:gd name="connsiteY41" fmla="*/ 6581381 h 6701407"/>
                  <a:gd name="connsiteX42" fmla="*/ 5011653 w 5860931"/>
                  <a:gd name="connsiteY42" fmla="*/ 5306336 h 6701407"/>
                  <a:gd name="connsiteX43" fmla="*/ 5853448 w 5860931"/>
                  <a:gd name="connsiteY43" fmla="*/ 3379510 h 6701407"/>
                  <a:gd name="connsiteX44" fmla="*/ 4697767 w 5860931"/>
                  <a:gd name="connsiteY44" fmla="*/ 1316361 h 6701407"/>
                  <a:gd name="connsiteX45" fmla="*/ 3824097 w 5860931"/>
                  <a:gd name="connsiteY45" fmla="*/ 458907 h 6701407"/>
                  <a:gd name="connsiteX46" fmla="*/ 3156189 w 5860931"/>
                  <a:gd name="connsiteY46" fmla="*/ 20199 h 6701407"/>
                  <a:gd name="connsiteX47" fmla="*/ 2994911 w 5860931"/>
                  <a:gd name="connsiteY47" fmla="*/ 28075 h 6701407"/>
                  <a:gd name="connsiteX48" fmla="*/ 3058798 w 5860931"/>
                  <a:gd name="connsiteY48" fmla="*/ 378015 h 6701407"/>
                  <a:gd name="connsiteX49" fmla="*/ 3402701 w 5860931"/>
                  <a:gd name="connsiteY49" fmla="*/ 1210051 h 6701407"/>
                  <a:gd name="connsiteX50" fmla="*/ 3566130 w 5860931"/>
                  <a:gd name="connsiteY50" fmla="*/ 1847211 h 6701407"/>
                  <a:gd name="connsiteX51" fmla="*/ 3572649 w 5860931"/>
                  <a:gd name="connsiteY51" fmla="*/ 2313668 h 6701407"/>
                  <a:gd name="connsiteX52" fmla="*/ 3445715 w 5860931"/>
                  <a:gd name="connsiteY52" fmla="*/ 2633550 h 6701407"/>
                  <a:gd name="connsiteX53" fmla="*/ 3124065 w 5860931"/>
                  <a:gd name="connsiteY53" fmla="*/ 2867967 h 6701407"/>
                  <a:gd name="connsiteX54" fmla="*/ 2671269 w 5860931"/>
                  <a:gd name="connsiteY54" fmla="*/ 2950421 h 6701407"/>
                  <a:gd name="connsiteX55" fmla="*/ 2542071 w 5860931"/>
                  <a:gd name="connsiteY55" fmla="*/ 2953341 h 6701407"/>
                  <a:gd name="connsiteX56" fmla="*/ 1573454 w 5860931"/>
                  <a:gd name="connsiteY56" fmla="*/ 2865839 h 6701407"/>
                  <a:gd name="connsiteX57" fmla="*/ 710763 w 5860931"/>
                  <a:gd name="connsiteY57" fmla="*/ 2785806 h 670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860931" h="6701407">
                    <a:moveTo>
                      <a:pt x="3013973" y="6701385"/>
                    </a:moveTo>
                    <a:cubicBezTo>
                      <a:pt x="2957377" y="6701385"/>
                      <a:pt x="2914227" y="6687760"/>
                      <a:pt x="2886223" y="6660260"/>
                    </a:cubicBezTo>
                    <a:cubicBezTo>
                      <a:pt x="2857812" y="6632330"/>
                      <a:pt x="2845089" y="6590299"/>
                      <a:pt x="2848462" y="6535322"/>
                    </a:cubicBezTo>
                    <a:cubicBezTo>
                      <a:pt x="2851971" y="6477810"/>
                      <a:pt x="2873138" y="6405518"/>
                      <a:pt x="2911397" y="6320415"/>
                    </a:cubicBezTo>
                    <a:cubicBezTo>
                      <a:pt x="3076184" y="5953818"/>
                      <a:pt x="3172987" y="5633959"/>
                      <a:pt x="3199112" y="5369711"/>
                    </a:cubicBezTo>
                    <a:cubicBezTo>
                      <a:pt x="3223335" y="5124860"/>
                      <a:pt x="3190011" y="4925525"/>
                      <a:pt x="3097216" y="4760322"/>
                    </a:cubicBezTo>
                    <a:cubicBezTo>
                      <a:pt x="2836486" y="4296173"/>
                      <a:pt x="2152233" y="4210188"/>
                      <a:pt x="1490483" y="4127032"/>
                    </a:cubicBezTo>
                    <a:cubicBezTo>
                      <a:pt x="1102977" y="4078347"/>
                      <a:pt x="736978" y="4032356"/>
                      <a:pt x="459700" y="3914525"/>
                    </a:cubicBezTo>
                    <a:cubicBezTo>
                      <a:pt x="310715" y="3851218"/>
                      <a:pt x="201507" y="3772974"/>
                      <a:pt x="125826" y="3675309"/>
                    </a:cubicBezTo>
                    <a:cubicBezTo>
                      <a:pt x="84895" y="3622505"/>
                      <a:pt x="53608" y="3563092"/>
                      <a:pt x="32803" y="3498722"/>
                    </a:cubicBezTo>
                    <a:cubicBezTo>
                      <a:pt x="11025" y="3431341"/>
                      <a:pt x="0" y="3356152"/>
                      <a:pt x="0" y="3275237"/>
                    </a:cubicBezTo>
                    <a:cubicBezTo>
                      <a:pt x="0" y="3194321"/>
                      <a:pt x="11931" y="3130155"/>
                      <a:pt x="35429" y="3072258"/>
                    </a:cubicBezTo>
                    <a:cubicBezTo>
                      <a:pt x="57910" y="3016896"/>
                      <a:pt x="91777" y="2969139"/>
                      <a:pt x="136058" y="2930300"/>
                    </a:cubicBezTo>
                    <a:cubicBezTo>
                      <a:pt x="389747" y="2707833"/>
                      <a:pt x="964859" y="2783430"/>
                      <a:pt x="1573748" y="2863485"/>
                    </a:cubicBezTo>
                    <a:cubicBezTo>
                      <a:pt x="1949006" y="2912804"/>
                      <a:pt x="2337033" y="2963820"/>
                      <a:pt x="2671156" y="2948044"/>
                    </a:cubicBezTo>
                    <a:cubicBezTo>
                      <a:pt x="3048950" y="2930186"/>
                      <a:pt x="3301688" y="2826864"/>
                      <a:pt x="3443858" y="2632124"/>
                    </a:cubicBezTo>
                    <a:cubicBezTo>
                      <a:pt x="3575955" y="2451190"/>
                      <a:pt x="3615210" y="2194525"/>
                      <a:pt x="3563843" y="1847460"/>
                    </a:cubicBezTo>
                    <a:cubicBezTo>
                      <a:pt x="3507609" y="1467554"/>
                      <a:pt x="3337004" y="973461"/>
                      <a:pt x="3056692" y="378920"/>
                    </a:cubicBezTo>
                    <a:cubicBezTo>
                      <a:pt x="2970077" y="195202"/>
                      <a:pt x="2948706" y="76625"/>
                      <a:pt x="2993146" y="26491"/>
                    </a:cubicBezTo>
                    <a:cubicBezTo>
                      <a:pt x="3021693" y="-5694"/>
                      <a:pt x="3076773" y="-8568"/>
                      <a:pt x="3156868" y="17958"/>
                    </a:cubicBezTo>
                    <a:cubicBezTo>
                      <a:pt x="3309589" y="68544"/>
                      <a:pt x="3547068" y="224513"/>
                      <a:pt x="3825523" y="457097"/>
                    </a:cubicBezTo>
                    <a:cubicBezTo>
                      <a:pt x="4111246" y="695746"/>
                      <a:pt x="4421621" y="1000350"/>
                      <a:pt x="4699443" y="1314799"/>
                    </a:cubicBezTo>
                    <a:cubicBezTo>
                      <a:pt x="5013441" y="1670193"/>
                      <a:pt x="5282275" y="2033124"/>
                      <a:pt x="5476831" y="2364390"/>
                    </a:cubicBezTo>
                    <a:cubicBezTo>
                      <a:pt x="5703670" y="2750588"/>
                      <a:pt x="5831126" y="3092040"/>
                      <a:pt x="5855666" y="3379284"/>
                    </a:cubicBezTo>
                    <a:cubicBezTo>
                      <a:pt x="5881633" y="3683209"/>
                      <a:pt x="5811475" y="4015312"/>
                      <a:pt x="5647187" y="4366360"/>
                    </a:cubicBezTo>
                    <a:cubicBezTo>
                      <a:pt x="5502911" y="4674608"/>
                      <a:pt x="5289655" y="4991344"/>
                      <a:pt x="5013328" y="5307808"/>
                    </a:cubicBezTo>
                    <a:cubicBezTo>
                      <a:pt x="4772204" y="5583961"/>
                      <a:pt x="4487477" y="5853075"/>
                      <a:pt x="4189960" y="6086066"/>
                    </a:cubicBezTo>
                    <a:cubicBezTo>
                      <a:pt x="3918047" y="6298981"/>
                      <a:pt x="3642037" y="6475614"/>
                      <a:pt x="3412753" y="6583441"/>
                    </a:cubicBezTo>
                    <a:cubicBezTo>
                      <a:pt x="3246404" y="6661663"/>
                      <a:pt x="3110595" y="6701408"/>
                      <a:pt x="3013951" y="6701408"/>
                    </a:cubicBezTo>
                    <a:close/>
                    <a:moveTo>
                      <a:pt x="710763" y="2785716"/>
                    </a:moveTo>
                    <a:cubicBezTo>
                      <a:pt x="464590" y="2785716"/>
                      <a:pt x="262110" y="2822835"/>
                      <a:pt x="137575" y="2932043"/>
                    </a:cubicBezTo>
                    <a:cubicBezTo>
                      <a:pt x="46545" y="3011872"/>
                      <a:pt x="2287" y="3124134"/>
                      <a:pt x="2287" y="3275259"/>
                    </a:cubicBezTo>
                    <a:cubicBezTo>
                      <a:pt x="2287" y="3577102"/>
                      <a:pt x="147921" y="3779583"/>
                      <a:pt x="460583" y="3912442"/>
                    </a:cubicBezTo>
                    <a:cubicBezTo>
                      <a:pt x="737567" y="4030137"/>
                      <a:pt x="1103407" y="4076106"/>
                      <a:pt x="1490755" y="4124791"/>
                    </a:cubicBezTo>
                    <a:cubicBezTo>
                      <a:pt x="2153048" y="4208015"/>
                      <a:pt x="2837890" y="4294069"/>
                      <a:pt x="3099185" y="4759213"/>
                    </a:cubicBezTo>
                    <a:cubicBezTo>
                      <a:pt x="3144032" y="4839042"/>
                      <a:pt x="3175477" y="4929237"/>
                      <a:pt x="3192683" y="5027308"/>
                    </a:cubicBezTo>
                    <a:cubicBezTo>
                      <a:pt x="3210748" y="5130382"/>
                      <a:pt x="3213691" y="5245679"/>
                      <a:pt x="3201376" y="5369960"/>
                    </a:cubicBezTo>
                    <a:cubicBezTo>
                      <a:pt x="3188517" y="5499809"/>
                      <a:pt x="3158634" y="5643759"/>
                      <a:pt x="3112564" y="5797759"/>
                    </a:cubicBezTo>
                    <a:cubicBezTo>
                      <a:pt x="3064639" y="5957937"/>
                      <a:pt x="2997651" y="6134117"/>
                      <a:pt x="2913480" y="6321388"/>
                    </a:cubicBezTo>
                    <a:cubicBezTo>
                      <a:pt x="2875357" y="6406220"/>
                      <a:pt x="2854235" y="6478262"/>
                      <a:pt x="2850749" y="6535480"/>
                    </a:cubicBezTo>
                    <a:cubicBezTo>
                      <a:pt x="2847421" y="6589756"/>
                      <a:pt x="2859917" y="6631198"/>
                      <a:pt x="2887831" y="6658652"/>
                    </a:cubicBezTo>
                    <a:cubicBezTo>
                      <a:pt x="2962900" y="6732416"/>
                      <a:pt x="3148990" y="6704984"/>
                      <a:pt x="3411802" y="6581381"/>
                    </a:cubicBezTo>
                    <a:cubicBezTo>
                      <a:pt x="3913225" y="6345607"/>
                      <a:pt x="4541199" y="5845131"/>
                      <a:pt x="5011653" y="5306336"/>
                    </a:cubicBezTo>
                    <a:cubicBezTo>
                      <a:pt x="5429856" y="4827386"/>
                      <a:pt x="5915364" y="4104330"/>
                      <a:pt x="5853448" y="3379510"/>
                    </a:cubicBezTo>
                    <a:cubicBezTo>
                      <a:pt x="5808058" y="2848207"/>
                      <a:pt x="5386843" y="2096204"/>
                      <a:pt x="4697767" y="1316361"/>
                    </a:cubicBezTo>
                    <a:cubicBezTo>
                      <a:pt x="4420014" y="1002002"/>
                      <a:pt x="4109729" y="697489"/>
                      <a:pt x="3824097" y="458907"/>
                    </a:cubicBezTo>
                    <a:cubicBezTo>
                      <a:pt x="3545845" y="226505"/>
                      <a:pt x="3308638" y="70695"/>
                      <a:pt x="3156189" y="20199"/>
                    </a:cubicBezTo>
                    <a:cubicBezTo>
                      <a:pt x="3077044" y="-6011"/>
                      <a:pt x="3022780" y="-3363"/>
                      <a:pt x="2994911" y="28075"/>
                    </a:cubicBezTo>
                    <a:cubicBezTo>
                      <a:pt x="2951128" y="77462"/>
                      <a:pt x="2972635" y="195202"/>
                      <a:pt x="3058798" y="378015"/>
                    </a:cubicBezTo>
                    <a:cubicBezTo>
                      <a:pt x="3202349" y="682528"/>
                      <a:pt x="3318055" y="962461"/>
                      <a:pt x="3402701" y="1210051"/>
                    </a:cubicBezTo>
                    <a:cubicBezTo>
                      <a:pt x="3483612" y="1446731"/>
                      <a:pt x="3538601" y="1661094"/>
                      <a:pt x="3566130" y="1847211"/>
                    </a:cubicBezTo>
                    <a:cubicBezTo>
                      <a:pt x="3592300" y="2024093"/>
                      <a:pt x="3594496" y="2181035"/>
                      <a:pt x="3572649" y="2313668"/>
                    </a:cubicBezTo>
                    <a:cubicBezTo>
                      <a:pt x="3552048" y="2438787"/>
                      <a:pt x="3509329" y="2546410"/>
                      <a:pt x="3445715" y="2633550"/>
                    </a:cubicBezTo>
                    <a:cubicBezTo>
                      <a:pt x="3369241" y="2738276"/>
                      <a:pt x="3264040" y="2814959"/>
                      <a:pt x="3124065" y="2867967"/>
                    </a:cubicBezTo>
                    <a:cubicBezTo>
                      <a:pt x="3000096" y="2914909"/>
                      <a:pt x="2851994" y="2941865"/>
                      <a:pt x="2671269" y="2950421"/>
                    </a:cubicBezTo>
                    <a:cubicBezTo>
                      <a:pt x="2629026" y="2952413"/>
                      <a:pt x="2585877" y="2953341"/>
                      <a:pt x="2542071" y="2953341"/>
                    </a:cubicBezTo>
                    <a:cubicBezTo>
                      <a:pt x="2239030" y="2953341"/>
                      <a:pt x="1901397" y="2908956"/>
                      <a:pt x="1573454" y="2865839"/>
                    </a:cubicBezTo>
                    <a:cubicBezTo>
                      <a:pt x="1264663" y="2825257"/>
                      <a:pt x="964519" y="2785806"/>
                      <a:pt x="710763" y="278580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97EEBB8-31F1-0B5C-48A1-5636EAF3E034}"/>
                  </a:ext>
                </a:extLst>
              </p:cNvPr>
              <p:cNvSpPr/>
              <p:nvPr/>
            </p:nvSpPr>
            <p:spPr>
              <a:xfrm>
                <a:off x="3170475" y="42676"/>
                <a:ext cx="5793011" cy="6628777"/>
              </a:xfrm>
              <a:custGeom>
                <a:avLst/>
                <a:gdLst>
                  <a:gd name="connsiteX0" fmla="*/ 2970598 w 5793011"/>
                  <a:gd name="connsiteY0" fmla="*/ 6628777 h 6628777"/>
                  <a:gd name="connsiteX1" fmla="*/ 2833340 w 5793011"/>
                  <a:gd name="connsiteY1" fmla="*/ 6584619 h 6628777"/>
                  <a:gd name="connsiteX2" fmla="*/ 2801011 w 5793011"/>
                  <a:gd name="connsiteY2" fmla="*/ 6469142 h 6628777"/>
                  <a:gd name="connsiteX3" fmla="*/ 2866301 w 5793011"/>
                  <a:gd name="connsiteY3" fmla="*/ 6277344 h 6628777"/>
                  <a:gd name="connsiteX4" fmla="*/ 3175613 w 5793011"/>
                  <a:gd name="connsiteY4" fmla="*/ 5408506 h 6628777"/>
                  <a:gd name="connsiteX5" fmla="*/ 3105728 w 5793011"/>
                  <a:gd name="connsiteY5" fmla="*/ 4832185 h 6628777"/>
                  <a:gd name="connsiteX6" fmla="*/ 1521747 w 5793011"/>
                  <a:gd name="connsiteY6" fmla="*/ 4134592 h 6628777"/>
                  <a:gd name="connsiteX7" fmla="*/ 471563 w 5793011"/>
                  <a:gd name="connsiteY7" fmla="*/ 3872042 h 6628777"/>
                  <a:gd name="connsiteX8" fmla="*/ 129289 w 5793011"/>
                  <a:gd name="connsiteY8" fmla="*/ 3616259 h 6628777"/>
                  <a:gd name="connsiteX9" fmla="*/ 33732 w 5793011"/>
                  <a:gd name="connsiteY9" fmla="*/ 3435009 h 6628777"/>
                  <a:gd name="connsiteX10" fmla="*/ 0 w 5793011"/>
                  <a:gd name="connsiteY10" fmla="*/ 3209872 h 6628777"/>
                  <a:gd name="connsiteX11" fmla="*/ 35429 w 5793011"/>
                  <a:gd name="connsiteY11" fmla="*/ 3005195 h 6628777"/>
                  <a:gd name="connsiteX12" fmla="*/ 135968 w 5793011"/>
                  <a:gd name="connsiteY12" fmla="*/ 2862445 h 6628777"/>
                  <a:gd name="connsiteX13" fmla="*/ 1528358 w 5793011"/>
                  <a:gd name="connsiteY13" fmla="*/ 2788976 h 6628777"/>
                  <a:gd name="connsiteX14" fmla="*/ 2604146 w 5793011"/>
                  <a:gd name="connsiteY14" fmla="*/ 2865568 h 6628777"/>
                  <a:gd name="connsiteX15" fmla="*/ 3375150 w 5793011"/>
                  <a:gd name="connsiteY15" fmla="*/ 2546434 h 6628777"/>
                  <a:gd name="connsiteX16" fmla="*/ 3518792 w 5793011"/>
                  <a:gd name="connsiteY16" fmla="*/ 1782231 h 6628777"/>
                  <a:gd name="connsiteX17" fmla="*/ 3084289 w 5793011"/>
                  <a:gd name="connsiteY17" fmla="*/ 365544 h 6628777"/>
                  <a:gd name="connsiteX18" fmla="*/ 3032152 w 5793011"/>
                  <a:gd name="connsiteY18" fmla="*/ 24364 h 6628777"/>
                  <a:gd name="connsiteX19" fmla="*/ 3170361 w 5793011"/>
                  <a:gd name="connsiteY19" fmla="*/ 13364 h 6628777"/>
                  <a:gd name="connsiteX20" fmla="*/ 3796931 w 5793011"/>
                  <a:gd name="connsiteY20" fmla="*/ 441435 h 6628777"/>
                  <a:gd name="connsiteX21" fmla="*/ 4632704 w 5793011"/>
                  <a:gd name="connsiteY21" fmla="*/ 1299364 h 6628777"/>
                  <a:gd name="connsiteX22" fmla="*/ 5390057 w 5793011"/>
                  <a:gd name="connsiteY22" fmla="*/ 2352418 h 6628777"/>
                  <a:gd name="connsiteX23" fmla="*/ 5781050 w 5793011"/>
                  <a:gd name="connsiteY23" fmla="*/ 3365908 h 6628777"/>
                  <a:gd name="connsiteX24" fmla="*/ 5040155 w 5793011"/>
                  <a:gd name="connsiteY24" fmla="*/ 5251247 h 6628777"/>
                  <a:gd name="connsiteX25" fmla="*/ 4255114 w 5793011"/>
                  <a:gd name="connsiteY25" fmla="*/ 5986682 h 6628777"/>
                  <a:gd name="connsiteX26" fmla="*/ 3481189 w 5793011"/>
                  <a:gd name="connsiteY26" fmla="*/ 6472944 h 6628777"/>
                  <a:gd name="connsiteX27" fmla="*/ 3071702 w 5793011"/>
                  <a:gd name="connsiteY27" fmla="*/ 6618660 h 6628777"/>
                  <a:gd name="connsiteX28" fmla="*/ 2970665 w 5793011"/>
                  <a:gd name="connsiteY28" fmla="*/ 6628777 h 6628777"/>
                  <a:gd name="connsiteX29" fmla="*/ 708092 w 5793011"/>
                  <a:gd name="connsiteY29" fmla="*/ 2718246 h 6628777"/>
                  <a:gd name="connsiteX30" fmla="*/ 137507 w 5793011"/>
                  <a:gd name="connsiteY30" fmla="*/ 2864233 h 6628777"/>
                  <a:gd name="connsiteX31" fmla="*/ 2354 w 5793011"/>
                  <a:gd name="connsiteY31" fmla="*/ 3209872 h 6628777"/>
                  <a:gd name="connsiteX32" fmla="*/ 472536 w 5793011"/>
                  <a:gd name="connsiteY32" fmla="*/ 3869892 h 6628777"/>
                  <a:gd name="connsiteX33" fmla="*/ 1522132 w 5793011"/>
                  <a:gd name="connsiteY33" fmla="*/ 4132239 h 6628777"/>
                  <a:gd name="connsiteX34" fmla="*/ 3107833 w 5793011"/>
                  <a:gd name="connsiteY34" fmla="*/ 4831099 h 6628777"/>
                  <a:gd name="connsiteX35" fmla="*/ 3184397 w 5793011"/>
                  <a:gd name="connsiteY35" fmla="*/ 5087923 h 6628777"/>
                  <a:gd name="connsiteX36" fmla="*/ 3177945 w 5793011"/>
                  <a:gd name="connsiteY36" fmla="*/ 5408845 h 6628777"/>
                  <a:gd name="connsiteX37" fmla="*/ 3076569 w 5793011"/>
                  <a:gd name="connsiteY37" fmla="*/ 5802717 h 6628777"/>
                  <a:gd name="connsiteX38" fmla="*/ 2868384 w 5793011"/>
                  <a:gd name="connsiteY38" fmla="*/ 6278431 h 6628777"/>
                  <a:gd name="connsiteX39" fmla="*/ 2803343 w 5793011"/>
                  <a:gd name="connsiteY39" fmla="*/ 6469368 h 6628777"/>
                  <a:gd name="connsiteX40" fmla="*/ 2835015 w 5793011"/>
                  <a:gd name="connsiteY40" fmla="*/ 6582967 h 6628777"/>
                  <a:gd name="connsiteX41" fmla="*/ 3071204 w 5793011"/>
                  <a:gd name="connsiteY41" fmla="*/ 6616329 h 6628777"/>
                  <a:gd name="connsiteX42" fmla="*/ 3480080 w 5793011"/>
                  <a:gd name="connsiteY42" fmla="*/ 6470817 h 6628777"/>
                  <a:gd name="connsiteX43" fmla="*/ 5038275 w 5793011"/>
                  <a:gd name="connsiteY43" fmla="*/ 5249708 h 6628777"/>
                  <a:gd name="connsiteX44" fmla="*/ 5778627 w 5793011"/>
                  <a:gd name="connsiteY44" fmla="*/ 3366202 h 6628777"/>
                  <a:gd name="connsiteX45" fmla="*/ 4630848 w 5793011"/>
                  <a:gd name="connsiteY45" fmla="*/ 1300903 h 6628777"/>
                  <a:gd name="connsiteX46" fmla="*/ 3795301 w 5793011"/>
                  <a:gd name="connsiteY46" fmla="*/ 443223 h 6628777"/>
                  <a:gd name="connsiteX47" fmla="*/ 3169591 w 5793011"/>
                  <a:gd name="connsiteY47" fmla="*/ 15628 h 6628777"/>
                  <a:gd name="connsiteX48" fmla="*/ 3033850 w 5793011"/>
                  <a:gd name="connsiteY48" fmla="*/ 25971 h 6628777"/>
                  <a:gd name="connsiteX49" fmla="*/ 3086417 w 5793011"/>
                  <a:gd name="connsiteY49" fmla="*/ 364616 h 6628777"/>
                  <a:gd name="connsiteX50" fmla="*/ 3386922 w 5793011"/>
                  <a:gd name="connsiteY50" fmla="*/ 1166142 h 6628777"/>
                  <a:gd name="connsiteX51" fmla="*/ 3521101 w 5793011"/>
                  <a:gd name="connsiteY51" fmla="*/ 1782004 h 6628777"/>
                  <a:gd name="connsiteX52" fmla="*/ 3510620 w 5793011"/>
                  <a:gd name="connsiteY52" fmla="*/ 2235017 h 6628777"/>
                  <a:gd name="connsiteX53" fmla="*/ 3377007 w 5793011"/>
                  <a:gd name="connsiteY53" fmla="*/ 2547905 h 6628777"/>
                  <a:gd name="connsiteX54" fmla="*/ 3052798 w 5793011"/>
                  <a:gd name="connsiteY54" fmla="*/ 2783046 h 6628777"/>
                  <a:gd name="connsiteX55" fmla="*/ 2604236 w 5793011"/>
                  <a:gd name="connsiteY55" fmla="*/ 2867967 h 6628777"/>
                  <a:gd name="connsiteX56" fmla="*/ 2456066 w 5793011"/>
                  <a:gd name="connsiteY56" fmla="*/ 2871793 h 6628777"/>
                  <a:gd name="connsiteX57" fmla="*/ 1527995 w 5793011"/>
                  <a:gd name="connsiteY57" fmla="*/ 2791330 h 6628777"/>
                  <a:gd name="connsiteX58" fmla="*/ 708069 w 5793011"/>
                  <a:gd name="connsiteY58" fmla="*/ 2718223 h 6628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5793011" h="6628777">
                    <a:moveTo>
                      <a:pt x="2970598" y="6628777"/>
                    </a:moveTo>
                    <a:cubicBezTo>
                      <a:pt x="2908002" y="6628777"/>
                      <a:pt x="2862023" y="6614020"/>
                      <a:pt x="2833340" y="6584619"/>
                    </a:cubicBezTo>
                    <a:cubicBezTo>
                      <a:pt x="2807214" y="6557821"/>
                      <a:pt x="2796325" y="6518981"/>
                      <a:pt x="2801011" y="6469142"/>
                    </a:cubicBezTo>
                    <a:cubicBezTo>
                      <a:pt x="2805902" y="6417062"/>
                      <a:pt x="2827861" y="6352533"/>
                      <a:pt x="2866301" y="6277344"/>
                    </a:cubicBezTo>
                    <a:cubicBezTo>
                      <a:pt x="3035819" y="5945648"/>
                      <a:pt x="3139889" y="5653334"/>
                      <a:pt x="3175613" y="5408506"/>
                    </a:cubicBezTo>
                    <a:cubicBezTo>
                      <a:pt x="3208824" y="5180811"/>
                      <a:pt x="3185982" y="4992295"/>
                      <a:pt x="3105728" y="4832185"/>
                    </a:cubicBezTo>
                    <a:cubicBezTo>
                      <a:pt x="2871803" y="4365433"/>
                      <a:pt x="2185467" y="4248078"/>
                      <a:pt x="1521747" y="4134592"/>
                    </a:cubicBezTo>
                    <a:cubicBezTo>
                      <a:pt x="1127654" y="4067212"/>
                      <a:pt x="755384" y="4003566"/>
                      <a:pt x="471563" y="3872042"/>
                    </a:cubicBezTo>
                    <a:cubicBezTo>
                      <a:pt x="318933" y="3801312"/>
                      <a:pt x="206985" y="3717658"/>
                      <a:pt x="129289" y="3616259"/>
                    </a:cubicBezTo>
                    <a:cubicBezTo>
                      <a:pt x="87249" y="3561395"/>
                      <a:pt x="55102" y="3500397"/>
                      <a:pt x="33732" y="3435009"/>
                    </a:cubicBezTo>
                    <a:cubicBezTo>
                      <a:pt x="11342" y="3366496"/>
                      <a:pt x="0" y="3290764"/>
                      <a:pt x="0" y="3209872"/>
                    </a:cubicBezTo>
                    <a:cubicBezTo>
                      <a:pt x="0" y="3128979"/>
                      <a:pt x="11908" y="3063500"/>
                      <a:pt x="35429" y="3005195"/>
                    </a:cubicBezTo>
                    <a:cubicBezTo>
                      <a:pt x="57887" y="2949471"/>
                      <a:pt x="91709" y="2901443"/>
                      <a:pt x="135968" y="2862445"/>
                    </a:cubicBezTo>
                    <a:cubicBezTo>
                      <a:pt x="383793" y="2644075"/>
                      <a:pt x="939753" y="2714466"/>
                      <a:pt x="1528358" y="2788976"/>
                    </a:cubicBezTo>
                    <a:cubicBezTo>
                      <a:pt x="1895307" y="2835420"/>
                      <a:pt x="2274731" y="2883471"/>
                      <a:pt x="2604146" y="2865568"/>
                    </a:cubicBezTo>
                    <a:cubicBezTo>
                      <a:pt x="2976914" y="2845311"/>
                      <a:pt x="3229108" y="2740925"/>
                      <a:pt x="3375150" y="2546434"/>
                    </a:cubicBezTo>
                    <a:cubicBezTo>
                      <a:pt x="3508718" y="2368533"/>
                      <a:pt x="3555716" y="2118567"/>
                      <a:pt x="3518792" y="1782231"/>
                    </a:cubicBezTo>
                    <a:cubicBezTo>
                      <a:pt x="3478405" y="1414252"/>
                      <a:pt x="3332205" y="937610"/>
                      <a:pt x="3084289" y="365544"/>
                    </a:cubicBezTo>
                    <a:cubicBezTo>
                      <a:pt x="3006774" y="186693"/>
                      <a:pt x="2989229" y="71895"/>
                      <a:pt x="3032152" y="24364"/>
                    </a:cubicBezTo>
                    <a:cubicBezTo>
                      <a:pt x="3057643" y="-3882"/>
                      <a:pt x="3104143" y="-7594"/>
                      <a:pt x="3170361" y="13364"/>
                    </a:cubicBezTo>
                    <a:cubicBezTo>
                      <a:pt x="3309317" y="57319"/>
                      <a:pt x="3531832" y="209327"/>
                      <a:pt x="3796931" y="441435"/>
                    </a:cubicBezTo>
                    <a:cubicBezTo>
                      <a:pt x="4066648" y="677595"/>
                      <a:pt x="4363463" y="982289"/>
                      <a:pt x="4632704" y="1299364"/>
                    </a:cubicBezTo>
                    <a:cubicBezTo>
                      <a:pt x="4935066" y="1655459"/>
                      <a:pt x="5196950" y="2019612"/>
                      <a:pt x="5390057" y="2352418"/>
                    </a:cubicBezTo>
                    <a:cubicBezTo>
                      <a:pt x="5614678" y="2739544"/>
                      <a:pt x="5746208" y="3080543"/>
                      <a:pt x="5781050" y="3365908"/>
                    </a:cubicBezTo>
                    <a:cubicBezTo>
                      <a:pt x="5871853" y="4109922"/>
                      <a:pt x="5428271" y="4801833"/>
                      <a:pt x="5040155" y="5251247"/>
                    </a:cubicBezTo>
                    <a:cubicBezTo>
                      <a:pt x="4816439" y="5510289"/>
                      <a:pt x="4544980" y="5764601"/>
                      <a:pt x="4255114" y="5986682"/>
                    </a:cubicBezTo>
                    <a:cubicBezTo>
                      <a:pt x="3992189" y="6188122"/>
                      <a:pt x="3724577" y="6356268"/>
                      <a:pt x="3481189" y="6472944"/>
                    </a:cubicBezTo>
                    <a:cubicBezTo>
                      <a:pt x="3323941" y="6548314"/>
                      <a:pt x="3182337" y="6598720"/>
                      <a:pt x="3071702" y="6618660"/>
                    </a:cubicBezTo>
                    <a:cubicBezTo>
                      <a:pt x="3034280" y="6625405"/>
                      <a:pt x="3000571" y="6628777"/>
                      <a:pt x="2970665" y="6628777"/>
                    </a:cubicBezTo>
                    <a:close/>
                    <a:moveTo>
                      <a:pt x="708092" y="2718246"/>
                    </a:moveTo>
                    <a:cubicBezTo>
                      <a:pt x="463368" y="2718246"/>
                      <a:pt x="261590" y="2754912"/>
                      <a:pt x="137507" y="2864233"/>
                    </a:cubicBezTo>
                    <a:cubicBezTo>
                      <a:pt x="46568" y="2944379"/>
                      <a:pt x="2354" y="3057434"/>
                      <a:pt x="2354" y="3209872"/>
                    </a:cubicBezTo>
                    <a:cubicBezTo>
                      <a:pt x="2354" y="3511533"/>
                      <a:pt x="151769" y="3721257"/>
                      <a:pt x="472536" y="3869892"/>
                    </a:cubicBezTo>
                    <a:cubicBezTo>
                      <a:pt x="756085" y="4001280"/>
                      <a:pt x="1128174" y="4064904"/>
                      <a:pt x="1522132" y="4132239"/>
                    </a:cubicBezTo>
                    <a:cubicBezTo>
                      <a:pt x="2186440" y="4245814"/>
                      <a:pt x="2873364" y="4363261"/>
                      <a:pt x="3107833" y="4831099"/>
                    </a:cubicBezTo>
                    <a:cubicBezTo>
                      <a:pt x="3146658" y="4908574"/>
                      <a:pt x="3172421" y="4994989"/>
                      <a:pt x="3184397" y="5087923"/>
                    </a:cubicBezTo>
                    <a:cubicBezTo>
                      <a:pt x="3196961" y="5185406"/>
                      <a:pt x="3194788" y="5293368"/>
                      <a:pt x="3177945" y="5408845"/>
                    </a:cubicBezTo>
                    <a:cubicBezTo>
                      <a:pt x="3160377" y="5529279"/>
                      <a:pt x="3126261" y="5661777"/>
                      <a:pt x="3076569" y="5802717"/>
                    </a:cubicBezTo>
                    <a:cubicBezTo>
                      <a:pt x="3024976" y="5949043"/>
                      <a:pt x="2954932" y="6109108"/>
                      <a:pt x="2868384" y="6278431"/>
                    </a:cubicBezTo>
                    <a:cubicBezTo>
                      <a:pt x="2830079" y="6353348"/>
                      <a:pt x="2808211" y="6417605"/>
                      <a:pt x="2803343" y="6469368"/>
                    </a:cubicBezTo>
                    <a:cubicBezTo>
                      <a:pt x="2798725" y="6518461"/>
                      <a:pt x="2809388" y="6556689"/>
                      <a:pt x="2835015" y="6582967"/>
                    </a:cubicBezTo>
                    <a:cubicBezTo>
                      <a:pt x="2876806" y="6625812"/>
                      <a:pt x="2956267" y="6637038"/>
                      <a:pt x="3071204" y="6616329"/>
                    </a:cubicBezTo>
                    <a:cubicBezTo>
                      <a:pt x="3181635" y="6596411"/>
                      <a:pt x="3323036" y="6546096"/>
                      <a:pt x="3480080" y="6470817"/>
                    </a:cubicBezTo>
                    <a:cubicBezTo>
                      <a:pt x="3895567" y="6271663"/>
                      <a:pt x="4523088" y="5846286"/>
                      <a:pt x="5038275" y="5249708"/>
                    </a:cubicBezTo>
                    <a:cubicBezTo>
                      <a:pt x="5426076" y="4800656"/>
                      <a:pt x="5869318" y="4109356"/>
                      <a:pt x="5778627" y="3366202"/>
                    </a:cubicBezTo>
                    <a:cubicBezTo>
                      <a:pt x="5713994" y="2836620"/>
                      <a:pt x="5295631" y="2083847"/>
                      <a:pt x="4630848" y="1300903"/>
                    </a:cubicBezTo>
                    <a:cubicBezTo>
                      <a:pt x="4361674" y="983896"/>
                      <a:pt x="4064950" y="679292"/>
                      <a:pt x="3795301" y="443223"/>
                    </a:cubicBezTo>
                    <a:cubicBezTo>
                      <a:pt x="3530474" y="211341"/>
                      <a:pt x="3308253" y="59492"/>
                      <a:pt x="3169591" y="15628"/>
                    </a:cubicBezTo>
                    <a:cubicBezTo>
                      <a:pt x="3104347" y="-5014"/>
                      <a:pt x="3058662" y="-1529"/>
                      <a:pt x="3033850" y="25971"/>
                    </a:cubicBezTo>
                    <a:cubicBezTo>
                      <a:pt x="2991629" y="72755"/>
                      <a:pt x="3009310" y="186693"/>
                      <a:pt x="3086417" y="364616"/>
                    </a:cubicBezTo>
                    <a:cubicBezTo>
                      <a:pt x="3213374" y="657586"/>
                      <a:pt x="3314501" y="927267"/>
                      <a:pt x="3386922" y="1166142"/>
                    </a:cubicBezTo>
                    <a:cubicBezTo>
                      <a:pt x="3456174" y="1394539"/>
                      <a:pt x="3501315" y="1601750"/>
                      <a:pt x="3521101" y="1782004"/>
                    </a:cubicBezTo>
                    <a:cubicBezTo>
                      <a:pt x="3539914" y="1953386"/>
                      <a:pt x="3536382" y="2105801"/>
                      <a:pt x="3510620" y="2235017"/>
                    </a:cubicBezTo>
                    <a:cubicBezTo>
                      <a:pt x="3486306" y="2356967"/>
                      <a:pt x="3441345" y="2462236"/>
                      <a:pt x="3377007" y="2547905"/>
                    </a:cubicBezTo>
                    <a:cubicBezTo>
                      <a:pt x="3299537" y="2651069"/>
                      <a:pt x="3190464" y="2730174"/>
                      <a:pt x="3052798" y="2783046"/>
                    </a:cubicBezTo>
                    <a:cubicBezTo>
                      <a:pt x="2929214" y="2830509"/>
                      <a:pt x="2782493" y="2858303"/>
                      <a:pt x="2604236" y="2867967"/>
                    </a:cubicBezTo>
                    <a:cubicBezTo>
                      <a:pt x="2555880" y="2870593"/>
                      <a:pt x="2506392" y="2871793"/>
                      <a:pt x="2456066" y="2871793"/>
                    </a:cubicBezTo>
                    <a:cubicBezTo>
                      <a:pt x="2163439" y="2871793"/>
                      <a:pt x="1841201" y="2830984"/>
                      <a:pt x="1527995" y="2791330"/>
                    </a:cubicBezTo>
                    <a:cubicBezTo>
                      <a:pt x="1235300" y="2754279"/>
                      <a:pt x="950597" y="2718223"/>
                      <a:pt x="708069" y="271822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446F74E-4142-E5AF-27CE-71B9673B3303}"/>
                  </a:ext>
                </a:extLst>
              </p:cNvPr>
              <p:cNvSpPr/>
              <p:nvPr/>
            </p:nvSpPr>
            <p:spPr>
              <a:xfrm>
                <a:off x="3215549" y="54856"/>
                <a:ext cx="5727481" cy="6559990"/>
              </a:xfrm>
              <a:custGeom>
                <a:avLst/>
                <a:gdLst>
                  <a:gd name="connsiteX0" fmla="*/ 2930708 w 5727481"/>
                  <a:gd name="connsiteY0" fmla="*/ 6559990 h 6559990"/>
                  <a:gd name="connsiteX1" fmla="*/ 2779844 w 5727481"/>
                  <a:gd name="connsiteY1" fmla="*/ 6512573 h 6559990"/>
                  <a:gd name="connsiteX2" fmla="*/ 2753266 w 5727481"/>
                  <a:gd name="connsiteY2" fmla="*/ 6405945 h 6559990"/>
                  <a:gd name="connsiteX3" fmla="*/ 2821228 w 5727481"/>
                  <a:gd name="connsiteY3" fmla="*/ 6235423 h 6559990"/>
                  <a:gd name="connsiteX4" fmla="*/ 3113108 w 5727481"/>
                  <a:gd name="connsiteY4" fmla="*/ 4910064 h 6559990"/>
                  <a:gd name="connsiteX5" fmla="*/ 2509901 w 5727481"/>
                  <a:gd name="connsiteY5" fmla="*/ 4409679 h 6559990"/>
                  <a:gd name="connsiteX6" fmla="*/ 1555139 w 5727481"/>
                  <a:gd name="connsiteY6" fmla="*/ 4149052 h 6559990"/>
                  <a:gd name="connsiteX7" fmla="*/ 484331 w 5727481"/>
                  <a:gd name="connsiteY7" fmla="*/ 3832928 h 6559990"/>
                  <a:gd name="connsiteX8" fmla="*/ 133047 w 5727481"/>
                  <a:gd name="connsiteY8" fmla="*/ 3559106 h 6559990"/>
                  <a:gd name="connsiteX9" fmla="*/ 34750 w 5727481"/>
                  <a:gd name="connsiteY9" fmla="*/ 3372717 h 6559990"/>
                  <a:gd name="connsiteX10" fmla="*/ 0 w 5727481"/>
                  <a:gd name="connsiteY10" fmla="*/ 3145634 h 6559990"/>
                  <a:gd name="connsiteX11" fmla="*/ 35407 w 5727481"/>
                  <a:gd name="connsiteY11" fmla="*/ 2939034 h 6559990"/>
                  <a:gd name="connsiteX12" fmla="*/ 135900 w 5727481"/>
                  <a:gd name="connsiteY12" fmla="*/ 2795333 h 6559990"/>
                  <a:gd name="connsiteX13" fmla="*/ 1483737 w 5727481"/>
                  <a:gd name="connsiteY13" fmla="*/ 2714236 h 6559990"/>
                  <a:gd name="connsiteX14" fmla="*/ 2537950 w 5727481"/>
                  <a:gd name="connsiteY14" fmla="*/ 2781979 h 6559990"/>
                  <a:gd name="connsiteX15" fmla="*/ 3307687 w 5727481"/>
                  <a:gd name="connsiteY15" fmla="*/ 2459246 h 6559990"/>
                  <a:gd name="connsiteX16" fmla="*/ 3474715 w 5727481"/>
                  <a:gd name="connsiteY16" fmla="*/ 1716318 h 6559990"/>
                  <a:gd name="connsiteX17" fmla="*/ 3111795 w 5727481"/>
                  <a:gd name="connsiteY17" fmla="*/ 353274 h 6559990"/>
                  <a:gd name="connsiteX18" fmla="*/ 3071136 w 5727481"/>
                  <a:gd name="connsiteY18" fmla="*/ 22415 h 6559990"/>
                  <a:gd name="connsiteX19" fmla="*/ 3190034 w 5727481"/>
                  <a:gd name="connsiteY19" fmla="*/ 10283 h 6559990"/>
                  <a:gd name="connsiteX20" fmla="*/ 3777416 w 5727481"/>
                  <a:gd name="connsiteY20" fmla="*/ 430047 h 6559990"/>
                  <a:gd name="connsiteX21" fmla="*/ 4573685 w 5727481"/>
                  <a:gd name="connsiteY21" fmla="*/ 1288587 h 6559990"/>
                  <a:gd name="connsiteX22" fmla="*/ 5307268 w 5727481"/>
                  <a:gd name="connsiteY22" fmla="*/ 2343791 h 6559990"/>
                  <a:gd name="connsiteX23" fmla="*/ 5706297 w 5727481"/>
                  <a:gd name="connsiteY23" fmla="*/ 3353637 h 6559990"/>
                  <a:gd name="connsiteX24" fmla="*/ 5593896 w 5727481"/>
                  <a:gd name="connsiteY24" fmla="*/ 4331864 h 6559990"/>
                  <a:gd name="connsiteX25" fmla="*/ 5070083 w 5727481"/>
                  <a:gd name="connsiteY25" fmla="*/ 5196063 h 6559990"/>
                  <a:gd name="connsiteX26" fmla="*/ 4329573 w 5727481"/>
                  <a:gd name="connsiteY26" fmla="*/ 5891573 h 6559990"/>
                  <a:gd name="connsiteX27" fmla="*/ 3566922 w 5727481"/>
                  <a:gd name="connsiteY27" fmla="*/ 6363779 h 6559990"/>
                  <a:gd name="connsiteX28" fmla="*/ 3063982 w 5727481"/>
                  <a:gd name="connsiteY28" fmla="*/ 6545459 h 6559990"/>
                  <a:gd name="connsiteX29" fmla="*/ 2930708 w 5727481"/>
                  <a:gd name="connsiteY29" fmla="*/ 6559922 h 6559990"/>
                  <a:gd name="connsiteX30" fmla="*/ 707933 w 5727481"/>
                  <a:gd name="connsiteY30" fmla="*/ 2650975 h 6559990"/>
                  <a:gd name="connsiteX31" fmla="*/ 137507 w 5727481"/>
                  <a:gd name="connsiteY31" fmla="*/ 2797166 h 6559990"/>
                  <a:gd name="connsiteX32" fmla="*/ 2445 w 5727481"/>
                  <a:gd name="connsiteY32" fmla="*/ 3145634 h 6559990"/>
                  <a:gd name="connsiteX33" fmla="*/ 485418 w 5727481"/>
                  <a:gd name="connsiteY33" fmla="*/ 3830732 h 6559990"/>
                  <a:gd name="connsiteX34" fmla="*/ 1555637 w 5727481"/>
                  <a:gd name="connsiteY34" fmla="*/ 4146653 h 6559990"/>
                  <a:gd name="connsiteX35" fmla="*/ 2510807 w 5727481"/>
                  <a:gd name="connsiteY35" fmla="*/ 4407393 h 6559990"/>
                  <a:gd name="connsiteX36" fmla="*/ 2879613 w 5727481"/>
                  <a:gd name="connsiteY36" fmla="*/ 4613178 h 6559990"/>
                  <a:gd name="connsiteX37" fmla="*/ 3115326 w 5727481"/>
                  <a:gd name="connsiteY37" fmla="*/ 4909068 h 6559990"/>
                  <a:gd name="connsiteX38" fmla="*/ 3174753 w 5727481"/>
                  <a:gd name="connsiteY38" fmla="*/ 5152923 h 6559990"/>
                  <a:gd name="connsiteX39" fmla="*/ 3153223 w 5727481"/>
                  <a:gd name="connsiteY39" fmla="*/ 5450646 h 6559990"/>
                  <a:gd name="connsiteX40" fmla="*/ 2823311 w 5727481"/>
                  <a:gd name="connsiteY40" fmla="*/ 6236645 h 6559990"/>
                  <a:gd name="connsiteX41" fmla="*/ 2755666 w 5727481"/>
                  <a:gd name="connsiteY41" fmla="*/ 6406262 h 6559990"/>
                  <a:gd name="connsiteX42" fmla="*/ 2781610 w 5727481"/>
                  <a:gd name="connsiteY42" fmla="*/ 6510897 h 6559990"/>
                  <a:gd name="connsiteX43" fmla="*/ 3063461 w 5727481"/>
                  <a:gd name="connsiteY43" fmla="*/ 6543106 h 6559990"/>
                  <a:gd name="connsiteX44" fmla="*/ 3565813 w 5727481"/>
                  <a:gd name="connsiteY44" fmla="*/ 6361629 h 6559990"/>
                  <a:gd name="connsiteX45" fmla="*/ 5068159 w 5727481"/>
                  <a:gd name="connsiteY45" fmla="*/ 5194547 h 6559990"/>
                  <a:gd name="connsiteX46" fmla="*/ 5703829 w 5727481"/>
                  <a:gd name="connsiteY46" fmla="*/ 3354067 h 6559990"/>
                  <a:gd name="connsiteX47" fmla="*/ 4571739 w 5727481"/>
                  <a:gd name="connsiteY47" fmla="*/ 1290171 h 6559990"/>
                  <a:gd name="connsiteX48" fmla="*/ 3775718 w 5727481"/>
                  <a:gd name="connsiteY48" fmla="*/ 431903 h 6559990"/>
                  <a:gd name="connsiteX49" fmla="*/ 3189287 w 5727481"/>
                  <a:gd name="connsiteY49" fmla="*/ 12682 h 6559990"/>
                  <a:gd name="connsiteX50" fmla="*/ 3072902 w 5727481"/>
                  <a:gd name="connsiteY50" fmla="*/ 24135 h 6559990"/>
                  <a:gd name="connsiteX51" fmla="*/ 3114036 w 5727481"/>
                  <a:gd name="connsiteY51" fmla="*/ 352436 h 6559990"/>
                  <a:gd name="connsiteX52" fmla="*/ 3371777 w 5727481"/>
                  <a:gd name="connsiteY52" fmla="*/ 1122411 h 6559990"/>
                  <a:gd name="connsiteX53" fmla="*/ 3477115 w 5727481"/>
                  <a:gd name="connsiteY53" fmla="*/ 1716182 h 6559990"/>
                  <a:gd name="connsiteX54" fmla="*/ 3449812 w 5727481"/>
                  <a:gd name="connsiteY54" fmla="*/ 2155185 h 6559990"/>
                  <a:gd name="connsiteX55" fmla="*/ 3309589 w 5727481"/>
                  <a:gd name="connsiteY55" fmla="*/ 2460762 h 6559990"/>
                  <a:gd name="connsiteX56" fmla="*/ 2982528 w 5727481"/>
                  <a:gd name="connsiteY56" fmla="*/ 2696740 h 6559990"/>
                  <a:gd name="connsiteX57" fmla="*/ 2538064 w 5727481"/>
                  <a:gd name="connsiteY57" fmla="*/ 2784446 h 6559990"/>
                  <a:gd name="connsiteX58" fmla="*/ 2367844 w 5727481"/>
                  <a:gd name="connsiteY58" fmla="*/ 2789471 h 6559990"/>
                  <a:gd name="connsiteX59" fmla="*/ 1483397 w 5727481"/>
                  <a:gd name="connsiteY59" fmla="*/ 2716681 h 6559990"/>
                  <a:gd name="connsiteX60" fmla="*/ 707888 w 5727481"/>
                  <a:gd name="connsiteY60" fmla="*/ 2650975 h 6559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727481" h="6559990">
                    <a:moveTo>
                      <a:pt x="2930708" y="6559990"/>
                    </a:moveTo>
                    <a:cubicBezTo>
                      <a:pt x="2860189" y="6559990"/>
                      <a:pt x="2808935" y="6544079"/>
                      <a:pt x="2779844" y="6512573"/>
                    </a:cubicBezTo>
                    <a:cubicBezTo>
                      <a:pt x="2756119" y="6486861"/>
                      <a:pt x="2747154" y="6450986"/>
                      <a:pt x="2753266" y="6405945"/>
                    </a:cubicBezTo>
                    <a:cubicBezTo>
                      <a:pt x="2759628" y="6358913"/>
                      <a:pt x="2782493" y="6301536"/>
                      <a:pt x="2821228" y="6235423"/>
                    </a:cubicBezTo>
                    <a:cubicBezTo>
                      <a:pt x="3157208" y="5661728"/>
                      <a:pt x="3252698" y="5228203"/>
                      <a:pt x="3113108" y="4910064"/>
                    </a:cubicBezTo>
                    <a:cubicBezTo>
                      <a:pt x="3021376" y="4700997"/>
                      <a:pt x="2824058" y="4537310"/>
                      <a:pt x="2509901" y="4409679"/>
                    </a:cubicBezTo>
                    <a:cubicBezTo>
                      <a:pt x="2230019" y="4295967"/>
                      <a:pt x="1886931" y="4221299"/>
                      <a:pt x="1555139" y="4149052"/>
                    </a:cubicBezTo>
                    <a:cubicBezTo>
                      <a:pt x="1171708" y="4065579"/>
                      <a:pt x="775192" y="3979277"/>
                      <a:pt x="484331" y="3832928"/>
                    </a:cubicBezTo>
                    <a:cubicBezTo>
                      <a:pt x="327785" y="3754163"/>
                      <a:pt x="212871" y="3664601"/>
                      <a:pt x="133047" y="3559106"/>
                    </a:cubicBezTo>
                    <a:cubicBezTo>
                      <a:pt x="89807" y="3501956"/>
                      <a:pt x="56732" y="3439261"/>
                      <a:pt x="34750" y="3372717"/>
                    </a:cubicBezTo>
                    <a:cubicBezTo>
                      <a:pt x="11682" y="3302961"/>
                      <a:pt x="0" y="3226549"/>
                      <a:pt x="0" y="3145634"/>
                    </a:cubicBezTo>
                    <a:cubicBezTo>
                      <a:pt x="0" y="3064719"/>
                      <a:pt x="11908" y="2997836"/>
                      <a:pt x="35407" y="2939034"/>
                    </a:cubicBezTo>
                    <a:cubicBezTo>
                      <a:pt x="57842" y="2882880"/>
                      <a:pt x="91664" y="2834534"/>
                      <a:pt x="135900" y="2795333"/>
                    </a:cubicBezTo>
                    <a:cubicBezTo>
                      <a:pt x="377884" y="2580834"/>
                      <a:pt x="915054" y="2645634"/>
                      <a:pt x="1483737" y="2714236"/>
                    </a:cubicBezTo>
                    <a:cubicBezTo>
                      <a:pt x="1842355" y="2757489"/>
                      <a:pt x="2213199" y="2802236"/>
                      <a:pt x="2537950" y="2781979"/>
                    </a:cubicBezTo>
                    <a:cubicBezTo>
                      <a:pt x="2905761" y="2759051"/>
                      <a:pt x="3157525" y="2653488"/>
                      <a:pt x="3307687" y="2459246"/>
                    </a:cubicBezTo>
                    <a:cubicBezTo>
                      <a:pt x="3442726" y="2284559"/>
                      <a:pt x="3497376" y="2041541"/>
                      <a:pt x="3474715" y="1716318"/>
                    </a:cubicBezTo>
                    <a:cubicBezTo>
                      <a:pt x="3449948" y="1360743"/>
                      <a:pt x="3327835" y="902162"/>
                      <a:pt x="3111795" y="353274"/>
                    </a:cubicBezTo>
                    <a:cubicBezTo>
                      <a:pt x="3043132" y="178836"/>
                      <a:pt x="3029458" y="67524"/>
                      <a:pt x="3071136" y="22415"/>
                    </a:cubicBezTo>
                    <a:cubicBezTo>
                      <a:pt x="3094272" y="-2618"/>
                      <a:pt x="3134275" y="-6715"/>
                      <a:pt x="3190034" y="10283"/>
                    </a:cubicBezTo>
                    <a:cubicBezTo>
                      <a:pt x="3317218" y="49032"/>
                      <a:pt x="3525810" y="198097"/>
                      <a:pt x="3777416" y="430047"/>
                    </a:cubicBezTo>
                    <a:cubicBezTo>
                      <a:pt x="4031127" y="663943"/>
                      <a:pt x="4313907" y="968841"/>
                      <a:pt x="4573685" y="1288587"/>
                    </a:cubicBezTo>
                    <a:cubicBezTo>
                      <a:pt x="4863166" y="1644886"/>
                      <a:pt x="5116832" y="2009786"/>
                      <a:pt x="5307268" y="2343791"/>
                    </a:cubicBezTo>
                    <a:cubicBezTo>
                      <a:pt x="5528040" y="2731030"/>
                      <a:pt x="5662287" y="3070807"/>
                      <a:pt x="5706297" y="3353637"/>
                    </a:cubicBezTo>
                    <a:cubicBezTo>
                      <a:pt x="5755988" y="3672953"/>
                      <a:pt x="5718159" y="4002069"/>
                      <a:pt x="5593896" y="4331864"/>
                    </a:cubicBezTo>
                    <a:cubicBezTo>
                      <a:pt x="5484234" y="4622865"/>
                      <a:pt x="5307992" y="4913617"/>
                      <a:pt x="5070083" y="5196063"/>
                    </a:cubicBezTo>
                    <a:cubicBezTo>
                      <a:pt x="4861468" y="5443720"/>
                      <a:pt x="4612329" y="5677730"/>
                      <a:pt x="4329573" y="5891573"/>
                    </a:cubicBezTo>
                    <a:cubicBezTo>
                      <a:pt x="4080932" y="6079636"/>
                      <a:pt x="3817215" y="6242915"/>
                      <a:pt x="3566922" y="6363779"/>
                    </a:cubicBezTo>
                    <a:cubicBezTo>
                      <a:pt x="3376214" y="6455853"/>
                      <a:pt x="3202304" y="6518684"/>
                      <a:pt x="3063982" y="6545459"/>
                    </a:cubicBezTo>
                    <a:cubicBezTo>
                      <a:pt x="3014064" y="6555124"/>
                      <a:pt x="2969465" y="6559922"/>
                      <a:pt x="2930708" y="6559922"/>
                    </a:cubicBezTo>
                    <a:close/>
                    <a:moveTo>
                      <a:pt x="707933" y="2650975"/>
                    </a:moveTo>
                    <a:cubicBezTo>
                      <a:pt x="463594" y="2650975"/>
                      <a:pt x="261522" y="2687257"/>
                      <a:pt x="137507" y="2797166"/>
                    </a:cubicBezTo>
                    <a:cubicBezTo>
                      <a:pt x="46613" y="2877719"/>
                      <a:pt x="2445" y="2991702"/>
                      <a:pt x="2445" y="3145634"/>
                    </a:cubicBezTo>
                    <a:cubicBezTo>
                      <a:pt x="2445" y="3443131"/>
                      <a:pt x="160417" y="3667227"/>
                      <a:pt x="485418" y="3830732"/>
                    </a:cubicBezTo>
                    <a:cubicBezTo>
                      <a:pt x="776007" y="3976946"/>
                      <a:pt x="1172365" y="4063225"/>
                      <a:pt x="1555637" y="4146653"/>
                    </a:cubicBezTo>
                    <a:cubicBezTo>
                      <a:pt x="1887542" y="4218900"/>
                      <a:pt x="2230721" y="4293613"/>
                      <a:pt x="2510807" y="4407393"/>
                    </a:cubicBezTo>
                    <a:cubicBezTo>
                      <a:pt x="2661739" y="4468707"/>
                      <a:pt x="2782380" y="4536020"/>
                      <a:pt x="2879613" y="4613178"/>
                    </a:cubicBezTo>
                    <a:cubicBezTo>
                      <a:pt x="2988935" y="4699910"/>
                      <a:pt x="3066042" y="4796692"/>
                      <a:pt x="3115326" y="4909068"/>
                    </a:cubicBezTo>
                    <a:cubicBezTo>
                      <a:pt x="3148016" y="4983601"/>
                      <a:pt x="3168007" y="5065648"/>
                      <a:pt x="3174753" y="5152923"/>
                    </a:cubicBezTo>
                    <a:cubicBezTo>
                      <a:pt x="3181793" y="5244273"/>
                      <a:pt x="3174549" y="5344427"/>
                      <a:pt x="3153223" y="5450646"/>
                    </a:cubicBezTo>
                    <a:cubicBezTo>
                      <a:pt x="3108082" y="5675467"/>
                      <a:pt x="2997085" y="5939919"/>
                      <a:pt x="2823311" y="6236645"/>
                    </a:cubicBezTo>
                    <a:cubicBezTo>
                      <a:pt x="2784757" y="6302487"/>
                      <a:pt x="2762005" y="6359546"/>
                      <a:pt x="2755666" y="6406262"/>
                    </a:cubicBezTo>
                    <a:cubicBezTo>
                      <a:pt x="2749667" y="6450556"/>
                      <a:pt x="2758405" y="6485752"/>
                      <a:pt x="2781610" y="6510897"/>
                    </a:cubicBezTo>
                    <a:cubicBezTo>
                      <a:pt x="2826072" y="6559039"/>
                      <a:pt x="2923532" y="6570175"/>
                      <a:pt x="3063461" y="6543106"/>
                    </a:cubicBezTo>
                    <a:cubicBezTo>
                      <a:pt x="3201580" y="6516375"/>
                      <a:pt x="3375286" y="6453612"/>
                      <a:pt x="3565813" y="6361629"/>
                    </a:cubicBezTo>
                    <a:cubicBezTo>
                      <a:pt x="4113849" y="6096996"/>
                      <a:pt x="4675491" y="5660709"/>
                      <a:pt x="5068159" y="5194547"/>
                    </a:cubicBezTo>
                    <a:cubicBezTo>
                      <a:pt x="5423200" y="4773040"/>
                      <a:pt x="5821708" y="4111593"/>
                      <a:pt x="5703829" y="3354067"/>
                    </a:cubicBezTo>
                    <a:cubicBezTo>
                      <a:pt x="5621809" y="2827020"/>
                      <a:pt x="5209174" y="2074745"/>
                      <a:pt x="4571739" y="1290171"/>
                    </a:cubicBezTo>
                    <a:cubicBezTo>
                      <a:pt x="4312028" y="970516"/>
                      <a:pt x="4029339" y="665709"/>
                      <a:pt x="3775718" y="431903"/>
                    </a:cubicBezTo>
                    <a:cubicBezTo>
                      <a:pt x="3524384" y="200202"/>
                      <a:pt x="3316131" y="51318"/>
                      <a:pt x="3189287" y="12682"/>
                    </a:cubicBezTo>
                    <a:cubicBezTo>
                      <a:pt x="3134501" y="-3999"/>
                      <a:pt x="3095359" y="-151"/>
                      <a:pt x="3072902" y="24135"/>
                    </a:cubicBezTo>
                    <a:cubicBezTo>
                      <a:pt x="3031903" y="68497"/>
                      <a:pt x="3045758" y="178949"/>
                      <a:pt x="3114036" y="352436"/>
                    </a:cubicBezTo>
                    <a:cubicBezTo>
                      <a:pt x="3224671" y="633501"/>
                      <a:pt x="3311377" y="892566"/>
                      <a:pt x="3371777" y="1122411"/>
                    </a:cubicBezTo>
                    <a:cubicBezTo>
                      <a:pt x="3429528" y="1342229"/>
                      <a:pt x="3464980" y="1541994"/>
                      <a:pt x="3477115" y="1716182"/>
                    </a:cubicBezTo>
                    <a:cubicBezTo>
                      <a:pt x="3488660" y="1881861"/>
                      <a:pt x="3479469" y="2029545"/>
                      <a:pt x="3449812" y="2155185"/>
                    </a:cubicBezTo>
                    <a:cubicBezTo>
                      <a:pt x="3421808" y="2273808"/>
                      <a:pt x="3374629" y="2376610"/>
                      <a:pt x="3309589" y="2460762"/>
                    </a:cubicBezTo>
                    <a:cubicBezTo>
                      <a:pt x="3229946" y="2563790"/>
                      <a:pt x="3119899" y="2643167"/>
                      <a:pt x="2982528" y="2696740"/>
                    </a:cubicBezTo>
                    <a:cubicBezTo>
                      <a:pt x="2859261" y="2744792"/>
                      <a:pt x="2713875" y="2773491"/>
                      <a:pt x="2538064" y="2784446"/>
                    </a:cubicBezTo>
                    <a:cubicBezTo>
                      <a:pt x="2482576" y="2787909"/>
                      <a:pt x="2425708" y="2789471"/>
                      <a:pt x="2367844" y="2789471"/>
                    </a:cubicBezTo>
                    <a:cubicBezTo>
                      <a:pt x="2086717" y="2789471"/>
                      <a:pt x="1780869" y="2752578"/>
                      <a:pt x="1483397" y="2716681"/>
                    </a:cubicBezTo>
                    <a:cubicBezTo>
                      <a:pt x="1207387" y="2683387"/>
                      <a:pt x="938779" y="2650975"/>
                      <a:pt x="707888" y="265097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CF0DE401-8FB9-E134-84C5-601FBD045534}"/>
                  </a:ext>
                </a:extLst>
              </p:cNvPr>
              <p:cNvSpPr/>
              <p:nvPr/>
            </p:nvSpPr>
            <p:spPr>
              <a:xfrm>
                <a:off x="3260600" y="65842"/>
                <a:ext cx="5663497" cy="6442580"/>
              </a:xfrm>
              <a:custGeom>
                <a:avLst/>
                <a:gdLst>
                  <a:gd name="connsiteX0" fmla="*/ 2800468 w 5663497"/>
                  <a:gd name="connsiteY0" fmla="*/ 6442581 h 6442580"/>
                  <a:gd name="connsiteX1" fmla="*/ 2675706 w 5663497"/>
                  <a:gd name="connsiteY1" fmla="*/ 6402315 h 6442580"/>
                  <a:gd name="connsiteX2" fmla="*/ 2776154 w 5663497"/>
                  <a:gd name="connsiteY2" fmla="*/ 6194629 h 6442580"/>
                  <a:gd name="connsiteX3" fmla="*/ 2907979 w 5663497"/>
                  <a:gd name="connsiteY3" fmla="*/ 4857998 h 6442580"/>
                  <a:gd name="connsiteX4" fmla="*/ 1415413 w 5663497"/>
                  <a:gd name="connsiteY4" fmla="*/ 4082365 h 6442580"/>
                  <a:gd name="connsiteX5" fmla="*/ 437650 w 5663497"/>
                  <a:gd name="connsiteY5" fmla="*/ 3764475 h 6442580"/>
                  <a:gd name="connsiteX6" fmla="*/ 119894 w 5663497"/>
                  <a:gd name="connsiteY6" fmla="*/ 3492350 h 6442580"/>
                  <a:gd name="connsiteX7" fmla="*/ 0 w 5663497"/>
                  <a:gd name="connsiteY7" fmla="*/ 3082545 h 6442580"/>
                  <a:gd name="connsiteX8" fmla="*/ 35429 w 5663497"/>
                  <a:gd name="connsiteY8" fmla="*/ 2873818 h 6442580"/>
                  <a:gd name="connsiteX9" fmla="*/ 135900 w 5663497"/>
                  <a:gd name="connsiteY9" fmla="*/ 2728940 h 6442580"/>
                  <a:gd name="connsiteX10" fmla="*/ 361766 w 5663497"/>
                  <a:gd name="connsiteY10" fmla="*/ 2616993 h 6442580"/>
                  <a:gd name="connsiteX11" fmla="*/ 669334 w 5663497"/>
                  <a:gd name="connsiteY11" fmla="*/ 2581323 h 6442580"/>
                  <a:gd name="connsiteX12" fmla="*/ 1440429 w 5663497"/>
                  <a:gd name="connsiteY12" fmla="*/ 2639016 h 6442580"/>
                  <a:gd name="connsiteX13" fmla="*/ 2473272 w 5663497"/>
                  <a:gd name="connsiteY13" fmla="*/ 2696868 h 6442580"/>
                  <a:gd name="connsiteX14" fmla="*/ 3242216 w 5663497"/>
                  <a:gd name="connsiteY14" fmla="*/ 2370105 h 6442580"/>
                  <a:gd name="connsiteX15" fmla="*/ 3432131 w 5663497"/>
                  <a:gd name="connsiteY15" fmla="*/ 1649472 h 6442580"/>
                  <a:gd name="connsiteX16" fmla="*/ 3139323 w 5663497"/>
                  <a:gd name="connsiteY16" fmla="*/ 342220 h 6442580"/>
                  <a:gd name="connsiteX17" fmla="*/ 3110233 w 5663497"/>
                  <a:gd name="connsiteY17" fmla="*/ 20640 h 6442580"/>
                  <a:gd name="connsiteX18" fmla="*/ 3214212 w 5663497"/>
                  <a:gd name="connsiteY18" fmla="*/ 8169 h 6442580"/>
                  <a:gd name="connsiteX19" fmla="*/ 4520869 w 5663497"/>
                  <a:gd name="connsiteY19" fmla="*/ 1281403 h 6442580"/>
                  <a:gd name="connsiteX20" fmla="*/ 5227852 w 5663497"/>
                  <a:gd name="connsiteY20" fmla="*/ 2337966 h 6442580"/>
                  <a:gd name="connsiteX21" fmla="*/ 5631544 w 5663497"/>
                  <a:gd name="connsiteY21" fmla="*/ 3342629 h 6442580"/>
                  <a:gd name="connsiteX22" fmla="*/ 5534786 w 5663497"/>
                  <a:gd name="connsiteY22" fmla="*/ 4364357 h 6442580"/>
                  <a:gd name="connsiteX23" fmla="*/ 4983309 w 5663497"/>
                  <a:gd name="connsiteY23" fmla="*/ 5214207 h 6442580"/>
                  <a:gd name="connsiteX24" fmla="*/ 4199967 w 5663497"/>
                  <a:gd name="connsiteY24" fmla="*/ 5863091 h 6442580"/>
                  <a:gd name="connsiteX25" fmla="*/ 3407388 w 5663497"/>
                  <a:gd name="connsiteY25" fmla="*/ 6281972 h 6442580"/>
                  <a:gd name="connsiteX26" fmla="*/ 2918936 w 5663497"/>
                  <a:gd name="connsiteY26" fmla="*/ 6431467 h 6442580"/>
                  <a:gd name="connsiteX27" fmla="*/ 2800400 w 5663497"/>
                  <a:gd name="connsiteY27" fmla="*/ 6442558 h 6442580"/>
                  <a:gd name="connsiteX28" fmla="*/ 710355 w 5663497"/>
                  <a:gd name="connsiteY28" fmla="*/ 2583541 h 6442580"/>
                  <a:gd name="connsiteX29" fmla="*/ 669379 w 5663497"/>
                  <a:gd name="connsiteY29" fmla="*/ 2583880 h 6442580"/>
                  <a:gd name="connsiteX30" fmla="*/ 137598 w 5663497"/>
                  <a:gd name="connsiteY30" fmla="*/ 2730863 h 6442580"/>
                  <a:gd name="connsiteX31" fmla="*/ 2558 w 5663497"/>
                  <a:gd name="connsiteY31" fmla="*/ 3082591 h 6442580"/>
                  <a:gd name="connsiteX32" fmla="*/ 438895 w 5663497"/>
                  <a:gd name="connsiteY32" fmla="*/ 3762302 h 6442580"/>
                  <a:gd name="connsiteX33" fmla="*/ 1416025 w 5663497"/>
                  <a:gd name="connsiteY33" fmla="*/ 4079943 h 6442580"/>
                  <a:gd name="connsiteX34" fmla="*/ 2910265 w 5663497"/>
                  <a:gd name="connsiteY34" fmla="*/ 4856911 h 6442580"/>
                  <a:gd name="connsiteX35" fmla="*/ 2989931 w 5663497"/>
                  <a:gd name="connsiteY35" fmla="*/ 5103618 h 6442580"/>
                  <a:gd name="connsiteX36" fmla="*/ 3000911 w 5663497"/>
                  <a:gd name="connsiteY36" fmla="*/ 5404239 h 6442580"/>
                  <a:gd name="connsiteX37" fmla="*/ 2778418 w 5663497"/>
                  <a:gd name="connsiteY37" fmla="*/ 6195896 h 6442580"/>
                  <a:gd name="connsiteX38" fmla="*/ 2778146 w 5663497"/>
                  <a:gd name="connsiteY38" fmla="*/ 6196281 h 6442580"/>
                  <a:gd name="connsiteX39" fmla="*/ 2677835 w 5663497"/>
                  <a:gd name="connsiteY39" fmla="*/ 6400934 h 6442580"/>
                  <a:gd name="connsiteX40" fmla="*/ 2918619 w 5663497"/>
                  <a:gd name="connsiteY40" fmla="*/ 6429000 h 6442580"/>
                  <a:gd name="connsiteX41" fmla="*/ 3406527 w 5663497"/>
                  <a:gd name="connsiteY41" fmla="*/ 6279664 h 6442580"/>
                  <a:gd name="connsiteX42" fmla="*/ 4981543 w 5663497"/>
                  <a:gd name="connsiteY42" fmla="*/ 5212509 h 6442580"/>
                  <a:gd name="connsiteX43" fmla="*/ 5629122 w 5663497"/>
                  <a:gd name="connsiteY43" fmla="*/ 3343127 h 6442580"/>
                  <a:gd name="connsiteX44" fmla="*/ 4518922 w 5663497"/>
                  <a:gd name="connsiteY44" fmla="*/ 1282988 h 6442580"/>
                  <a:gd name="connsiteX45" fmla="*/ 3213533 w 5663497"/>
                  <a:gd name="connsiteY45" fmla="*/ 10636 h 6442580"/>
                  <a:gd name="connsiteX46" fmla="*/ 3112112 w 5663497"/>
                  <a:gd name="connsiteY46" fmla="*/ 22428 h 6442580"/>
                  <a:gd name="connsiteX47" fmla="*/ 3141746 w 5663497"/>
                  <a:gd name="connsiteY47" fmla="*/ 341427 h 6442580"/>
                  <a:gd name="connsiteX48" fmla="*/ 3357628 w 5663497"/>
                  <a:gd name="connsiteY48" fmla="*/ 1078651 h 6442580"/>
                  <a:gd name="connsiteX49" fmla="*/ 3434690 w 5663497"/>
                  <a:gd name="connsiteY49" fmla="*/ 1649449 h 6442580"/>
                  <a:gd name="connsiteX50" fmla="*/ 3390929 w 5663497"/>
                  <a:gd name="connsiteY50" fmla="*/ 2073831 h 6442580"/>
                  <a:gd name="connsiteX51" fmla="*/ 3244231 w 5663497"/>
                  <a:gd name="connsiteY51" fmla="*/ 2371735 h 6442580"/>
                  <a:gd name="connsiteX52" fmla="*/ 2914001 w 5663497"/>
                  <a:gd name="connsiteY52" fmla="*/ 2608619 h 6442580"/>
                  <a:gd name="connsiteX53" fmla="*/ 2473476 w 5663497"/>
                  <a:gd name="connsiteY53" fmla="*/ 2699448 h 6442580"/>
                  <a:gd name="connsiteX54" fmla="*/ 1440180 w 5663497"/>
                  <a:gd name="connsiteY54" fmla="*/ 2641596 h 6442580"/>
                  <a:gd name="connsiteX55" fmla="*/ 710378 w 5663497"/>
                  <a:gd name="connsiteY55" fmla="*/ 2583564 h 6442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5663497" h="6442580">
                    <a:moveTo>
                      <a:pt x="2800468" y="6442581"/>
                    </a:moveTo>
                    <a:cubicBezTo>
                      <a:pt x="2735993" y="6442581"/>
                      <a:pt x="2693568" y="6429046"/>
                      <a:pt x="2675706" y="6402315"/>
                    </a:cubicBezTo>
                    <a:cubicBezTo>
                      <a:pt x="2648019" y="6360828"/>
                      <a:pt x="2682747" y="6289034"/>
                      <a:pt x="2776154" y="6194629"/>
                    </a:cubicBezTo>
                    <a:cubicBezTo>
                      <a:pt x="3026062" y="5618443"/>
                      <a:pt x="3069166" y="5181229"/>
                      <a:pt x="2907979" y="4857998"/>
                    </a:cubicBezTo>
                    <a:cubicBezTo>
                      <a:pt x="2672198" y="4385226"/>
                      <a:pt x="2033290" y="4231249"/>
                      <a:pt x="1415413" y="4082365"/>
                    </a:cubicBezTo>
                    <a:cubicBezTo>
                      <a:pt x="1048192" y="3993867"/>
                      <a:pt x="701323" y="3910281"/>
                      <a:pt x="437650" y="3764475"/>
                    </a:cubicBezTo>
                    <a:cubicBezTo>
                      <a:pt x="295910" y="3686095"/>
                      <a:pt x="191976" y="3597099"/>
                      <a:pt x="119894" y="3492350"/>
                    </a:cubicBezTo>
                    <a:cubicBezTo>
                      <a:pt x="39210" y="3375108"/>
                      <a:pt x="0" y="3241071"/>
                      <a:pt x="0" y="3082545"/>
                    </a:cubicBezTo>
                    <a:cubicBezTo>
                      <a:pt x="0" y="3003373"/>
                      <a:pt x="11908" y="2933163"/>
                      <a:pt x="35429" y="2873818"/>
                    </a:cubicBezTo>
                    <a:cubicBezTo>
                      <a:pt x="57864" y="2817165"/>
                      <a:pt x="91664" y="2768435"/>
                      <a:pt x="135900" y="2728940"/>
                    </a:cubicBezTo>
                    <a:cubicBezTo>
                      <a:pt x="192881" y="2678059"/>
                      <a:pt x="266751" y="2641438"/>
                      <a:pt x="361766" y="2616993"/>
                    </a:cubicBezTo>
                    <a:cubicBezTo>
                      <a:pt x="446842" y="2595084"/>
                      <a:pt x="547448" y="2583428"/>
                      <a:pt x="669334" y="2581323"/>
                    </a:cubicBezTo>
                    <a:cubicBezTo>
                      <a:pt x="896603" y="2577384"/>
                      <a:pt x="1160774" y="2607329"/>
                      <a:pt x="1440429" y="2639016"/>
                    </a:cubicBezTo>
                    <a:cubicBezTo>
                      <a:pt x="1790785" y="2678715"/>
                      <a:pt x="2153048" y="2719773"/>
                      <a:pt x="2473272" y="2696868"/>
                    </a:cubicBezTo>
                    <a:cubicBezTo>
                      <a:pt x="2836215" y="2670907"/>
                      <a:pt x="3087752" y="2564031"/>
                      <a:pt x="3242216" y="2370105"/>
                    </a:cubicBezTo>
                    <a:cubicBezTo>
                      <a:pt x="3378682" y="2198791"/>
                      <a:pt x="3440802" y="1963084"/>
                      <a:pt x="3432131" y="1649472"/>
                    </a:cubicBezTo>
                    <a:cubicBezTo>
                      <a:pt x="3422669" y="1306844"/>
                      <a:pt x="3324145" y="867026"/>
                      <a:pt x="3139323" y="342220"/>
                    </a:cubicBezTo>
                    <a:cubicBezTo>
                      <a:pt x="3079263" y="171697"/>
                      <a:pt x="3069483" y="63509"/>
                      <a:pt x="3110233" y="20640"/>
                    </a:cubicBezTo>
                    <a:cubicBezTo>
                      <a:pt x="3131513" y="-1744"/>
                      <a:pt x="3166512" y="-5954"/>
                      <a:pt x="3214212" y="8169"/>
                    </a:cubicBezTo>
                    <a:cubicBezTo>
                      <a:pt x="3455449" y="79556"/>
                      <a:pt x="4004980" y="615023"/>
                      <a:pt x="4520869" y="1281403"/>
                    </a:cubicBezTo>
                    <a:cubicBezTo>
                      <a:pt x="4796517" y="1637454"/>
                      <a:pt x="5040992" y="2002806"/>
                      <a:pt x="5227852" y="2337966"/>
                    </a:cubicBezTo>
                    <a:cubicBezTo>
                      <a:pt x="5443485" y="2724707"/>
                      <a:pt x="5579317" y="3062718"/>
                      <a:pt x="5631544" y="3342629"/>
                    </a:cubicBezTo>
                    <a:cubicBezTo>
                      <a:pt x="5695702" y="3686366"/>
                      <a:pt x="5663147" y="4030126"/>
                      <a:pt x="5534786" y="4364357"/>
                    </a:cubicBezTo>
                    <a:cubicBezTo>
                      <a:pt x="5422476" y="4656762"/>
                      <a:pt x="5236952" y="4942693"/>
                      <a:pt x="4983309" y="5214207"/>
                    </a:cubicBezTo>
                    <a:cubicBezTo>
                      <a:pt x="4764982" y="5447944"/>
                      <a:pt x="4501423" y="5666269"/>
                      <a:pt x="4199967" y="5863091"/>
                    </a:cubicBezTo>
                    <a:cubicBezTo>
                      <a:pt x="3943697" y="6030421"/>
                      <a:pt x="3669634" y="6175277"/>
                      <a:pt x="3407388" y="6281972"/>
                    </a:cubicBezTo>
                    <a:cubicBezTo>
                      <a:pt x="3220347" y="6358089"/>
                      <a:pt x="3051440" y="6409784"/>
                      <a:pt x="2918936" y="6431467"/>
                    </a:cubicBezTo>
                    <a:cubicBezTo>
                      <a:pt x="2873682" y="6438868"/>
                      <a:pt x="2834041" y="6442558"/>
                      <a:pt x="2800400" y="6442558"/>
                    </a:cubicBezTo>
                    <a:close/>
                    <a:moveTo>
                      <a:pt x="710355" y="2583541"/>
                    </a:moveTo>
                    <a:cubicBezTo>
                      <a:pt x="696568" y="2583541"/>
                      <a:pt x="682917" y="2583654"/>
                      <a:pt x="669379" y="2583880"/>
                    </a:cubicBezTo>
                    <a:cubicBezTo>
                      <a:pt x="413948" y="2588294"/>
                      <a:pt x="244950" y="2634987"/>
                      <a:pt x="137598" y="2730863"/>
                    </a:cubicBezTo>
                    <a:cubicBezTo>
                      <a:pt x="46726" y="2812005"/>
                      <a:pt x="2558" y="2927052"/>
                      <a:pt x="2558" y="3082591"/>
                    </a:cubicBezTo>
                    <a:cubicBezTo>
                      <a:pt x="2558" y="3381717"/>
                      <a:pt x="141197" y="3597687"/>
                      <a:pt x="438895" y="3762302"/>
                    </a:cubicBezTo>
                    <a:cubicBezTo>
                      <a:pt x="702273" y="3907949"/>
                      <a:pt x="1048984" y="3991490"/>
                      <a:pt x="1416025" y="4079943"/>
                    </a:cubicBezTo>
                    <a:cubicBezTo>
                      <a:pt x="2034467" y="4228963"/>
                      <a:pt x="2673941" y="4383076"/>
                      <a:pt x="2910265" y="4856911"/>
                    </a:cubicBezTo>
                    <a:cubicBezTo>
                      <a:pt x="2947936" y="4932440"/>
                      <a:pt x="2974741" y="5015460"/>
                      <a:pt x="2989931" y="5103618"/>
                    </a:cubicBezTo>
                    <a:cubicBezTo>
                      <a:pt x="3005846" y="5195986"/>
                      <a:pt x="3009536" y="5297136"/>
                      <a:pt x="3000911" y="5404239"/>
                    </a:cubicBezTo>
                    <a:cubicBezTo>
                      <a:pt x="2982641" y="5631322"/>
                      <a:pt x="2907775" y="5897675"/>
                      <a:pt x="2778418" y="6195896"/>
                    </a:cubicBezTo>
                    <a:lnTo>
                      <a:pt x="2778146" y="6196281"/>
                    </a:lnTo>
                    <a:cubicBezTo>
                      <a:pt x="2685577" y="6289781"/>
                      <a:pt x="2650895" y="6360556"/>
                      <a:pt x="2677835" y="6400934"/>
                    </a:cubicBezTo>
                    <a:cubicBezTo>
                      <a:pt x="2704027" y="6440181"/>
                      <a:pt x="2789534" y="6450140"/>
                      <a:pt x="2918619" y="6429000"/>
                    </a:cubicBezTo>
                    <a:cubicBezTo>
                      <a:pt x="3050942" y="6407340"/>
                      <a:pt x="3219645" y="6355690"/>
                      <a:pt x="3406527" y="6279664"/>
                    </a:cubicBezTo>
                    <a:cubicBezTo>
                      <a:pt x="3990514" y="6042055"/>
                      <a:pt x="4579300" y="5643114"/>
                      <a:pt x="4981543" y="5212509"/>
                    </a:cubicBezTo>
                    <a:cubicBezTo>
                      <a:pt x="5524893" y="4630846"/>
                      <a:pt x="5748812" y="3984429"/>
                      <a:pt x="5629122" y="3343127"/>
                    </a:cubicBezTo>
                    <a:cubicBezTo>
                      <a:pt x="5531255" y="2818818"/>
                      <a:pt x="5126612" y="2067946"/>
                      <a:pt x="4518922" y="1282988"/>
                    </a:cubicBezTo>
                    <a:cubicBezTo>
                      <a:pt x="4003282" y="616970"/>
                      <a:pt x="3454295" y="81864"/>
                      <a:pt x="3213533" y="10636"/>
                    </a:cubicBezTo>
                    <a:cubicBezTo>
                      <a:pt x="3166807" y="-3193"/>
                      <a:pt x="3132690" y="768"/>
                      <a:pt x="3112112" y="22428"/>
                    </a:cubicBezTo>
                    <a:cubicBezTo>
                      <a:pt x="3072064" y="64550"/>
                      <a:pt x="3082047" y="171879"/>
                      <a:pt x="3141746" y="341427"/>
                    </a:cubicBezTo>
                    <a:cubicBezTo>
                      <a:pt x="3236375" y="610134"/>
                      <a:pt x="3309000" y="858154"/>
                      <a:pt x="3357628" y="1078651"/>
                    </a:cubicBezTo>
                    <a:cubicBezTo>
                      <a:pt x="3404127" y="1289529"/>
                      <a:pt x="3430049" y="1481576"/>
                      <a:pt x="3434690" y="1649449"/>
                    </a:cubicBezTo>
                    <a:cubicBezTo>
                      <a:pt x="3439104" y="1809152"/>
                      <a:pt x="3424389" y="1951948"/>
                      <a:pt x="3390929" y="2073831"/>
                    </a:cubicBezTo>
                    <a:cubicBezTo>
                      <a:pt x="3359326" y="2188991"/>
                      <a:pt x="3309973" y="2289213"/>
                      <a:pt x="3244231" y="2371735"/>
                    </a:cubicBezTo>
                    <a:cubicBezTo>
                      <a:pt x="3162302" y="2474605"/>
                      <a:pt x="3051191" y="2554298"/>
                      <a:pt x="2914001" y="2608619"/>
                    </a:cubicBezTo>
                    <a:cubicBezTo>
                      <a:pt x="2790960" y="2657349"/>
                      <a:pt x="2646865" y="2687045"/>
                      <a:pt x="2473476" y="2699448"/>
                    </a:cubicBezTo>
                    <a:cubicBezTo>
                      <a:pt x="2153026" y="2722376"/>
                      <a:pt x="1790626" y="2681296"/>
                      <a:pt x="1440180" y="2641596"/>
                    </a:cubicBezTo>
                    <a:cubicBezTo>
                      <a:pt x="1177255" y="2611810"/>
                      <a:pt x="928049" y="2583564"/>
                      <a:pt x="710378" y="258356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E8CDB01-1B65-7C92-68F4-0D3D8F371D10}"/>
                  </a:ext>
                </a:extLst>
              </p:cNvPr>
              <p:cNvSpPr/>
              <p:nvPr/>
            </p:nvSpPr>
            <p:spPr>
              <a:xfrm>
                <a:off x="3305673" y="75513"/>
                <a:ext cx="5602931" cy="6363650"/>
              </a:xfrm>
              <a:custGeom>
                <a:avLst/>
                <a:gdLst>
                  <a:gd name="connsiteX0" fmla="*/ 2742785 w 5602931"/>
                  <a:gd name="connsiteY0" fmla="*/ 6363628 h 6363650"/>
                  <a:gd name="connsiteX1" fmla="*/ 2615601 w 5602931"/>
                  <a:gd name="connsiteY1" fmla="*/ 6325015 h 6363650"/>
                  <a:gd name="connsiteX2" fmla="*/ 2731081 w 5602931"/>
                  <a:gd name="connsiteY2" fmla="*/ 6155195 h 6363650"/>
                  <a:gd name="connsiteX3" fmla="*/ 2872980 w 5602931"/>
                  <a:gd name="connsiteY3" fmla="*/ 4909913 h 6363650"/>
                  <a:gd name="connsiteX4" fmla="*/ 1412742 w 5602931"/>
                  <a:gd name="connsiteY4" fmla="*/ 4081589 h 6363650"/>
                  <a:gd name="connsiteX5" fmla="*/ 437967 w 5602931"/>
                  <a:gd name="connsiteY5" fmla="*/ 3721556 h 6363650"/>
                  <a:gd name="connsiteX6" fmla="*/ 120098 w 5602931"/>
                  <a:gd name="connsiteY6" fmla="*/ 3435602 h 6363650"/>
                  <a:gd name="connsiteX7" fmla="*/ 0 w 5602931"/>
                  <a:gd name="connsiteY7" fmla="*/ 3020840 h 6363650"/>
                  <a:gd name="connsiteX8" fmla="*/ 135968 w 5602931"/>
                  <a:gd name="connsiteY8" fmla="*/ 2663455 h 6363650"/>
                  <a:gd name="connsiteX9" fmla="*/ 355427 w 5602931"/>
                  <a:gd name="connsiteY9" fmla="*/ 2552165 h 6363650"/>
                  <a:gd name="connsiteX10" fmla="*/ 653034 w 5602931"/>
                  <a:gd name="connsiteY10" fmla="*/ 2514412 h 6363650"/>
                  <a:gd name="connsiteX11" fmla="*/ 1399023 w 5602931"/>
                  <a:gd name="connsiteY11" fmla="*/ 2563301 h 6363650"/>
                  <a:gd name="connsiteX12" fmla="*/ 2410880 w 5602931"/>
                  <a:gd name="connsiteY12" fmla="*/ 2610039 h 6363650"/>
                  <a:gd name="connsiteX13" fmla="*/ 3179552 w 5602931"/>
                  <a:gd name="connsiteY13" fmla="*/ 2278728 h 6363650"/>
                  <a:gd name="connsiteX14" fmla="*/ 3391563 w 5602931"/>
                  <a:gd name="connsiteY14" fmla="*/ 1581520 h 6363650"/>
                  <a:gd name="connsiteX15" fmla="*/ 3166897 w 5602931"/>
                  <a:gd name="connsiteY15" fmla="*/ 332504 h 6363650"/>
                  <a:gd name="connsiteX16" fmla="*/ 3149466 w 5602931"/>
                  <a:gd name="connsiteY16" fmla="*/ 19028 h 6363650"/>
                  <a:gd name="connsiteX17" fmla="*/ 3241741 w 5602931"/>
                  <a:gd name="connsiteY17" fmla="*/ 6692 h 6363650"/>
                  <a:gd name="connsiteX18" fmla="*/ 3460498 w 5602931"/>
                  <a:gd name="connsiteY18" fmla="*/ 138964 h 6363650"/>
                  <a:gd name="connsiteX19" fmla="*/ 3758151 w 5602931"/>
                  <a:gd name="connsiteY19" fmla="*/ 416045 h 6363650"/>
                  <a:gd name="connsiteX20" fmla="*/ 4473147 w 5602931"/>
                  <a:gd name="connsiteY20" fmla="*/ 1277120 h 6363650"/>
                  <a:gd name="connsiteX21" fmla="*/ 5151333 w 5602931"/>
                  <a:gd name="connsiteY21" fmla="*/ 2334565 h 6363650"/>
                  <a:gd name="connsiteX22" fmla="*/ 5556904 w 5602931"/>
                  <a:gd name="connsiteY22" fmla="*/ 3332958 h 6363650"/>
                  <a:gd name="connsiteX23" fmla="*/ 5500262 w 5602931"/>
                  <a:gd name="connsiteY23" fmla="*/ 4365099 h 6363650"/>
                  <a:gd name="connsiteX24" fmla="*/ 4984509 w 5602931"/>
                  <a:gd name="connsiteY24" fmla="*/ 5190843 h 6363650"/>
                  <a:gd name="connsiteX25" fmla="*/ 4223986 w 5602931"/>
                  <a:gd name="connsiteY25" fmla="*/ 5803015 h 6363650"/>
                  <a:gd name="connsiteX26" fmla="*/ 3432811 w 5602931"/>
                  <a:gd name="connsiteY26" fmla="*/ 6194668 h 6363650"/>
                  <a:gd name="connsiteX27" fmla="*/ 2879092 w 5602931"/>
                  <a:gd name="connsiteY27" fmla="*/ 6351610 h 6363650"/>
                  <a:gd name="connsiteX28" fmla="*/ 2742830 w 5602931"/>
                  <a:gd name="connsiteY28" fmla="*/ 6363651 h 6363650"/>
                  <a:gd name="connsiteX29" fmla="*/ 717668 w 5602931"/>
                  <a:gd name="connsiteY29" fmla="*/ 2516155 h 6363650"/>
                  <a:gd name="connsiteX30" fmla="*/ 653125 w 5602931"/>
                  <a:gd name="connsiteY30" fmla="*/ 2517015 h 6363650"/>
                  <a:gd name="connsiteX31" fmla="*/ 137734 w 5602931"/>
                  <a:gd name="connsiteY31" fmla="*/ 2665401 h 6363650"/>
                  <a:gd name="connsiteX32" fmla="*/ 2649 w 5602931"/>
                  <a:gd name="connsiteY32" fmla="*/ 3020840 h 6363650"/>
                  <a:gd name="connsiteX33" fmla="*/ 439348 w 5602931"/>
                  <a:gd name="connsiteY33" fmla="*/ 3719292 h 6363650"/>
                  <a:gd name="connsiteX34" fmla="*/ 1413512 w 5602931"/>
                  <a:gd name="connsiteY34" fmla="*/ 4079054 h 6363650"/>
                  <a:gd name="connsiteX35" fmla="*/ 2291914 w 5602931"/>
                  <a:gd name="connsiteY35" fmla="*/ 4381033 h 6363650"/>
                  <a:gd name="connsiteX36" fmla="*/ 2640413 w 5602931"/>
                  <a:gd name="connsiteY36" fmla="*/ 4602956 h 6363650"/>
                  <a:gd name="connsiteX37" fmla="*/ 2875379 w 5602931"/>
                  <a:gd name="connsiteY37" fmla="*/ 4908782 h 6363650"/>
                  <a:gd name="connsiteX38" fmla="*/ 2945423 w 5602931"/>
                  <a:gd name="connsiteY38" fmla="*/ 5145236 h 6363650"/>
                  <a:gd name="connsiteX39" fmla="*/ 2950879 w 5602931"/>
                  <a:gd name="connsiteY39" fmla="*/ 5428044 h 6363650"/>
                  <a:gd name="connsiteX40" fmla="*/ 2733344 w 5602931"/>
                  <a:gd name="connsiteY40" fmla="*/ 6156553 h 6363650"/>
                  <a:gd name="connsiteX41" fmla="*/ 2733209 w 5602931"/>
                  <a:gd name="connsiteY41" fmla="*/ 6156848 h 6363650"/>
                  <a:gd name="connsiteX42" fmla="*/ 2732960 w 5602931"/>
                  <a:gd name="connsiteY42" fmla="*/ 6157051 h 6363650"/>
                  <a:gd name="connsiteX43" fmla="*/ 2617887 w 5602931"/>
                  <a:gd name="connsiteY43" fmla="*/ 6323726 h 6363650"/>
                  <a:gd name="connsiteX44" fmla="*/ 2878639 w 5602931"/>
                  <a:gd name="connsiteY44" fmla="*/ 6349007 h 6363650"/>
                  <a:gd name="connsiteX45" fmla="*/ 3431815 w 5602931"/>
                  <a:gd name="connsiteY45" fmla="*/ 6192201 h 6363650"/>
                  <a:gd name="connsiteX46" fmla="*/ 5554301 w 5602931"/>
                  <a:gd name="connsiteY46" fmla="*/ 3333479 h 6363650"/>
                  <a:gd name="connsiteX47" fmla="*/ 4470996 w 5602931"/>
                  <a:gd name="connsiteY47" fmla="*/ 1278636 h 6363650"/>
                  <a:gd name="connsiteX48" fmla="*/ 3756226 w 5602931"/>
                  <a:gd name="connsiteY48" fmla="*/ 417833 h 6363650"/>
                  <a:gd name="connsiteX49" fmla="*/ 3240971 w 5602931"/>
                  <a:gd name="connsiteY49" fmla="*/ 9182 h 6363650"/>
                  <a:gd name="connsiteX50" fmla="*/ 3151299 w 5602931"/>
                  <a:gd name="connsiteY50" fmla="*/ 20838 h 6363650"/>
                  <a:gd name="connsiteX51" fmla="*/ 3169365 w 5602931"/>
                  <a:gd name="connsiteY51" fmla="*/ 331712 h 6363650"/>
                  <a:gd name="connsiteX52" fmla="*/ 3344520 w 5602931"/>
                  <a:gd name="connsiteY52" fmla="*/ 1034759 h 6363650"/>
                  <a:gd name="connsiteX53" fmla="*/ 3394144 w 5602931"/>
                  <a:gd name="connsiteY53" fmla="*/ 1581520 h 6363650"/>
                  <a:gd name="connsiteX54" fmla="*/ 3334423 w 5602931"/>
                  <a:gd name="connsiteY54" fmla="*/ 1990556 h 6363650"/>
                  <a:gd name="connsiteX55" fmla="*/ 3181545 w 5602931"/>
                  <a:gd name="connsiteY55" fmla="*/ 2280334 h 6363650"/>
                  <a:gd name="connsiteX56" fmla="*/ 2847896 w 5602931"/>
                  <a:gd name="connsiteY56" fmla="*/ 2518237 h 6363650"/>
                  <a:gd name="connsiteX57" fmla="*/ 2411061 w 5602931"/>
                  <a:gd name="connsiteY57" fmla="*/ 2612597 h 6363650"/>
                  <a:gd name="connsiteX58" fmla="*/ 1398729 w 5602931"/>
                  <a:gd name="connsiteY58" fmla="*/ 2565858 h 6363650"/>
                  <a:gd name="connsiteX59" fmla="*/ 717622 w 5602931"/>
                  <a:gd name="connsiteY59" fmla="*/ 2516132 h 636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602931" h="6363650">
                    <a:moveTo>
                      <a:pt x="2742785" y="6363628"/>
                    </a:moveTo>
                    <a:cubicBezTo>
                      <a:pt x="2673963" y="6363628"/>
                      <a:pt x="2630044" y="6350591"/>
                      <a:pt x="2615601" y="6325015"/>
                    </a:cubicBezTo>
                    <a:cubicBezTo>
                      <a:pt x="2595271" y="6288937"/>
                      <a:pt x="2635183" y="6230226"/>
                      <a:pt x="2731081" y="6155195"/>
                    </a:cubicBezTo>
                    <a:cubicBezTo>
                      <a:pt x="2970779" y="5629438"/>
                      <a:pt x="3017188" y="5222100"/>
                      <a:pt x="2872980" y="4909913"/>
                    </a:cubicBezTo>
                    <a:cubicBezTo>
                      <a:pt x="2653770" y="4435331"/>
                      <a:pt x="2022876" y="4255507"/>
                      <a:pt x="1412742" y="4081589"/>
                    </a:cubicBezTo>
                    <a:cubicBezTo>
                      <a:pt x="1046992" y="3977339"/>
                      <a:pt x="701549" y="3878860"/>
                      <a:pt x="437967" y="3721556"/>
                    </a:cubicBezTo>
                    <a:cubicBezTo>
                      <a:pt x="296227" y="3636951"/>
                      <a:pt x="192247" y="3543429"/>
                      <a:pt x="120098" y="3435602"/>
                    </a:cubicBezTo>
                    <a:cubicBezTo>
                      <a:pt x="39278" y="3314829"/>
                      <a:pt x="0" y="3179163"/>
                      <a:pt x="0" y="3020840"/>
                    </a:cubicBezTo>
                    <a:cubicBezTo>
                      <a:pt x="0" y="2862518"/>
                      <a:pt x="44462" y="2745864"/>
                      <a:pt x="135968" y="2663455"/>
                    </a:cubicBezTo>
                    <a:cubicBezTo>
                      <a:pt x="191613" y="2613321"/>
                      <a:pt x="263401" y="2576903"/>
                      <a:pt x="355427" y="2552165"/>
                    </a:cubicBezTo>
                    <a:cubicBezTo>
                      <a:pt x="437877" y="2529984"/>
                      <a:pt x="535223" y="2517648"/>
                      <a:pt x="653034" y="2514412"/>
                    </a:cubicBezTo>
                    <a:cubicBezTo>
                      <a:pt x="872788" y="2508391"/>
                      <a:pt x="1128401" y="2535054"/>
                      <a:pt x="1399023" y="2563301"/>
                    </a:cubicBezTo>
                    <a:cubicBezTo>
                      <a:pt x="1741229" y="2599017"/>
                      <a:pt x="2095071" y="2635932"/>
                      <a:pt x="2410880" y="2610039"/>
                    </a:cubicBezTo>
                    <a:cubicBezTo>
                      <a:pt x="2769114" y="2580661"/>
                      <a:pt x="3020561" y="2472291"/>
                      <a:pt x="3179552" y="2278728"/>
                    </a:cubicBezTo>
                    <a:cubicBezTo>
                      <a:pt x="3317286" y="2111035"/>
                      <a:pt x="3386651" y="1882978"/>
                      <a:pt x="3391563" y="1581520"/>
                    </a:cubicBezTo>
                    <a:cubicBezTo>
                      <a:pt x="3396928" y="1252472"/>
                      <a:pt x="3321338" y="832233"/>
                      <a:pt x="3166897" y="332504"/>
                    </a:cubicBezTo>
                    <a:cubicBezTo>
                      <a:pt x="3115213" y="165309"/>
                      <a:pt x="3109350" y="59836"/>
                      <a:pt x="3149466" y="19028"/>
                    </a:cubicBezTo>
                    <a:cubicBezTo>
                      <a:pt x="3169297" y="-1162"/>
                      <a:pt x="3200357" y="-5303"/>
                      <a:pt x="3241741" y="6692"/>
                    </a:cubicBezTo>
                    <a:cubicBezTo>
                      <a:pt x="3297002" y="22717"/>
                      <a:pt x="3370600" y="67215"/>
                      <a:pt x="3460498" y="138964"/>
                    </a:cubicBezTo>
                    <a:cubicBezTo>
                      <a:pt x="3547408" y="208336"/>
                      <a:pt x="3647561" y="301564"/>
                      <a:pt x="3758151" y="416045"/>
                    </a:cubicBezTo>
                    <a:cubicBezTo>
                      <a:pt x="3980055" y="645709"/>
                      <a:pt x="4233970" y="951512"/>
                      <a:pt x="4473147" y="1277120"/>
                    </a:cubicBezTo>
                    <a:cubicBezTo>
                      <a:pt x="4734148" y="1632446"/>
                      <a:pt x="4968662" y="1998115"/>
                      <a:pt x="5151333" y="2334565"/>
                    </a:cubicBezTo>
                    <a:cubicBezTo>
                      <a:pt x="5360763" y="2720310"/>
                      <a:pt x="5497206" y="3056217"/>
                      <a:pt x="5556904" y="3332958"/>
                    </a:cubicBezTo>
                    <a:cubicBezTo>
                      <a:pt x="5633490" y="3687990"/>
                      <a:pt x="5614429" y="4035258"/>
                      <a:pt x="5500262" y="4365099"/>
                    </a:cubicBezTo>
                    <a:cubicBezTo>
                      <a:pt x="5400200" y="4654221"/>
                      <a:pt x="5226674" y="4932027"/>
                      <a:pt x="4984509" y="5190843"/>
                    </a:cubicBezTo>
                    <a:cubicBezTo>
                      <a:pt x="4776437" y="5413196"/>
                      <a:pt x="4520552" y="5619162"/>
                      <a:pt x="4223986" y="5803015"/>
                    </a:cubicBezTo>
                    <a:cubicBezTo>
                      <a:pt x="3975346" y="5957151"/>
                      <a:pt x="3701758" y="6092568"/>
                      <a:pt x="3432811" y="6194668"/>
                    </a:cubicBezTo>
                    <a:cubicBezTo>
                      <a:pt x="3227433" y="6272619"/>
                      <a:pt x="3030771" y="6328366"/>
                      <a:pt x="2879092" y="6351610"/>
                    </a:cubicBezTo>
                    <a:cubicBezTo>
                      <a:pt x="2826593" y="6359668"/>
                      <a:pt x="2780886" y="6363651"/>
                      <a:pt x="2742830" y="6363651"/>
                    </a:cubicBezTo>
                    <a:close/>
                    <a:moveTo>
                      <a:pt x="717668" y="2516155"/>
                    </a:moveTo>
                    <a:cubicBezTo>
                      <a:pt x="695821" y="2516155"/>
                      <a:pt x="674315" y="2516426"/>
                      <a:pt x="653125" y="2517015"/>
                    </a:cubicBezTo>
                    <a:cubicBezTo>
                      <a:pt x="406364" y="2523782"/>
                      <a:pt x="242596" y="2570928"/>
                      <a:pt x="137734" y="2665401"/>
                    </a:cubicBezTo>
                    <a:cubicBezTo>
                      <a:pt x="46839" y="2747290"/>
                      <a:pt x="2649" y="2863559"/>
                      <a:pt x="2649" y="3020840"/>
                    </a:cubicBezTo>
                    <a:cubicBezTo>
                      <a:pt x="2649" y="3319537"/>
                      <a:pt x="141424" y="3541482"/>
                      <a:pt x="439348" y="3719292"/>
                    </a:cubicBezTo>
                    <a:cubicBezTo>
                      <a:pt x="702636" y="3876415"/>
                      <a:pt x="1047920" y="3974849"/>
                      <a:pt x="1413512" y="4079054"/>
                    </a:cubicBezTo>
                    <a:cubicBezTo>
                      <a:pt x="1716915" y="4165538"/>
                      <a:pt x="2030641" y="4254963"/>
                      <a:pt x="2291914" y="4381033"/>
                    </a:cubicBezTo>
                    <a:cubicBezTo>
                      <a:pt x="2432794" y="4449002"/>
                      <a:pt x="2546802" y="4521610"/>
                      <a:pt x="2640413" y="4602956"/>
                    </a:cubicBezTo>
                    <a:cubicBezTo>
                      <a:pt x="2745751" y="4694486"/>
                      <a:pt x="2822609" y="4794527"/>
                      <a:pt x="2875379" y="4908782"/>
                    </a:cubicBezTo>
                    <a:cubicBezTo>
                      <a:pt x="2909156" y="4981911"/>
                      <a:pt x="2932723" y="5061469"/>
                      <a:pt x="2945423" y="5145236"/>
                    </a:cubicBezTo>
                    <a:cubicBezTo>
                      <a:pt x="2958712" y="5232851"/>
                      <a:pt x="2960546" y="5328002"/>
                      <a:pt x="2950879" y="5428044"/>
                    </a:cubicBezTo>
                    <a:cubicBezTo>
                      <a:pt x="2930459" y="5639691"/>
                      <a:pt x="2857268" y="5884813"/>
                      <a:pt x="2733344" y="6156553"/>
                    </a:cubicBezTo>
                    <a:lnTo>
                      <a:pt x="2733209" y="6156848"/>
                    </a:lnTo>
                    <a:lnTo>
                      <a:pt x="2732960" y="6157051"/>
                    </a:lnTo>
                    <a:cubicBezTo>
                      <a:pt x="2638036" y="6231267"/>
                      <a:pt x="2598260" y="6288892"/>
                      <a:pt x="2617887" y="6323726"/>
                    </a:cubicBezTo>
                    <a:cubicBezTo>
                      <a:pt x="2639734" y="6362451"/>
                      <a:pt x="2732326" y="6371437"/>
                      <a:pt x="2878639" y="6349007"/>
                    </a:cubicBezTo>
                    <a:cubicBezTo>
                      <a:pt x="3030160" y="6325785"/>
                      <a:pt x="3226618" y="6270107"/>
                      <a:pt x="3431815" y="6192201"/>
                    </a:cubicBezTo>
                    <a:cubicBezTo>
                      <a:pt x="4599765" y="5748898"/>
                      <a:pt x="5856436" y="4734209"/>
                      <a:pt x="5554301" y="3333479"/>
                    </a:cubicBezTo>
                    <a:cubicBezTo>
                      <a:pt x="5441741" y="2811614"/>
                      <a:pt x="5046878" y="2062667"/>
                      <a:pt x="4470996" y="1278636"/>
                    </a:cubicBezTo>
                    <a:cubicBezTo>
                      <a:pt x="4231910" y="953119"/>
                      <a:pt x="3978062" y="647429"/>
                      <a:pt x="3756226" y="417833"/>
                    </a:cubicBezTo>
                    <a:cubicBezTo>
                      <a:pt x="3531810" y="185544"/>
                      <a:pt x="3348821" y="40417"/>
                      <a:pt x="3240971" y="9182"/>
                    </a:cubicBezTo>
                    <a:cubicBezTo>
                      <a:pt x="3200583" y="-2520"/>
                      <a:pt x="3170406" y="1396"/>
                      <a:pt x="3151299" y="20838"/>
                    </a:cubicBezTo>
                    <a:cubicBezTo>
                      <a:pt x="3111908" y="60900"/>
                      <a:pt x="3117998" y="165513"/>
                      <a:pt x="3169365" y="331712"/>
                    </a:cubicBezTo>
                    <a:cubicBezTo>
                      <a:pt x="3248442" y="587540"/>
                      <a:pt x="3307370" y="824085"/>
                      <a:pt x="3344520" y="1034759"/>
                    </a:cubicBezTo>
                    <a:cubicBezTo>
                      <a:pt x="3380085" y="1236334"/>
                      <a:pt x="3396770" y="1420278"/>
                      <a:pt x="3394144" y="1581520"/>
                    </a:cubicBezTo>
                    <a:cubicBezTo>
                      <a:pt x="3391654" y="1734976"/>
                      <a:pt x="3371551" y="1872612"/>
                      <a:pt x="3334423" y="1990556"/>
                    </a:cubicBezTo>
                    <a:cubicBezTo>
                      <a:pt x="3299333" y="2102049"/>
                      <a:pt x="3247898" y="2199555"/>
                      <a:pt x="3181545" y="2280334"/>
                    </a:cubicBezTo>
                    <a:cubicBezTo>
                      <a:pt x="3097216" y="2383001"/>
                      <a:pt x="2984950" y="2463056"/>
                      <a:pt x="2847896" y="2518237"/>
                    </a:cubicBezTo>
                    <a:cubicBezTo>
                      <a:pt x="2725036" y="2567714"/>
                      <a:pt x="2582141" y="2598564"/>
                      <a:pt x="2411061" y="2612597"/>
                    </a:cubicBezTo>
                    <a:cubicBezTo>
                      <a:pt x="2095025" y="2638512"/>
                      <a:pt x="1741048" y="2601574"/>
                      <a:pt x="1398729" y="2565858"/>
                    </a:cubicBezTo>
                    <a:cubicBezTo>
                      <a:pt x="1154299" y="2540350"/>
                      <a:pt x="922117" y="2516132"/>
                      <a:pt x="717622" y="2516132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B0CF9FF0-6B01-6754-A227-E9862BDA6CB8}"/>
                  </a:ext>
                </a:extLst>
              </p:cNvPr>
              <p:cNvSpPr/>
              <p:nvPr/>
            </p:nvSpPr>
            <p:spPr>
              <a:xfrm>
                <a:off x="3350747" y="83669"/>
                <a:ext cx="5545027" cy="6286303"/>
              </a:xfrm>
              <a:custGeom>
                <a:avLst/>
                <a:gdLst>
                  <a:gd name="connsiteX0" fmla="*/ 2685645 w 5545027"/>
                  <a:gd name="connsiteY0" fmla="*/ 6286304 h 6286303"/>
                  <a:gd name="connsiteX1" fmla="*/ 2556808 w 5545027"/>
                  <a:gd name="connsiteY1" fmla="*/ 6250860 h 6286303"/>
                  <a:gd name="connsiteX2" fmla="*/ 2686052 w 5545027"/>
                  <a:gd name="connsiteY2" fmla="*/ 6117231 h 6286303"/>
                  <a:gd name="connsiteX3" fmla="*/ 2837596 w 5545027"/>
                  <a:gd name="connsiteY3" fmla="*/ 4964204 h 6286303"/>
                  <a:gd name="connsiteX4" fmla="*/ 2276519 w 5545027"/>
                  <a:gd name="connsiteY4" fmla="*/ 4421471 h 6286303"/>
                  <a:gd name="connsiteX5" fmla="*/ 1410636 w 5545027"/>
                  <a:gd name="connsiteY5" fmla="*/ 4084275 h 6286303"/>
                  <a:gd name="connsiteX6" fmla="*/ 438556 w 5545027"/>
                  <a:gd name="connsiteY6" fmla="*/ 3680966 h 6286303"/>
                  <a:gd name="connsiteX7" fmla="*/ 120392 w 5545027"/>
                  <a:gd name="connsiteY7" fmla="*/ 3380640 h 6286303"/>
                  <a:gd name="connsiteX8" fmla="*/ 0 w 5545027"/>
                  <a:gd name="connsiteY8" fmla="*/ 2960604 h 6286303"/>
                  <a:gd name="connsiteX9" fmla="*/ 136104 w 5545027"/>
                  <a:gd name="connsiteY9" fmla="*/ 2598918 h 6286303"/>
                  <a:gd name="connsiteX10" fmla="*/ 349541 w 5545027"/>
                  <a:gd name="connsiteY10" fmla="*/ 2487855 h 6286303"/>
                  <a:gd name="connsiteX11" fmla="*/ 637799 w 5545027"/>
                  <a:gd name="connsiteY11" fmla="*/ 2447612 h 6286303"/>
                  <a:gd name="connsiteX12" fmla="*/ 1360243 w 5545027"/>
                  <a:gd name="connsiteY12" fmla="*/ 2486859 h 6286303"/>
                  <a:gd name="connsiteX13" fmla="*/ 2351770 w 5545027"/>
                  <a:gd name="connsiteY13" fmla="*/ 2521149 h 6286303"/>
                  <a:gd name="connsiteX14" fmla="*/ 3120669 w 5545027"/>
                  <a:gd name="connsiteY14" fmla="*/ 2184722 h 6286303"/>
                  <a:gd name="connsiteX15" fmla="*/ 3353575 w 5545027"/>
                  <a:gd name="connsiteY15" fmla="*/ 1512276 h 6286303"/>
                  <a:gd name="connsiteX16" fmla="*/ 3194381 w 5545027"/>
                  <a:gd name="connsiteY16" fmla="*/ 324257 h 6286303"/>
                  <a:gd name="connsiteX17" fmla="*/ 3188721 w 5545027"/>
                  <a:gd name="connsiteY17" fmla="*/ 17571 h 6286303"/>
                  <a:gd name="connsiteX18" fmla="*/ 3271692 w 5545027"/>
                  <a:gd name="connsiteY18" fmla="*/ 5621 h 6286303"/>
                  <a:gd name="connsiteX19" fmla="*/ 3755706 w 5545027"/>
                  <a:gd name="connsiteY19" fmla="*/ 412099 h 6286303"/>
                  <a:gd name="connsiteX20" fmla="*/ 4429432 w 5545027"/>
                  <a:gd name="connsiteY20" fmla="*/ 1275211 h 6286303"/>
                  <a:gd name="connsiteX21" fmla="*/ 5077010 w 5545027"/>
                  <a:gd name="connsiteY21" fmla="*/ 2333312 h 6286303"/>
                  <a:gd name="connsiteX22" fmla="*/ 5482106 w 5545027"/>
                  <a:gd name="connsiteY22" fmla="*/ 3324712 h 6286303"/>
                  <a:gd name="connsiteX23" fmla="*/ 5544430 w 5545027"/>
                  <a:gd name="connsiteY23" fmla="*/ 3878331 h 6286303"/>
                  <a:gd name="connsiteX24" fmla="*/ 5464358 w 5545027"/>
                  <a:gd name="connsiteY24" fmla="*/ 4370613 h 6286303"/>
                  <a:gd name="connsiteX25" fmla="*/ 4981113 w 5545027"/>
                  <a:gd name="connsiteY25" fmla="*/ 5176915 h 6286303"/>
                  <a:gd name="connsiteX26" fmla="*/ 4240626 w 5545027"/>
                  <a:gd name="connsiteY26" fmla="*/ 5755341 h 6286303"/>
                  <a:gd name="connsiteX27" fmla="*/ 3450944 w 5545027"/>
                  <a:gd name="connsiteY27" fmla="*/ 6117932 h 6286303"/>
                  <a:gd name="connsiteX28" fmla="*/ 2837324 w 5545027"/>
                  <a:gd name="connsiteY28" fmla="*/ 6274308 h 6286303"/>
                  <a:gd name="connsiteX29" fmla="*/ 2685622 w 5545027"/>
                  <a:gd name="connsiteY29" fmla="*/ 6286282 h 6286303"/>
                  <a:gd name="connsiteX30" fmla="*/ 731002 w 5545027"/>
                  <a:gd name="connsiteY30" fmla="*/ 2448585 h 6286303"/>
                  <a:gd name="connsiteX31" fmla="*/ 637934 w 5545027"/>
                  <a:gd name="connsiteY31" fmla="*/ 2450328 h 6286303"/>
                  <a:gd name="connsiteX32" fmla="*/ 137937 w 5545027"/>
                  <a:gd name="connsiteY32" fmla="*/ 2600932 h 6286303"/>
                  <a:gd name="connsiteX33" fmla="*/ 2717 w 5545027"/>
                  <a:gd name="connsiteY33" fmla="*/ 2960604 h 6286303"/>
                  <a:gd name="connsiteX34" fmla="*/ 440027 w 5545027"/>
                  <a:gd name="connsiteY34" fmla="*/ 3678680 h 6286303"/>
                  <a:gd name="connsiteX35" fmla="*/ 1411497 w 5545027"/>
                  <a:gd name="connsiteY35" fmla="*/ 4081695 h 6286303"/>
                  <a:gd name="connsiteX36" fmla="*/ 2277787 w 5545027"/>
                  <a:gd name="connsiteY36" fmla="*/ 4419072 h 6286303"/>
                  <a:gd name="connsiteX37" fmla="*/ 2616937 w 5545027"/>
                  <a:gd name="connsiteY37" fmla="*/ 4652652 h 6286303"/>
                  <a:gd name="connsiteX38" fmla="*/ 2840086 w 5545027"/>
                  <a:gd name="connsiteY38" fmla="*/ 4963140 h 6286303"/>
                  <a:gd name="connsiteX39" fmla="*/ 2900508 w 5545027"/>
                  <a:gd name="connsiteY39" fmla="*/ 5188436 h 6286303"/>
                  <a:gd name="connsiteX40" fmla="*/ 2900531 w 5545027"/>
                  <a:gd name="connsiteY40" fmla="*/ 5452887 h 6286303"/>
                  <a:gd name="connsiteX41" fmla="*/ 2688294 w 5545027"/>
                  <a:gd name="connsiteY41" fmla="*/ 6118770 h 6286303"/>
                  <a:gd name="connsiteX42" fmla="*/ 2688113 w 5545027"/>
                  <a:gd name="connsiteY42" fmla="*/ 6119155 h 6286303"/>
                  <a:gd name="connsiteX43" fmla="*/ 2687750 w 5545027"/>
                  <a:gd name="connsiteY43" fmla="*/ 6119359 h 6286303"/>
                  <a:gd name="connsiteX44" fmla="*/ 2559253 w 5545027"/>
                  <a:gd name="connsiteY44" fmla="*/ 6249728 h 6286303"/>
                  <a:gd name="connsiteX45" fmla="*/ 2836984 w 5545027"/>
                  <a:gd name="connsiteY45" fmla="*/ 6271637 h 6286303"/>
                  <a:gd name="connsiteX46" fmla="*/ 3450084 w 5545027"/>
                  <a:gd name="connsiteY46" fmla="*/ 6115375 h 6286303"/>
                  <a:gd name="connsiteX47" fmla="*/ 5479525 w 5545027"/>
                  <a:gd name="connsiteY47" fmla="*/ 3325346 h 6286303"/>
                  <a:gd name="connsiteX48" fmla="*/ 4427258 w 5545027"/>
                  <a:gd name="connsiteY48" fmla="*/ 1276750 h 6286303"/>
                  <a:gd name="connsiteX49" fmla="*/ 3753736 w 5545027"/>
                  <a:gd name="connsiteY49" fmla="*/ 413932 h 6286303"/>
                  <a:gd name="connsiteX50" fmla="*/ 3270990 w 5545027"/>
                  <a:gd name="connsiteY50" fmla="*/ 8224 h 6286303"/>
                  <a:gd name="connsiteX51" fmla="*/ 3190668 w 5545027"/>
                  <a:gd name="connsiteY51" fmla="*/ 19495 h 6286303"/>
                  <a:gd name="connsiteX52" fmla="*/ 3197052 w 5545027"/>
                  <a:gd name="connsiteY52" fmla="*/ 323556 h 6286303"/>
                  <a:gd name="connsiteX53" fmla="*/ 3333042 w 5545027"/>
                  <a:gd name="connsiteY53" fmla="*/ 990864 h 6286303"/>
                  <a:gd name="connsiteX54" fmla="*/ 3356338 w 5545027"/>
                  <a:gd name="connsiteY54" fmla="*/ 1512434 h 6286303"/>
                  <a:gd name="connsiteX55" fmla="*/ 3281426 w 5545027"/>
                  <a:gd name="connsiteY55" fmla="*/ 1905309 h 6286303"/>
                  <a:gd name="connsiteX56" fmla="*/ 3122797 w 5545027"/>
                  <a:gd name="connsiteY56" fmla="*/ 2186465 h 6286303"/>
                  <a:gd name="connsiteX57" fmla="*/ 2785481 w 5545027"/>
                  <a:gd name="connsiteY57" fmla="*/ 2425499 h 6286303"/>
                  <a:gd name="connsiteX58" fmla="*/ 2352087 w 5545027"/>
                  <a:gd name="connsiteY58" fmla="*/ 2523842 h 6286303"/>
                  <a:gd name="connsiteX59" fmla="*/ 1360039 w 5545027"/>
                  <a:gd name="connsiteY59" fmla="*/ 2489552 h 6286303"/>
                  <a:gd name="connsiteX60" fmla="*/ 731024 w 5545027"/>
                  <a:gd name="connsiteY60" fmla="*/ 2448563 h 6286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545027" h="6286303">
                    <a:moveTo>
                      <a:pt x="2685645" y="6286304"/>
                    </a:moveTo>
                    <a:cubicBezTo>
                      <a:pt x="2612726" y="6286304"/>
                      <a:pt x="2567562" y="6274308"/>
                      <a:pt x="2556808" y="6250860"/>
                    </a:cubicBezTo>
                    <a:cubicBezTo>
                      <a:pt x="2542931" y="6220599"/>
                      <a:pt x="2587620" y="6174381"/>
                      <a:pt x="2686052" y="6117231"/>
                    </a:cubicBezTo>
                    <a:cubicBezTo>
                      <a:pt x="2915291" y="5640996"/>
                      <a:pt x="2964847" y="5263851"/>
                      <a:pt x="2837596" y="4964204"/>
                    </a:cubicBezTo>
                    <a:cubicBezTo>
                      <a:pt x="2747177" y="4751266"/>
                      <a:pt x="2563645" y="4573751"/>
                      <a:pt x="2276519" y="4421471"/>
                    </a:cubicBezTo>
                    <a:cubicBezTo>
                      <a:pt x="2020907" y="4285918"/>
                      <a:pt x="1710666" y="4183410"/>
                      <a:pt x="1410636" y="4084275"/>
                    </a:cubicBezTo>
                    <a:cubicBezTo>
                      <a:pt x="1062318" y="3969183"/>
                      <a:pt x="702160" y="3850175"/>
                      <a:pt x="438556" y="3680966"/>
                    </a:cubicBezTo>
                    <a:cubicBezTo>
                      <a:pt x="296725" y="3589911"/>
                      <a:pt x="192655" y="3491680"/>
                      <a:pt x="120392" y="3380640"/>
                    </a:cubicBezTo>
                    <a:cubicBezTo>
                      <a:pt x="39391" y="3256154"/>
                      <a:pt x="0" y="3118768"/>
                      <a:pt x="0" y="2960604"/>
                    </a:cubicBezTo>
                    <a:cubicBezTo>
                      <a:pt x="0" y="2802440"/>
                      <a:pt x="44508" y="2682323"/>
                      <a:pt x="136104" y="2598918"/>
                    </a:cubicBezTo>
                    <a:cubicBezTo>
                      <a:pt x="190504" y="2549373"/>
                      <a:pt x="260322" y="2513046"/>
                      <a:pt x="349541" y="2487855"/>
                    </a:cubicBezTo>
                    <a:cubicBezTo>
                      <a:pt x="429500" y="2465266"/>
                      <a:pt x="523790" y="2452116"/>
                      <a:pt x="637799" y="2447612"/>
                    </a:cubicBezTo>
                    <a:cubicBezTo>
                      <a:pt x="850489" y="2439215"/>
                      <a:pt x="1098087" y="2462369"/>
                      <a:pt x="1360243" y="2486859"/>
                    </a:cubicBezTo>
                    <a:cubicBezTo>
                      <a:pt x="1694548" y="2518093"/>
                      <a:pt x="2040217" y="2550414"/>
                      <a:pt x="2351770" y="2521149"/>
                    </a:cubicBezTo>
                    <a:cubicBezTo>
                      <a:pt x="2705499" y="2487923"/>
                      <a:pt x="2957014" y="2377878"/>
                      <a:pt x="3120669" y="2184722"/>
                    </a:cubicBezTo>
                    <a:cubicBezTo>
                      <a:pt x="3257542" y="2023186"/>
                      <a:pt x="3335895" y="1796939"/>
                      <a:pt x="3353575" y="1512276"/>
                    </a:cubicBezTo>
                    <a:cubicBezTo>
                      <a:pt x="3373135" y="1197487"/>
                      <a:pt x="3319572" y="797776"/>
                      <a:pt x="3194381" y="324257"/>
                    </a:cubicBezTo>
                    <a:cubicBezTo>
                      <a:pt x="3150869" y="159711"/>
                      <a:pt x="3148967" y="56524"/>
                      <a:pt x="3188721" y="17571"/>
                    </a:cubicBezTo>
                    <a:cubicBezTo>
                      <a:pt x="3207420" y="-739"/>
                      <a:pt x="3235334" y="-4768"/>
                      <a:pt x="3271692" y="5621"/>
                    </a:cubicBezTo>
                    <a:cubicBezTo>
                      <a:pt x="3373792" y="34818"/>
                      <a:pt x="3541182" y="175373"/>
                      <a:pt x="3755706" y="412099"/>
                    </a:cubicBezTo>
                    <a:cubicBezTo>
                      <a:pt x="3961853" y="639590"/>
                      <a:pt x="4201121" y="946095"/>
                      <a:pt x="4429432" y="1275211"/>
                    </a:cubicBezTo>
                    <a:cubicBezTo>
                      <a:pt x="4675084" y="1629269"/>
                      <a:pt x="4899003" y="1995165"/>
                      <a:pt x="5077010" y="2333312"/>
                    </a:cubicBezTo>
                    <a:cubicBezTo>
                      <a:pt x="5279309" y="2717609"/>
                      <a:pt x="5415617" y="3051161"/>
                      <a:pt x="5482106" y="3324712"/>
                    </a:cubicBezTo>
                    <a:cubicBezTo>
                      <a:pt x="5527972" y="3513363"/>
                      <a:pt x="5548935" y="3699616"/>
                      <a:pt x="5544430" y="3878331"/>
                    </a:cubicBezTo>
                    <a:cubicBezTo>
                      <a:pt x="5540174" y="4046590"/>
                      <a:pt x="5513234" y="4212223"/>
                      <a:pt x="5464358" y="4370613"/>
                    </a:cubicBezTo>
                    <a:cubicBezTo>
                      <a:pt x="5375682" y="4657925"/>
                      <a:pt x="5213091" y="4929190"/>
                      <a:pt x="4981113" y="5176915"/>
                    </a:cubicBezTo>
                    <a:cubicBezTo>
                      <a:pt x="4781961" y="5389558"/>
                      <a:pt x="4532823" y="5584162"/>
                      <a:pt x="4240626" y="5755341"/>
                    </a:cubicBezTo>
                    <a:cubicBezTo>
                      <a:pt x="3998233" y="5897345"/>
                      <a:pt x="3725166" y="6022712"/>
                      <a:pt x="3450944" y="6117932"/>
                    </a:cubicBezTo>
                    <a:cubicBezTo>
                      <a:pt x="3228452" y="6195181"/>
                      <a:pt x="3010532" y="6250701"/>
                      <a:pt x="2837324" y="6274308"/>
                    </a:cubicBezTo>
                    <a:cubicBezTo>
                      <a:pt x="2778486" y="6282321"/>
                      <a:pt x="2727481" y="6286282"/>
                      <a:pt x="2685622" y="6286282"/>
                    </a:cubicBezTo>
                    <a:close/>
                    <a:moveTo>
                      <a:pt x="731002" y="2448585"/>
                    </a:moveTo>
                    <a:cubicBezTo>
                      <a:pt x="699285" y="2448585"/>
                      <a:pt x="668270" y="2449129"/>
                      <a:pt x="637934" y="2450328"/>
                    </a:cubicBezTo>
                    <a:cubicBezTo>
                      <a:pt x="399323" y="2459744"/>
                      <a:pt x="240445" y="2507591"/>
                      <a:pt x="137937" y="2600932"/>
                    </a:cubicBezTo>
                    <a:cubicBezTo>
                      <a:pt x="46953" y="2683794"/>
                      <a:pt x="2717" y="2801444"/>
                      <a:pt x="2717" y="2960604"/>
                    </a:cubicBezTo>
                    <a:cubicBezTo>
                      <a:pt x="2717" y="3254887"/>
                      <a:pt x="145770" y="3489779"/>
                      <a:pt x="440027" y="3678680"/>
                    </a:cubicBezTo>
                    <a:cubicBezTo>
                      <a:pt x="703337" y="3847708"/>
                      <a:pt x="1063337" y="3966670"/>
                      <a:pt x="1411497" y="4081695"/>
                    </a:cubicBezTo>
                    <a:cubicBezTo>
                      <a:pt x="1711617" y="4180875"/>
                      <a:pt x="2021970" y="4283406"/>
                      <a:pt x="2277787" y="4419072"/>
                    </a:cubicBezTo>
                    <a:cubicBezTo>
                      <a:pt x="2415679" y="4492201"/>
                      <a:pt x="2526609" y="4568590"/>
                      <a:pt x="2616937" y="4652652"/>
                    </a:cubicBezTo>
                    <a:cubicBezTo>
                      <a:pt x="2718494" y="4747147"/>
                      <a:pt x="2791481" y="4848704"/>
                      <a:pt x="2840086" y="4963140"/>
                    </a:cubicBezTo>
                    <a:cubicBezTo>
                      <a:pt x="2869969" y="5033509"/>
                      <a:pt x="2890298" y="5109309"/>
                      <a:pt x="2900508" y="5188436"/>
                    </a:cubicBezTo>
                    <a:cubicBezTo>
                      <a:pt x="2911171" y="5271049"/>
                      <a:pt x="2911194" y="5360021"/>
                      <a:pt x="2900531" y="5452887"/>
                    </a:cubicBezTo>
                    <a:cubicBezTo>
                      <a:pt x="2878028" y="5648940"/>
                      <a:pt x="2806626" y="5872968"/>
                      <a:pt x="2688294" y="6118770"/>
                    </a:cubicBezTo>
                    <a:lnTo>
                      <a:pt x="2688113" y="6119155"/>
                    </a:lnTo>
                    <a:lnTo>
                      <a:pt x="2687750" y="6119359"/>
                    </a:lnTo>
                    <a:cubicBezTo>
                      <a:pt x="2564823" y="6190677"/>
                      <a:pt x="2550017" y="6229607"/>
                      <a:pt x="2559253" y="6249728"/>
                    </a:cubicBezTo>
                    <a:cubicBezTo>
                      <a:pt x="2575417" y="6284946"/>
                      <a:pt x="2679238" y="6293139"/>
                      <a:pt x="2836984" y="6271637"/>
                    </a:cubicBezTo>
                    <a:cubicBezTo>
                      <a:pt x="3010011" y="6248053"/>
                      <a:pt x="3227750" y="6192578"/>
                      <a:pt x="3450084" y="6115375"/>
                    </a:cubicBezTo>
                    <a:cubicBezTo>
                      <a:pt x="4657222" y="5696290"/>
                      <a:pt x="5824267" y="4743254"/>
                      <a:pt x="5479525" y="3325346"/>
                    </a:cubicBezTo>
                    <a:cubicBezTo>
                      <a:pt x="5354877" y="2812648"/>
                      <a:pt x="4961485" y="2046815"/>
                      <a:pt x="4427258" y="1276750"/>
                    </a:cubicBezTo>
                    <a:cubicBezTo>
                      <a:pt x="4199016" y="947747"/>
                      <a:pt x="3959816" y="641333"/>
                      <a:pt x="3753736" y="413932"/>
                    </a:cubicBezTo>
                    <a:cubicBezTo>
                      <a:pt x="3539552" y="177569"/>
                      <a:pt x="3372615" y="37285"/>
                      <a:pt x="3270990" y="8224"/>
                    </a:cubicBezTo>
                    <a:cubicBezTo>
                      <a:pt x="3235628" y="-1871"/>
                      <a:pt x="3208620" y="1909"/>
                      <a:pt x="3190668" y="19495"/>
                    </a:cubicBezTo>
                    <a:cubicBezTo>
                      <a:pt x="3151661" y="57723"/>
                      <a:pt x="3153812" y="160005"/>
                      <a:pt x="3197052" y="323556"/>
                    </a:cubicBezTo>
                    <a:cubicBezTo>
                      <a:pt x="3261119" y="565940"/>
                      <a:pt x="3306872" y="790443"/>
                      <a:pt x="3333042" y="990864"/>
                    </a:cubicBezTo>
                    <a:cubicBezTo>
                      <a:pt x="3358080" y="1182684"/>
                      <a:pt x="3365914" y="1358163"/>
                      <a:pt x="3356338" y="1512434"/>
                    </a:cubicBezTo>
                    <a:cubicBezTo>
                      <a:pt x="3347214" y="1659327"/>
                      <a:pt x="3322017" y="1791507"/>
                      <a:pt x="3281426" y="1905309"/>
                    </a:cubicBezTo>
                    <a:cubicBezTo>
                      <a:pt x="3243031" y="2012933"/>
                      <a:pt x="3189672" y="2107519"/>
                      <a:pt x="3122797" y="2186465"/>
                    </a:cubicBezTo>
                    <a:cubicBezTo>
                      <a:pt x="3035978" y="2288927"/>
                      <a:pt x="2922491" y="2369345"/>
                      <a:pt x="2785481" y="2425499"/>
                    </a:cubicBezTo>
                    <a:cubicBezTo>
                      <a:pt x="2662712" y="2475814"/>
                      <a:pt x="2520949" y="2507976"/>
                      <a:pt x="2352087" y="2523842"/>
                    </a:cubicBezTo>
                    <a:cubicBezTo>
                      <a:pt x="2040262" y="2553130"/>
                      <a:pt x="1694457" y="2520809"/>
                      <a:pt x="1360039" y="2489552"/>
                    </a:cubicBezTo>
                    <a:cubicBezTo>
                      <a:pt x="1135396" y="2468548"/>
                      <a:pt x="921415" y="2448563"/>
                      <a:pt x="731024" y="244856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F647B3C-2F0E-0A73-5EFD-51A7E93678F5}"/>
                  </a:ext>
                </a:extLst>
              </p:cNvPr>
              <p:cNvSpPr/>
              <p:nvPr/>
            </p:nvSpPr>
            <p:spPr>
              <a:xfrm>
                <a:off x="3395820" y="79915"/>
                <a:ext cx="5489653" cy="6220730"/>
              </a:xfrm>
              <a:custGeom>
                <a:avLst/>
                <a:gdLst>
                  <a:gd name="connsiteX0" fmla="*/ 2631063 w 5489653"/>
                  <a:gd name="connsiteY0" fmla="*/ 6220731 h 6220730"/>
                  <a:gd name="connsiteX1" fmla="*/ 2499148 w 5489653"/>
                  <a:gd name="connsiteY1" fmla="*/ 6190334 h 6220730"/>
                  <a:gd name="connsiteX2" fmla="*/ 2641002 w 5489653"/>
                  <a:gd name="connsiteY2" fmla="*/ 6091199 h 6220730"/>
                  <a:gd name="connsiteX3" fmla="*/ 2801600 w 5489653"/>
                  <a:gd name="connsiteY3" fmla="*/ 5031106 h 6220730"/>
                  <a:gd name="connsiteX4" fmla="*/ 2262665 w 5489653"/>
                  <a:gd name="connsiteY4" fmla="*/ 4473639 h 6220730"/>
                  <a:gd name="connsiteX5" fmla="*/ 1409120 w 5489653"/>
                  <a:gd name="connsiteY5" fmla="*/ 4101088 h 6220730"/>
                  <a:gd name="connsiteX6" fmla="*/ 439416 w 5489653"/>
                  <a:gd name="connsiteY6" fmla="*/ 3653282 h 6220730"/>
                  <a:gd name="connsiteX7" fmla="*/ 120755 w 5489653"/>
                  <a:gd name="connsiteY7" fmla="*/ 3337994 h 6220730"/>
                  <a:gd name="connsiteX8" fmla="*/ 0 w 5489653"/>
                  <a:gd name="connsiteY8" fmla="*/ 2912323 h 6220730"/>
                  <a:gd name="connsiteX9" fmla="*/ 35226 w 5489653"/>
                  <a:gd name="connsiteY9" fmla="*/ 2708801 h 6220730"/>
                  <a:gd name="connsiteX10" fmla="*/ 135175 w 5489653"/>
                  <a:gd name="connsiteY10" fmla="*/ 2559600 h 6220730"/>
                  <a:gd name="connsiteX11" fmla="*/ 1553939 w 5489653"/>
                  <a:gd name="connsiteY11" fmla="*/ 2362008 h 6220730"/>
                  <a:gd name="connsiteX12" fmla="*/ 2624611 w 5489653"/>
                  <a:gd name="connsiteY12" fmla="*/ 2345214 h 6220730"/>
                  <a:gd name="connsiteX13" fmla="*/ 3376599 w 5489653"/>
                  <a:gd name="connsiteY13" fmla="*/ 1972913 h 6220730"/>
                  <a:gd name="connsiteX14" fmla="*/ 3509578 w 5489653"/>
                  <a:gd name="connsiteY14" fmla="*/ 1358160 h 6220730"/>
                  <a:gd name="connsiteX15" fmla="*/ 3222022 w 5489653"/>
                  <a:gd name="connsiteY15" fmla="*/ 328147 h 6220730"/>
                  <a:gd name="connsiteX16" fmla="*/ 3221909 w 5489653"/>
                  <a:gd name="connsiteY16" fmla="*/ 327649 h 6220730"/>
                  <a:gd name="connsiteX17" fmla="*/ 3341532 w 5489653"/>
                  <a:gd name="connsiteY17" fmla="*/ 1227 h 6220730"/>
                  <a:gd name="connsiteX18" fmla="*/ 3535387 w 5489653"/>
                  <a:gd name="connsiteY18" fmla="*/ 78317 h 6220730"/>
                  <a:gd name="connsiteX19" fmla="*/ 3792607 w 5489653"/>
                  <a:gd name="connsiteY19" fmla="*/ 328804 h 6220730"/>
                  <a:gd name="connsiteX20" fmla="*/ 4408219 w 5489653"/>
                  <a:gd name="connsiteY20" fmla="*/ 1196692 h 6220730"/>
                  <a:gd name="connsiteX21" fmla="*/ 5007193 w 5489653"/>
                  <a:gd name="connsiteY21" fmla="*/ 2298679 h 6220730"/>
                  <a:gd name="connsiteX22" fmla="*/ 5407399 w 5489653"/>
                  <a:gd name="connsiteY22" fmla="*/ 3328443 h 6220730"/>
                  <a:gd name="connsiteX23" fmla="*/ 5489532 w 5489653"/>
                  <a:gd name="connsiteY23" fmla="*/ 3895213 h 6220730"/>
                  <a:gd name="connsiteX24" fmla="*/ 5427796 w 5489653"/>
                  <a:gd name="connsiteY24" fmla="*/ 4390573 h 6220730"/>
                  <a:gd name="connsiteX25" fmla="*/ 4974615 w 5489653"/>
                  <a:gd name="connsiteY25" fmla="*/ 5181076 h 6220730"/>
                  <a:gd name="connsiteX26" fmla="*/ 4251877 w 5489653"/>
                  <a:gd name="connsiteY26" fmla="*/ 5728313 h 6220730"/>
                  <a:gd name="connsiteX27" fmla="*/ 3463418 w 5489653"/>
                  <a:gd name="connsiteY27" fmla="*/ 6060983 h 6220730"/>
                  <a:gd name="connsiteX28" fmla="*/ 2795171 w 5489653"/>
                  <a:gd name="connsiteY28" fmla="*/ 6209844 h 6220730"/>
                  <a:gd name="connsiteX29" fmla="*/ 2631018 w 5489653"/>
                  <a:gd name="connsiteY29" fmla="*/ 6220731 h 6220730"/>
                  <a:gd name="connsiteX30" fmla="*/ 1047196 w 5489653"/>
                  <a:gd name="connsiteY30" fmla="*/ 2351733 h 6220730"/>
                  <a:gd name="connsiteX31" fmla="*/ 137122 w 5489653"/>
                  <a:gd name="connsiteY31" fmla="*/ 2561614 h 6220730"/>
                  <a:gd name="connsiteX32" fmla="*/ 2807 w 5489653"/>
                  <a:gd name="connsiteY32" fmla="*/ 2912323 h 6220730"/>
                  <a:gd name="connsiteX33" fmla="*/ 441023 w 5489653"/>
                  <a:gd name="connsiteY33" fmla="*/ 3650995 h 6220730"/>
                  <a:gd name="connsiteX34" fmla="*/ 1410138 w 5489653"/>
                  <a:gd name="connsiteY34" fmla="*/ 4098486 h 6220730"/>
                  <a:gd name="connsiteX35" fmla="*/ 2264091 w 5489653"/>
                  <a:gd name="connsiteY35" fmla="*/ 4471240 h 6220730"/>
                  <a:gd name="connsiteX36" fmla="*/ 2593506 w 5489653"/>
                  <a:gd name="connsiteY36" fmla="*/ 4715932 h 6220730"/>
                  <a:gd name="connsiteX37" fmla="*/ 2804226 w 5489653"/>
                  <a:gd name="connsiteY37" fmla="*/ 5030110 h 6220730"/>
                  <a:gd name="connsiteX38" fmla="*/ 2849866 w 5489653"/>
                  <a:gd name="connsiteY38" fmla="*/ 5488939 h 6220730"/>
                  <a:gd name="connsiteX39" fmla="*/ 2643288 w 5489653"/>
                  <a:gd name="connsiteY39" fmla="*/ 6092919 h 6220730"/>
                  <a:gd name="connsiteX40" fmla="*/ 2643039 w 5489653"/>
                  <a:gd name="connsiteY40" fmla="*/ 6093372 h 6220730"/>
                  <a:gd name="connsiteX41" fmla="*/ 2642564 w 5489653"/>
                  <a:gd name="connsiteY41" fmla="*/ 6093575 h 6220730"/>
                  <a:gd name="connsiteX42" fmla="*/ 2501797 w 5489653"/>
                  <a:gd name="connsiteY42" fmla="*/ 6189406 h 6220730"/>
                  <a:gd name="connsiteX43" fmla="*/ 2629207 w 5489653"/>
                  <a:gd name="connsiteY43" fmla="*/ 6217947 h 6220730"/>
                  <a:gd name="connsiteX44" fmla="*/ 3462649 w 5489653"/>
                  <a:gd name="connsiteY44" fmla="*/ 6058335 h 6220730"/>
                  <a:gd name="connsiteX45" fmla="*/ 5404772 w 5489653"/>
                  <a:gd name="connsiteY45" fmla="*/ 3329167 h 6220730"/>
                  <a:gd name="connsiteX46" fmla="*/ 4405910 w 5489653"/>
                  <a:gd name="connsiteY46" fmla="*/ 1198140 h 6220730"/>
                  <a:gd name="connsiteX47" fmla="*/ 3790569 w 5489653"/>
                  <a:gd name="connsiteY47" fmla="*/ 330614 h 6220730"/>
                  <a:gd name="connsiteX48" fmla="*/ 3533779 w 5489653"/>
                  <a:gd name="connsiteY48" fmla="*/ 80535 h 6220730"/>
                  <a:gd name="connsiteX49" fmla="*/ 3341984 w 5489653"/>
                  <a:gd name="connsiteY49" fmla="*/ 3965 h 6220730"/>
                  <a:gd name="connsiteX50" fmla="*/ 3224716 w 5489653"/>
                  <a:gd name="connsiteY50" fmla="*/ 327310 h 6220730"/>
                  <a:gd name="connsiteX51" fmla="*/ 3428147 w 5489653"/>
                  <a:gd name="connsiteY51" fmla="*/ 900756 h 6220730"/>
                  <a:gd name="connsiteX52" fmla="*/ 3512408 w 5489653"/>
                  <a:gd name="connsiteY52" fmla="*/ 1357956 h 6220730"/>
                  <a:gd name="connsiteX53" fmla="*/ 3491354 w 5489653"/>
                  <a:gd name="connsiteY53" fmla="*/ 1711585 h 6220730"/>
                  <a:gd name="connsiteX54" fmla="*/ 3378931 w 5489653"/>
                  <a:gd name="connsiteY54" fmla="*/ 1974497 h 6220730"/>
                  <a:gd name="connsiteX55" fmla="*/ 3066042 w 5489653"/>
                  <a:gd name="connsiteY55" fmla="*/ 2228334 h 6220730"/>
                  <a:gd name="connsiteX56" fmla="*/ 2625041 w 5489653"/>
                  <a:gd name="connsiteY56" fmla="*/ 2347953 h 6220730"/>
                  <a:gd name="connsiteX57" fmla="*/ 1553894 w 5489653"/>
                  <a:gd name="connsiteY57" fmla="*/ 2364770 h 6220730"/>
                  <a:gd name="connsiteX58" fmla="*/ 1047241 w 5489653"/>
                  <a:gd name="connsiteY58" fmla="*/ 2351710 h 6220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5489653" h="6220730">
                    <a:moveTo>
                      <a:pt x="2631063" y="6220731"/>
                    </a:moveTo>
                    <a:cubicBezTo>
                      <a:pt x="2553911" y="6220731"/>
                      <a:pt x="2506279" y="6210365"/>
                      <a:pt x="2499148" y="6190334"/>
                    </a:cubicBezTo>
                    <a:cubicBezTo>
                      <a:pt x="2490545" y="6166139"/>
                      <a:pt x="2539581" y="6131849"/>
                      <a:pt x="2641002" y="6091199"/>
                    </a:cubicBezTo>
                    <a:cubicBezTo>
                      <a:pt x="2859487" y="5663423"/>
                      <a:pt x="2912009" y="5316652"/>
                      <a:pt x="2801600" y="5031106"/>
                    </a:cubicBezTo>
                    <a:cubicBezTo>
                      <a:pt x="2719422" y="4818598"/>
                      <a:pt x="2543135" y="4636239"/>
                      <a:pt x="2262665" y="4473639"/>
                    </a:cubicBezTo>
                    <a:cubicBezTo>
                      <a:pt x="2012688" y="4328715"/>
                      <a:pt x="1705867" y="4212989"/>
                      <a:pt x="1409120" y="4101088"/>
                    </a:cubicBezTo>
                    <a:cubicBezTo>
                      <a:pt x="1062047" y="3970198"/>
                      <a:pt x="703179" y="3834849"/>
                      <a:pt x="439416" y="3653282"/>
                    </a:cubicBezTo>
                    <a:cubicBezTo>
                      <a:pt x="297426" y="3555549"/>
                      <a:pt x="193198" y="3452408"/>
                      <a:pt x="120755" y="3337994"/>
                    </a:cubicBezTo>
                    <a:cubicBezTo>
                      <a:pt x="39482" y="3209616"/>
                      <a:pt x="0" y="3070374"/>
                      <a:pt x="0" y="2912323"/>
                    </a:cubicBezTo>
                    <a:cubicBezTo>
                      <a:pt x="0" y="2836546"/>
                      <a:pt x="11840" y="2768079"/>
                      <a:pt x="35226" y="2708801"/>
                    </a:cubicBezTo>
                    <a:cubicBezTo>
                      <a:pt x="57547" y="2652149"/>
                      <a:pt x="91188" y="2601948"/>
                      <a:pt x="135175" y="2559600"/>
                    </a:cubicBezTo>
                    <a:cubicBezTo>
                      <a:pt x="386328" y="2317827"/>
                      <a:pt x="953494" y="2339284"/>
                      <a:pt x="1553939" y="2362008"/>
                    </a:cubicBezTo>
                    <a:cubicBezTo>
                      <a:pt x="1920278" y="2375860"/>
                      <a:pt x="2299067" y="2390210"/>
                      <a:pt x="2624611" y="2345214"/>
                    </a:cubicBezTo>
                    <a:cubicBezTo>
                      <a:pt x="2992489" y="2294356"/>
                      <a:pt x="3238458" y="2172587"/>
                      <a:pt x="3376599" y="1972913"/>
                    </a:cubicBezTo>
                    <a:cubicBezTo>
                      <a:pt x="3483272" y="1818732"/>
                      <a:pt x="3528006" y="1611906"/>
                      <a:pt x="3509578" y="1358160"/>
                    </a:cubicBezTo>
                    <a:cubicBezTo>
                      <a:pt x="3489385" y="1080038"/>
                      <a:pt x="3392627" y="733494"/>
                      <a:pt x="3222022" y="328147"/>
                    </a:cubicBezTo>
                    <a:lnTo>
                      <a:pt x="3221909" y="327649"/>
                    </a:lnTo>
                    <a:cubicBezTo>
                      <a:pt x="3215570" y="123743"/>
                      <a:pt x="3255799" y="13901"/>
                      <a:pt x="3341532" y="1227"/>
                    </a:cubicBezTo>
                    <a:cubicBezTo>
                      <a:pt x="3391405" y="-6152"/>
                      <a:pt x="3456604" y="19786"/>
                      <a:pt x="3535387" y="78317"/>
                    </a:cubicBezTo>
                    <a:cubicBezTo>
                      <a:pt x="3609709" y="133543"/>
                      <a:pt x="3696257" y="217808"/>
                      <a:pt x="3792607" y="328804"/>
                    </a:cubicBezTo>
                    <a:cubicBezTo>
                      <a:pt x="3975617" y="539591"/>
                      <a:pt x="4188489" y="839713"/>
                      <a:pt x="4408219" y="1196692"/>
                    </a:cubicBezTo>
                    <a:cubicBezTo>
                      <a:pt x="4625550" y="1549799"/>
                      <a:pt x="4832671" y="1930860"/>
                      <a:pt x="5007193" y="2298679"/>
                    </a:cubicBezTo>
                    <a:cubicBezTo>
                      <a:pt x="5193124" y="2690536"/>
                      <a:pt x="5331514" y="3046631"/>
                      <a:pt x="5407399" y="3328443"/>
                    </a:cubicBezTo>
                    <a:cubicBezTo>
                      <a:pt x="5459875" y="3523274"/>
                      <a:pt x="5487494" y="3713962"/>
                      <a:pt x="5489532" y="3895213"/>
                    </a:cubicBezTo>
                    <a:cubicBezTo>
                      <a:pt x="5491456" y="4066052"/>
                      <a:pt x="5470674" y="4232726"/>
                      <a:pt x="5427796" y="4390573"/>
                    </a:cubicBezTo>
                    <a:cubicBezTo>
                      <a:pt x="5349942" y="4677161"/>
                      <a:pt x="5197471" y="4943129"/>
                      <a:pt x="4974615" y="5181076"/>
                    </a:cubicBezTo>
                    <a:cubicBezTo>
                      <a:pt x="4783364" y="5385277"/>
                      <a:pt x="4540203" y="5569402"/>
                      <a:pt x="4251877" y="5728313"/>
                    </a:cubicBezTo>
                    <a:cubicBezTo>
                      <a:pt x="4011205" y="5860947"/>
                      <a:pt x="3745926" y="5972893"/>
                      <a:pt x="3463418" y="6060983"/>
                    </a:cubicBezTo>
                    <a:cubicBezTo>
                      <a:pt x="3227795" y="6134451"/>
                      <a:pt x="2990474" y="6187324"/>
                      <a:pt x="2795171" y="6209844"/>
                    </a:cubicBezTo>
                    <a:cubicBezTo>
                      <a:pt x="2731805" y="6217155"/>
                      <a:pt x="2676318" y="6220731"/>
                      <a:pt x="2631018" y="6220731"/>
                    </a:cubicBezTo>
                    <a:close/>
                    <a:moveTo>
                      <a:pt x="1047196" y="2351733"/>
                    </a:moveTo>
                    <a:cubicBezTo>
                      <a:pt x="651925" y="2351733"/>
                      <a:pt x="314813" y="2390549"/>
                      <a:pt x="137122" y="2561614"/>
                    </a:cubicBezTo>
                    <a:cubicBezTo>
                      <a:pt x="46749" y="2648618"/>
                      <a:pt x="2807" y="2763348"/>
                      <a:pt x="2807" y="2912323"/>
                    </a:cubicBezTo>
                    <a:cubicBezTo>
                      <a:pt x="2807" y="3206402"/>
                      <a:pt x="146155" y="3448017"/>
                      <a:pt x="441023" y="3650995"/>
                    </a:cubicBezTo>
                    <a:cubicBezTo>
                      <a:pt x="704515" y="3832359"/>
                      <a:pt x="1063224" y="3967640"/>
                      <a:pt x="1410138" y="4098486"/>
                    </a:cubicBezTo>
                    <a:cubicBezTo>
                      <a:pt x="1706976" y="4210432"/>
                      <a:pt x="2013911" y="4326180"/>
                      <a:pt x="2264091" y="4471240"/>
                    </a:cubicBezTo>
                    <a:cubicBezTo>
                      <a:pt x="2398881" y="4549393"/>
                      <a:pt x="2506619" y="4629426"/>
                      <a:pt x="2593506" y="4715932"/>
                    </a:cubicBezTo>
                    <a:cubicBezTo>
                      <a:pt x="2691123" y="4813144"/>
                      <a:pt x="2760058" y="4915900"/>
                      <a:pt x="2804226" y="5030110"/>
                    </a:cubicBezTo>
                    <a:cubicBezTo>
                      <a:pt x="2857201" y="5167089"/>
                      <a:pt x="2872550" y="5321473"/>
                      <a:pt x="2849866" y="5488939"/>
                    </a:cubicBezTo>
                    <a:cubicBezTo>
                      <a:pt x="2825438" y="5669262"/>
                      <a:pt x="2755938" y="5872467"/>
                      <a:pt x="2643288" y="6092919"/>
                    </a:cubicBezTo>
                    <a:lnTo>
                      <a:pt x="2643039" y="6093372"/>
                    </a:lnTo>
                    <a:lnTo>
                      <a:pt x="2642564" y="6093575"/>
                    </a:lnTo>
                    <a:cubicBezTo>
                      <a:pt x="2509403" y="6146900"/>
                      <a:pt x="2497223" y="6176505"/>
                      <a:pt x="2501797" y="6189406"/>
                    </a:cubicBezTo>
                    <a:cubicBezTo>
                      <a:pt x="2508407" y="6208011"/>
                      <a:pt x="2554001" y="6217947"/>
                      <a:pt x="2629207" y="6217947"/>
                    </a:cubicBezTo>
                    <a:cubicBezTo>
                      <a:pt x="2795397" y="6217947"/>
                      <a:pt x="3106429" y="6169421"/>
                      <a:pt x="3462649" y="6058335"/>
                    </a:cubicBezTo>
                    <a:cubicBezTo>
                      <a:pt x="4041994" y="5877673"/>
                      <a:pt x="5894265" y="5146990"/>
                      <a:pt x="5404772" y="3329167"/>
                    </a:cubicBezTo>
                    <a:cubicBezTo>
                      <a:pt x="5256987" y="2780392"/>
                      <a:pt x="4864909" y="1943919"/>
                      <a:pt x="4405910" y="1198140"/>
                    </a:cubicBezTo>
                    <a:cubicBezTo>
                      <a:pt x="4186270" y="841275"/>
                      <a:pt x="3973489" y="541288"/>
                      <a:pt x="3790569" y="330614"/>
                    </a:cubicBezTo>
                    <a:cubicBezTo>
                      <a:pt x="3694355" y="219777"/>
                      <a:pt x="3607943" y="135648"/>
                      <a:pt x="3533779" y="80535"/>
                    </a:cubicBezTo>
                    <a:cubicBezTo>
                      <a:pt x="3455608" y="22457"/>
                      <a:pt x="3391088" y="-3300"/>
                      <a:pt x="3341984" y="3965"/>
                    </a:cubicBezTo>
                    <a:cubicBezTo>
                      <a:pt x="3257927" y="16414"/>
                      <a:pt x="3218468" y="125191"/>
                      <a:pt x="3224716" y="327310"/>
                    </a:cubicBezTo>
                    <a:cubicBezTo>
                      <a:pt x="3311852" y="534340"/>
                      <a:pt x="3380289" y="727269"/>
                      <a:pt x="3428147" y="900756"/>
                    </a:cubicBezTo>
                    <a:cubicBezTo>
                      <a:pt x="3474126" y="1067499"/>
                      <a:pt x="3502470" y="1221317"/>
                      <a:pt x="3512408" y="1357956"/>
                    </a:cubicBezTo>
                    <a:cubicBezTo>
                      <a:pt x="3521894" y="1488620"/>
                      <a:pt x="3514808" y="1607606"/>
                      <a:pt x="3491354" y="1711585"/>
                    </a:cubicBezTo>
                    <a:cubicBezTo>
                      <a:pt x="3469055" y="1810449"/>
                      <a:pt x="3431226" y="1898901"/>
                      <a:pt x="3378931" y="1974497"/>
                    </a:cubicBezTo>
                    <a:cubicBezTo>
                      <a:pt x="3304608" y="2081917"/>
                      <a:pt x="3202259" y="2164960"/>
                      <a:pt x="3066042" y="2228334"/>
                    </a:cubicBezTo>
                    <a:cubicBezTo>
                      <a:pt x="2945356" y="2284488"/>
                      <a:pt x="2801102" y="2323622"/>
                      <a:pt x="2625041" y="2347953"/>
                    </a:cubicBezTo>
                    <a:cubicBezTo>
                      <a:pt x="2299271" y="2392994"/>
                      <a:pt x="1920346" y="2378644"/>
                      <a:pt x="1553894" y="2364770"/>
                    </a:cubicBezTo>
                    <a:cubicBezTo>
                      <a:pt x="1379916" y="2358183"/>
                      <a:pt x="1208722" y="2351710"/>
                      <a:pt x="1047241" y="235171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5FBFC7A-D605-3D9E-F827-4AD0D00F45F3}"/>
                  </a:ext>
                </a:extLst>
              </p:cNvPr>
              <p:cNvSpPr/>
              <p:nvPr/>
            </p:nvSpPr>
            <p:spPr>
              <a:xfrm>
                <a:off x="3440916" y="89362"/>
                <a:ext cx="5436941" cy="6142069"/>
              </a:xfrm>
              <a:custGeom>
                <a:avLst/>
                <a:gdLst>
                  <a:gd name="connsiteX0" fmla="*/ 2576323 w 5436941"/>
                  <a:gd name="connsiteY0" fmla="*/ 6142070 h 6142069"/>
                  <a:gd name="connsiteX1" fmla="*/ 2450248 w 5436941"/>
                  <a:gd name="connsiteY1" fmla="*/ 6126770 h 6142069"/>
                  <a:gd name="connsiteX2" fmla="*/ 2442076 w 5436941"/>
                  <a:gd name="connsiteY2" fmla="*/ 6114457 h 6142069"/>
                  <a:gd name="connsiteX3" fmla="*/ 2595973 w 5436941"/>
                  <a:gd name="connsiteY3" fmla="*/ 6051921 h 6142069"/>
                  <a:gd name="connsiteX4" fmla="*/ 2764812 w 5436941"/>
                  <a:gd name="connsiteY4" fmla="*/ 5085169 h 6142069"/>
                  <a:gd name="connsiteX5" fmla="*/ 2249104 w 5436941"/>
                  <a:gd name="connsiteY5" fmla="*/ 4514846 h 6142069"/>
                  <a:gd name="connsiteX6" fmla="*/ 1408259 w 5436941"/>
                  <a:gd name="connsiteY6" fmla="*/ 4107100 h 6142069"/>
                  <a:gd name="connsiteX7" fmla="*/ 440571 w 5436941"/>
                  <a:gd name="connsiteY7" fmla="*/ 3613505 h 6142069"/>
                  <a:gd name="connsiteX8" fmla="*/ 121230 w 5436941"/>
                  <a:gd name="connsiteY8" fmla="*/ 3282578 h 6142069"/>
                  <a:gd name="connsiteX9" fmla="*/ 0 w 5436941"/>
                  <a:gd name="connsiteY9" fmla="*/ 2850864 h 6142069"/>
                  <a:gd name="connsiteX10" fmla="*/ 35226 w 5436941"/>
                  <a:gd name="connsiteY10" fmla="*/ 2646618 h 6142069"/>
                  <a:gd name="connsiteX11" fmla="*/ 135153 w 5436941"/>
                  <a:gd name="connsiteY11" fmla="*/ 2496013 h 6142069"/>
                  <a:gd name="connsiteX12" fmla="*/ 1544204 w 5436941"/>
                  <a:gd name="connsiteY12" fmla="*/ 2279500 h 6142069"/>
                  <a:gd name="connsiteX13" fmla="*/ 2606885 w 5436941"/>
                  <a:gd name="connsiteY13" fmla="*/ 2247926 h 6142069"/>
                  <a:gd name="connsiteX14" fmla="*/ 3356677 w 5436941"/>
                  <a:gd name="connsiteY14" fmla="*/ 1868472 h 6142069"/>
                  <a:gd name="connsiteX15" fmla="*/ 3495565 w 5436941"/>
                  <a:gd name="connsiteY15" fmla="*/ 1282328 h 6142069"/>
                  <a:gd name="connsiteX16" fmla="*/ 3249573 w 5436941"/>
                  <a:gd name="connsiteY16" fmla="*/ 318700 h 6142069"/>
                  <a:gd name="connsiteX17" fmla="*/ 3249460 w 5436941"/>
                  <a:gd name="connsiteY17" fmla="*/ 318406 h 6142069"/>
                  <a:gd name="connsiteX18" fmla="*/ 3249460 w 5436941"/>
                  <a:gd name="connsiteY18" fmla="*/ 318089 h 6142069"/>
                  <a:gd name="connsiteX19" fmla="*/ 3391359 w 5436941"/>
                  <a:gd name="connsiteY19" fmla="*/ 856 h 6142069"/>
                  <a:gd name="connsiteX20" fmla="*/ 3579826 w 5436941"/>
                  <a:gd name="connsiteY20" fmla="*/ 81409 h 6142069"/>
                  <a:gd name="connsiteX21" fmla="*/ 3821064 w 5436941"/>
                  <a:gd name="connsiteY21" fmla="*/ 334544 h 6142069"/>
                  <a:gd name="connsiteX22" fmla="*/ 4388320 w 5436941"/>
                  <a:gd name="connsiteY22" fmla="*/ 1204287 h 6142069"/>
                  <a:gd name="connsiteX23" fmla="*/ 4942672 w 5436941"/>
                  <a:gd name="connsiteY23" fmla="*/ 2301884 h 6142069"/>
                  <a:gd name="connsiteX24" fmla="*/ 5332691 w 5436941"/>
                  <a:gd name="connsiteY24" fmla="*/ 3318951 h 6142069"/>
                  <a:gd name="connsiteX25" fmla="*/ 5436919 w 5436941"/>
                  <a:gd name="connsiteY25" fmla="*/ 4001424 h 6142069"/>
                  <a:gd name="connsiteX26" fmla="*/ 5340773 w 5436941"/>
                  <a:gd name="connsiteY26" fmla="*/ 4570298 h 6142069"/>
                  <a:gd name="connsiteX27" fmla="*/ 4717486 w 5436941"/>
                  <a:gd name="connsiteY27" fmla="*/ 5403624 h 6142069"/>
                  <a:gd name="connsiteX28" fmla="*/ 4021325 w 5436941"/>
                  <a:gd name="connsiteY28" fmla="*/ 5806707 h 6142069"/>
                  <a:gd name="connsiteX29" fmla="*/ 3307981 w 5436941"/>
                  <a:gd name="connsiteY29" fmla="*/ 6039155 h 6142069"/>
                  <a:gd name="connsiteX30" fmla="*/ 2576323 w 5436941"/>
                  <a:gd name="connsiteY30" fmla="*/ 6142070 h 6142069"/>
                  <a:gd name="connsiteX31" fmla="*/ 1138384 w 5436941"/>
                  <a:gd name="connsiteY31" fmla="*/ 2275810 h 6142069"/>
                  <a:gd name="connsiteX32" fmla="*/ 137145 w 5436941"/>
                  <a:gd name="connsiteY32" fmla="*/ 2498028 h 6142069"/>
                  <a:gd name="connsiteX33" fmla="*/ 2852 w 5436941"/>
                  <a:gd name="connsiteY33" fmla="*/ 2850819 h 6142069"/>
                  <a:gd name="connsiteX34" fmla="*/ 442269 w 5436941"/>
                  <a:gd name="connsiteY34" fmla="*/ 3611174 h 6142069"/>
                  <a:gd name="connsiteX35" fmla="*/ 1409369 w 5436941"/>
                  <a:gd name="connsiteY35" fmla="*/ 4104452 h 6142069"/>
                  <a:gd name="connsiteX36" fmla="*/ 2250621 w 5436941"/>
                  <a:gd name="connsiteY36" fmla="*/ 4512424 h 6142069"/>
                  <a:gd name="connsiteX37" fmla="*/ 2569871 w 5436941"/>
                  <a:gd name="connsiteY37" fmla="*/ 4767550 h 6142069"/>
                  <a:gd name="connsiteX38" fmla="*/ 2767506 w 5436941"/>
                  <a:gd name="connsiteY38" fmla="*/ 5084218 h 6142069"/>
                  <a:gd name="connsiteX39" fmla="*/ 2798680 w 5436941"/>
                  <a:gd name="connsiteY39" fmla="*/ 5510772 h 6142069"/>
                  <a:gd name="connsiteX40" fmla="*/ 2598169 w 5436941"/>
                  <a:gd name="connsiteY40" fmla="*/ 6053844 h 6142069"/>
                  <a:gd name="connsiteX41" fmla="*/ 2597875 w 5436941"/>
                  <a:gd name="connsiteY41" fmla="*/ 6054410 h 6142069"/>
                  <a:gd name="connsiteX42" fmla="*/ 2597264 w 5436941"/>
                  <a:gd name="connsiteY42" fmla="*/ 6054569 h 6142069"/>
                  <a:gd name="connsiteX43" fmla="*/ 2444928 w 5436941"/>
                  <a:gd name="connsiteY43" fmla="*/ 6114887 h 6142069"/>
                  <a:gd name="connsiteX44" fmla="*/ 2451697 w 5436941"/>
                  <a:gd name="connsiteY44" fmla="*/ 6124326 h 6142069"/>
                  <a:gd name="connsiteX45" fmla="*/ 2576210 w 5436941"/>
                  <a:gd name="connsiteY45" fmla="*/ 6139422 h 6142069"/>
                  <a:gd name="connsiteX46" fmla="*/ 3307325 w 5436941"/>
                  <a:gd name="connsiteY46" fmla="*/ 6036394 h 6142069"/>
                  <a:gd name="connsiteX47" fmla="*/ 4715697 w 5436941"/>
                  <a:gd name="connsiteY47" fmla="*/ 5401406 h 6142069"/>
                  <a:gd name="connsiteX48" fmla="*/ 5329952 w 5436941"/>
                  <a:gd name="connsiteY48" fmla="*/ 3319811 h 6142069"/>
                  <a:gd name="connsiteX49" fmla="*/ 4385830 w 5436941"/>
                  <a:gd name="connsiteY49" fmla="*/ 1205759 h 6142069"/>
                  <a:gd name="connsiteX50" fmla="*/ 3818822 w 5436941"/>
                  <a:gd name="connsiteY50" fmla="*/ 336400 h 6142069"/>
                  <a:gd name="connsiteX51" fmla="*/ 3578015 w 5436941"/>
                  <a:gd name="connsiteY51" fmla="*/ 83717 h 6142069"/>
                  <a:gd name="connsiteX52" fmla="*/ 3391676 w 5436941"/>
                  <a:gd name="connsiteY52" fmla="*/ 3775 h 6142069"/>
                  <a:gd name="connsiteX53" fmla="*/ 3252313 w 5436941"/>
                  <a:gd name="connsiteY53" fmla="*/ 317976 h 6142069"/>
                  <a:gd name="connsiteX54" fmla="*/ 3429732 w 5436941"/>
                  <a:gd name="connsiteY54" fmla="*/ 852764 h 6142069"/>
                  <a:gd name="connsiteX55" fmla="*/ 3498395 w 5436941"/>
                  <a:gd name="connsiteY55" fmla="*/ 1282238 h 6142069"/>
                  <a:gd name="connsiteX56" fmla="*/ 3470663 w 5436941"/>
                  <a:gd name="connsiteY56" fmla="*/ 1617578 h 6142069"/>
                  <a:gd name="connsiteX57" fmla="*/ 3359009 w 5436941"/>
                  <a:gd name="connsiteY57" fmla="*/ 1870147 h 6142069"/>
                  <a:gd name="connsiteX58" fmla="*/ 3046120 w 5436941"/>
                  <a:gd name="connsiteY58" fmla="*/ 2126089 h 6142069"/>
                  <a:gd name="connsiteX59" fmla="*/ 2607293 w 5436941"/>
                  <a:gd name="connsiteY59" fmla="*/ 2250800 h 6142069"/>
                  <a:gd name="connsiteX60" fmla="*/ 1544114 w 5436941"/>
                  <a:gd name="connsiteY60" fmla="*/ 2282419 h 6142069"/>
                  <a:gd name="connsiteX61" fmla="*/ 1138362 w 5436941"/>
                  <a:gd name="connsiteY61" fmla="*/ 2275901 h 614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5436941" h="6142069">
                    <a:moveTo>
                      <a:pt x="2576323" y="6142070"/>
                    </a:moveTo>
                    <a:cubicBezTo>
                      <a:pt x="2511373" y="6142070"/>
                      <a:pt x="2467363" y="6136661"/>
                      <a:pt x="2450248" y="6126770"/>
                    </a:cubicBezTo>
                    <a:cubicBezTo>
                      <a:pt x="2444158" y="6123239"/>
                      <a:pt x="2441397" y="6119097"/>
                      <a:pt x="2442076" y="6114457"/>
                    </a:cubicBezTo>
                    <a:cubicBezTo>
                      <a:pt x="2445268" y="6092525"/>
                      <a:pt x="2527378" y="6068375"/>
                      <a:pt x="2595973" y="6051921"/>
                    </a:cubicBezTo>
                    <a:cubicBezTo>
                      <a:pt x="2803457" y="5671290"/>
                      <a:pt x="2858695" y="5355052"/>
                      <a:pt x="2764812" y="5085169"/>
                    </a:cubicBezTo>
                    <a:cubicBezTo>
                      <a:pt x="2691350" y="4873974"/>
                      <a:pt x="2522647" y="4687427"/>
                      <a:pt x="2249104" y="4514846"/>
                    </a:cubicBezTo>
                    <a:cubicBezTo>
                      <a:pt x="2004991" y="4360846"/>
                      <a:pt x="1701634" y="4231834"/>
                      <a:pt x="1408259" y="4107100"/>
                    </a:cubicBezTo>
                    <a:cubicBezTo>
                      <a:pt x="1062341" y="3960004"/>
                      <a:pt x="704650" y="3807906"/>
                      <a:pt x="440571" y="3613505"/>
                    </a:cubicBezTo>
                    <a:cubicBezTo>
                      <a:pt x="298309" y="3508779"/>
                      <a:pt x="193855" y="3400545"/>
                      <a:pt x="121230" y="3282578"/>
                    </a:cubicBezTo>
                    <a:cubicBezTo>
                      <a:pt x="39663" y="3150104"/>
                      <a:pt x="0" y="3008869"/>
                      <a:pt x="0" y="2850864"/>
                    </a:cubicBezTo>
                    <a:cubicBezTo>
                      <a:pt x="0" y="2774973"/>
                      <a:pt x="11840" y="2706257"/>
                      <a:pt x="35226" y="2646618"/>
                    </a:cubicBezTo>
                    <a:cubicBezTo>
                      <a:pt x="57547" y="2589626"/>
                      <a:pt x="91166" y="2538949"/>
                      <a:pt x="135153" y="2496013"/>
                    </a:cubicBezTo>
                    <a:cubicBezTo>
                      <a:pt x="385106" y="2252000"/>
                      <a:pt x="948129" y="2265354"/>
                      <a:pt x="1544204" y="2279500"/>
                    </a:cubicBezTo>
                    <a:cubicBezTo>
                      <a:pt x="1907600" y="2288123"/>
                      <a:pt x="2283379" y="2297041"/>
                      <a:pt x="2606885" y="2247926"/>
                    </a:cubicBezTo>
                    <a:cubicBezTo>
                      <a:pt x="2972499" y="2192405"/>
                      <a:pt x="3217766" y="2068282"/>
                      <a:pt x="3356677" y="1868472"/>
                    </a:cubicBezTo>
                    <a:cubicBezTo>
                      <a:pt x="3460407" y="1719271"/>
                      <a:pt x="3507133" y="1522064"/>
                      <a:pt x="3495565" y="1282328"/>
                    </a:cubicBezTo>
                    <a:cubicBezTo>
                      <a:pt x="3482887" y="1020163"/>
                      <a:pt x="3400120" y="695935"/>
                      <a:pt x="3249573" y="318700"/>
                    </a:cubicBezTo>
                    <a:lnTo>
                      <a:pt x="3249460" y="318406"/>
                    </a:lnTo>
                    <a:lnTo>
                      <a:pt x="3249460" y="318089"/>
                    </a:lnTo>
                    <a:cubicBezTo>
                      <a:pt x="3257882" y="118098"/>
                      <a:pt x="3305627" y="11380"/>
                      <a:pt x="3391359" y="856"/>
                    </a:cubicBezTo>
                    <a:cubicBezTo>
                      <a:pt x="3441549" y="-5301"/>
                      <a:pt x="3504937" y="21792"/>
                      <a:pt x="3579826" y="81409"/>
                    </a:cubicBezTo>
                    <a:cubicBezTo>
                      <a:pt x="3650209" y="137427"/>
                      <a:pt x="3731369" y="222598"/>
                      <a:pt x="3821064" y="334544"/>
                    </a:cubicBezTo>
                    <a:cubicBezTo>
                      <a:pt x="3987888" y="542751"/>
                      <a:pt x="4184051" y="843507"/>
                      <a:pt x="4388320" y="1204287"/>
                    </a:cubicBezTo>
                    <a:cubicBezTo>
                      <a:pt x="4583465" y="1548930"/>
                      <a:pt x="4775146" y="1928474"/>
                      <a:pt x="4942672" y="2301884"/>
                    </a:cubicBezTo>
                    <a:cubicBezTo>
                      <a:pt x="5115021" y="2686023"/>
                      <a:pt x="5249879" y="3037727"/>
                      <a:pt x="5332691" y="3318951"/>
                    </a:cubicBezTo>
                    <a:cubicBezTo>
                      <a:pt x="5402893" y="3557374"/>
                      <a:pt x="5437961" y="3786992"/>
                      <a:pt x="5436919" y="4001424"/>
                    </a:cubicBezTo>
                    <a:cubicBezTo>
                      <a:pt x="5435946" y="4201256"/>
                      <a:pt x="5403595" y="4392647"/>
                      <a:pt x="5340773" y="4570298"/>
                    </a:cubicBezTo>
                    <a:cubicBezTo>
                      <a:pt x="5229142" y="4885947"/>
                      <a:pt x="5019440" y="5166333"/>
                      <a:pt x="4717486" y="5403624"/>
                    </a:cubicBezTo>
                    <a:cubicBezTo>
                      <a:pt x="4522001" y="5557262"/>
                      <a:pt x="4287782" y="5692883"/>
                      <a:pt x="4021325" y="5806707"/>
                    </a:cubicBezTo>
                    <a:cubicBezTo>
                      <a:pt x="3799308" y="5901565"/>
                      <a:pt x="3559316" y="5979764"/>
                      <a:pt x="3307981" y="6039155"/>
                    </a:cubicBezTo>
                    <a:cubicBezTo>
                      <a:pt x="3000548" y="6111809"/>
                      <a:pt x="2729949" y="6142070"/>
                      <a:pt x="2576323" y="6142070"/>
                    </a:cubicBezTo>
                    <a:close/>
                    <a:moveTo>
                      <a:pt x="1138384" y="2275810"/>
                    </a:moveTo>
                    <a:cubicBezTo>
                      <a:pt x="704469" y="2275810"/>
                      <a:pt x="328419" y="2311277"/>
                      <a:pt x="137145" y="2498028"/>
                    </a:cubicBezTo>
                    <a:cubicBezTo>
                      <a:pt x="46794" y="2586254"/>
                      <a:pt x="2852" y="2701640"/>
                      <a:pt x="2852" y="2850819"/>
                    </a:cubicBezTo>
                    <a:cubicBezTo>
                      <a:pt x="2852" y="3144807"/>
                      <a:pt x="146585" y="3393506"/>
                      <a:pt x="442269" y="3611174"/>
                    </a:cubicBezTo>
                    <a:cubicBezTo>
                      <a:pt x="706077" y="3805371"/>
                      <a:pt x="1063609" y="3957401"/>
                      <a:pt x="1409369" y="4104452"/>
                    </a:cubicBezTo>
                    <a:cubicBezTo>
                      <a:pt x="1702856" y="4229254"/>
                      <a:pt x="2006305" y="4358289"/>
                      <a:pt x="2250621" y="4512424"/>
                    </a:cubicBezTo>
                    <a:cubicBezTo>
                      <a:pt x="2382174" y="4595422"/>
                      <a:pt x="2486606" y="4678872"/>
                      <a:pt x="2569871" y="4767550"/>
                    </a:cubicBezTo>
                    <a:cubicBezTo>
                      <a:pt x="2663369" y="4867138"/>
                      <a:pt x="2728024" y="4970710"/>
                      <a:pt x="2767506" y="5084218"/>
                    </a:cubicBezTo>
                    <a:cubicBezTo>
                      <a:pt x="2812625" y="5213932"/>
                      <a:pt x="2823129" y="5357452"/>
                      <a:pt x="2798680" y="5510772"/>
                    </a:cubicBezTo>
                    <a:cubicBezTo>
                      <a:pt x="2772464" y="5675273"/>
                      <a:pt x="2705001" y="5857995"/>
                      <a:pt x="2598169" y="6053844"/>
                    </a:cubicBezTo>
                    <a:lnTo>
                      <a:pt x="2597875" y="6054410"/>
                    </a:lnTo>
                    <a:lnTo>
                      <a:pt x="2597264" y="6054569"/>
                    </a:lnTo>
                    <a:cubicBezTo>
                      <a:pt x="2463017" y="6086731"/>
                      <a:pt x="2446015" y="6107463"/>
                      <a:pt x="2444928" y="6114887"/>
                    </a:cubicBezTo>
                    <a:cubicBezTo>
                      <a:pt x="2444430" y="6118259"/>
                      <a:pt x="2446717" y="6121428"/>
                      <a:pt x="2451697" y="6124326"/>
                    </a:cubicBezTo>
                    <a:cubicBezTo>
                      <a:pt x="2468586" y="6134103"/>
                      <a:pt x="2512097" y="6139422"/>
                      <a:pt x="2576210" y="6139422"/>
                    </a:cubicBezTo>
                    <a:cubicBezTo>
                      <a:pt x="2729156" y="6139422"/>
                      <a:pt x="2999620" y="6109116"/>
                      <a:pt x="3307325" y="6036394"/>
                    </a:cubicBezTo>
                    <a:cubicBezTo>
                      <a:pt x="3698996" y="5943822"/>
                      <a:pt x="4261272" y="5758520"/>
                      <a:pt x="4715697" y="5401406"/>
                    </a:cubicBezTo>
                    <a:cubicBezTo>
                      <a:pt x="5376950" y="4881738"/>
                      <a:pt x="5583618" y="4181384"/>
                      <a:pt x="5329952" y="3319811"/>
                    </a:cubicBezTo>
                    <a:cubicBezTo>
                      <a:pt x="5163558" y="2754626"/>
                      <a:pt x="4792963" y="1924808"/>
                      <a:pt x="4385830" y="1205759"/>
                    </a:cubicBezTo>
                    <a:cubicBezTo>
                      <a:pt x="4181629" y="845114"/>
                      <a:pt x="3985578" y="544493"/>
                      <a:pt x="3818822" y="336400"/>
                    </a:cubicBezTo>
                    <a:cubicBezTo>
                      <a:pt x="3729241" y="224612"/>
                      <a:pt x="3648240" y="139600"/>
                      <a:pt x="3578015" y="83717"/>
                    </a:cubicBezTo>
                    <a:cubicBezTo>
                      <a:pt x="3503738" y="24598"/>
                      <a:pt x="3441051" y="-2291"/>
                      <a:pt x="3391676" y="3775"/>
                    </a:cubicBezTo>
                    <a:cubicBezTo>
                      <a:pt x="3307574" y="14096"/>
                      <a:pt x="3260689" y="119795"/>
                      <a:pt x="3252313" y="317976"/>
                    </a:cubicBezTo>
                    <a:cubicBezTo>
                      <a:pt x="3329171" y="510566"/>
                      <a:pt x="3388846" y="690481"/>
                      <a:pt x="3429732" y="852764"/>
                    </a:cubicBezTo>
                    <a:cubicBezTo>
                      <a:pt x="3469055" y="1008891"/>
                      <a:pt x="3492169" y="1153384"/>
                      <a:pt x="3498395" y="1282238"/>
                    </a:cubicBezTo>
                    <a:cubicBezTo>
                      <a:pt x="3504349" y="1405614"/>
                      <a:pt x="3495022" y="1518443"/>
                      <a:pt x="3470663" y="1617578"/>
                    </a:cubicBezTo>
                    <a:cubicBezTo>
                      <a:pt x="3447458" y="1711983"/>
                      <a:pt x="3409901" y="1796950"/>
                      <a:pt x="3359009" y="1870147"/>
                    </a:cubicBezTo>
                    <a:cubicBezTo>
                      <a:pt x="3284279" y="1977634"/>
                      <a:pt x="3181929" y="2061356"/>
                      <a:pt x="3046120" y="2126089"/>
                    </a:cubicBezTo>
                    <a:cubicBezTo>
                      <a:pt x="2925818" y="2183420"/>
                      <a:pt x="2782267" y="2224206"/>
                      <a:pt x="2607293" y="2250800"/>
                    </a:cubicBezTo>
                    <a:cubicBezTo>
                      <a:pt x="2283537" y="2299983"/>
                      <a:pt x="1907623" y="2291043"/>
                      <a:pt x="1544114" y="2282419"/>
                    </a:cubicBezTo>
                    <a:cubicBezTo>
                      <a:pt x="1405928" y="2279137"/>
                      <a:pt x="1269485" y="2275901"/>
                      <a:pt x="1138362" y="2275901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840E134-2CBB-C985-A36A-DDB2EE21A2D0}"/>
                  </a:ext>
                </a:extLst>
              </p:cNvPr>
              <p:cNvSpPr/>
              <p:nvPr/>
            </p:nvSpPr>
            <p:spPr>
              <a:xfrm>
                <a:off x="3485990" y="98620"/>
                <a:ext cx="5386864" cy="6063507"/>
              </a:xfrm>
              <a:custGeom>
                <a:avLst/>
                <a:gdLst>
                  <a:gd name="connsiteX0" fmla="*/ 2528601 w 5386864"/>
                  <a:gd name="connsiteY0" fmla="*/ 6063508 h 6063507"/>
                  <a:gd name="connsiteX1" fmla="*/ 2388920 w 5386864"/>
                  <a:gd name="connsiteY1" fmla="*/ 6050764 h 6063507"/>
                  <a:gd name="connsiteX2" fmla="*/ 2385887 w 5386864"/>
                  <a:gd name="connsiteY2" fmla="*/ 6045106 h 6063507"/>
                  <a:gd name="connsiteX3" fmla="*/ 2550945 w 5386864"/>
                  <a:gd name="connsiteY3" fmla="*/ 6012830 h 6063507"/>
                  <a:gd name="connsiteX4" fmla="*/ 2727006 w 5386864"/>
                  <a:gd name="connsiteY4" fmla="*/ 5139398 h 6063507"/>
                  <a:gd name="connsiteX5" fmla="*/ 2235747 w 5386864"/>
                  <a:gd name="connsiteY5" fmla="*/ 4558527 h 6063507"/>
                  <a:gd name="connsiteX6" fmla="*/ 1408146 w 5386864"/>
                  <a:gd name="connsiteY6" fmla="*/ 4115881 h 6063507"/>
                  <a:gd name="connsiteX7" fmla="*/ 442087 w 5386864"/>
                  <a:gd name="connsiteY7" fmla="*/ 3575049 h 6063507"/>
                  <a:gd name="connsiteX8" fmla="*/ 121796 w 5386864"/>
                  <a:gd name="connsiteY8" fmla="*/ 3227736 h 6063507"/>
                  <a:gd name="connsiteX9" fmla="*/ 0 w 5386864"/>
                  <a:gd name="connsiteY9" fmla="*/ 2789503 h 6063507"/>
                  <a:gd name="connsiteX10" fmla="*/ 35226 w 5386864"/>
                  <a:gd name="connsiteY10" fmla="*/ 2584442 h 6063507"/>
                  <a:gd name="connsiteX11" fmla="*/ 135175 w 5386864"/>
                  <a:gd name="connsiteY11" fmla="*/ 2432321 h 6063507"/>
                  <a:gd name="connsiteX12" fmla="*/ 1535828 w 5386864"/>
                  <a:gd name="connsiteY12" fmla="*/ 2196501 h 6063507"/>
                  <a:gd name="connsiteX13" fmla="*/ 2590676 w 5386864"/>
                  <a:gd name="connsiteY13" fmla="*/ 2150079 h 6063507"/>
                  <a:gd name="connsiteX14" fmla="*/ 3338566 w 5386864"/>
                  <a:gd name="connsiteY14" fmla="*/ 1763835 h 6063507"/>
                  <a:gd name="connsiteX15" fmla="*/ 3482887 w 5386864"/>
                  <a:gd name="connsiteY15" fmla="*/ 1207002 h 6063507"/>
                  <a:gd name="connsiteX16" fmla="*/ 3277147 w 5386864"/>
                  <a:gd name="connsiteY16" fmla="*/ 309374 h 6063507"/>
                  <a:gd name="connsiteX17" fmla="*/ 3277012 w 5386864"/>
                  <a:gd name="connsiteY17" fmla="*/ 309034 h 6063507"/>
                  <a:gd name="connsiteX18" fmla="*/ 3277057 w 5386864"/>
                  <a:gd name="connsiteY18" fmla="*/ 308672 h 6063507"/>
                  <a:gd name="connsiteX19" fmla="*/ 3441527 w 5386864"/>
                  <a:gd name="connsiteY19" fmla="*/ 537 h 6063507"/>
                  <a:gd name="connsiteX20" fmla="*/ 3850539 w 5386864"/>
                  <a:gd name="connsiteY20" fmla="*/ 340585 h 6063507"/>
                  <a:gd name="connsiteX21" fmla="*/ 4369734 w 5386864"/>
                  <a:gd name="connsiteY21" fmla="*/ 1212140 h 6063507"/>
                  <a:gd name="connsiteX22" fmla="*/ 5257983 w 5386864"/>
                  <a:gd name="connsiteY22" fmla="*/ 3309647 h 6063507"/>
                  <a:gd name="connsiteX23" fmla="*/ 5386096 w 5386864"/>
                  <a:gd name="connsiteY23" fmla="*/ 4011834 h 6063507"/>
                  <a:gd name="connsiteX24" fmla="*/ 5307992 w 5386864"/>
                  <a:gd name="connsiteY24" fmla="*/ 4586366 h 6063507"/>
                  <a:gd name="connsiteX25" fmla="*/ 4704876 w 5386864"/>
                  <a:gd name="connsiteY25" fmla="*/ 5401156 h 6063507"/>
                  <a:gd name="connsiteX26" fmla="*/ 3248442 w 5386864"/>
                  <a:gd name="connsiteY26" fmla="*/ 5987526 h 6063507"/>
                  <a:gd name="connsiteX27" fmla="*/ 2658162 w 5386864"/>
                  <a:gd name="connsiteY27" fmla="*/ 6059886 h 6063507"/>
                  <a:gd name="connsiteX28" fmla="*/ 2528623 w 5386864"/>
                  <a:gd name="connsiteY28" fmla="*/ 6063485 h 6063507"/>
                  <a:gd name="connsiteX29" fmla="*/ 1277680 w 5386864"/>
                  <a:gd name="connsiteY29" fmla="*/ 2197836 h 6063507"/>
                  <a:gd name="connsiteX30" fmla="*/ 137213 w 5386864"/>
                  <a:gd name="connsiteY30" fmla="*/ 2434426 h 6063507"/>
                  <a:gd name="connsiteX31" fmla="*/ 2920 w 5386864"/>
                  <a:gd name="connsiteY31" fmla="*/ 2789525 h 6063507"/>
                  <a:gd name="connsiteX32" fmla="*/ 443876 w 5386864"/>
                  <a:gd name="connsiteY32" fmla="*/ 3572763 h 6063507"/>
                  <a:gd name="connsiteX33" fmla="*/ 1409391 w 5386864"/>
                  <a:gd name="connsiteY33" fmla="*/ 4113255 h 6063507"/>
                  <a:gd name="connsiteX34" fmla="*/ 2237400 w 5386864"/>
                  <a:gd name="connsiteY34" fmla="*/ 4556128 h 6063507"/>
                  <a:gd name="connsiteX35" fmla="*/ 2545964 w 5386864"/>
                  <a:gd name="connsiteY35" fmla="*/ 4820851 h 6063507"/>
                  <a:gd name="connsiteX36" fmla="*/ 2729813 w 5386864"/>
                  <a:gd name="connsiteY36" fmla="*/ 5138537 h 6063507"/>
                  <a:gd name="connsiteX37" fmla="*/ 2747086 w 5386864"/>
                  <a:gd name="connsiteY37" fmla="*/ 5531548 h 6063507"/>
                  <a:gd name="connsiteX38" fmla="*/ 2553096 w 5386864"/>
                  <a:gd name="connsiteY38" fmla="*/ 6014981 h 6063507"/>
                  <a:gd name="connsiteX39" fmla="*/ 2552711 w 5386864"/>
                  <a:gd name="connsiteY39" fmla="*/ 6015637 h 6063507"/>
                  <a:gd name="connsiteX40" fmla="*/ 2551964 w 5386864"/>
                  <a:gd name="connsiteY40" fmla="*/ 6015705 h 6063507"/>
                  <a:gd name="connsiteX41" fmla="*/ 2388739 w 5386864"/>
                  <a:gd name="connsiteY41" fmla="*/ 6045830 h 6063507"/>
                  <a:gd name="connsiteX42" fmla="*/ 2390550 w 5386864"/>
                  <a:gd name="connsiteY42" fmla="*/ 6048320 h 6063507"/>
                  <a:gd name="connsiteX43" fmla="*/ 3247876 w 5386864"/>
                  <a:gd name="connsiteY43" fmla="*/ 5984674 h 6063507"/>
                  <a:gd name="connsiteX44" fmla="*/ 4703065 w 5386864"/>
                  <a:gd name="connsiteY44" fmla="*/ 5398847 h 6063507"/>
                  <a:gd name="connsiteX45" fmla="*/ 5255153 w 5386864"/>
                  <a:gd name="connsiteY45" fmla="*/ 3310575 h 6063507"/>
                  <a:gd name="connsiteX46" fmla="*/ 4367085 w 5386864"/>
                  <a:gd name="connsiteY46" fmla="*/ 1213521 h 6063507"/>
                  <a:gd name="connsiteX47" fmla="*/ 3848117 w 5386864"/>
                  <a:gd name="connsiteY47" fmla="*/ 342351 h 6063507"/>
                  <a:gd name="connsiteX48" fmla="*/ 3441753 w 5386864"/>
                  <a:gd name="connsiteY48" fmla="*/ 3480 h 6063507"/>
                  <a:gd name="connsiteX49" fmla="*/ 3279977 w 5386864"/>
                  <a:gd name="connsiteY49" fmla="*/ 308672 h 6063507"/>
                  <a:gd name="connsiteX50" fmla="*/ 3432200 w 5386864"/>
                  <a:gd name="connsiteY50" fmla="*/ 805164 h 6063507"/>
                  <a:gd name="connsiteX51" fmla="*/ 3485785 w 5386864"/>
                  <a:gd name="connsiteY51" fmla="*/ 1206934 h 6063507"/>
                  <a:gd name="connsiteX52" fmla="*/ 3451669 w 5386864"/>
                  <a:gd name="connsiteY52" fmla="*/ 1523738 h 6063507"/>
                  <a:gd name="connsiteX53" fmla="*/ 3340943 w 5386864"/>
                  <a:gd name="connsiteY53" fmla="*/ 1765533 h 6063507"/>
                  <a:gd name="connsiteX54" fmla="*/ 3027896 w 5386864"/>
                  <a:gd name="connsiteY54" fmla="*/ 2023308 h 6063507"/>
                  <a:gd name="connsiteX55" fmla="*/ 2591129 w 5386864"/>
                  <a:gd name="connsiteY55" fmla="*/ 2152999 h 6063507"/>
                  <a:gd name="connsiteX56" fmla="*/ 1535783 w 5386864"/>
                  <a:gd name="connsiteY56" fmla="*/ 2199443 h 6063507"/>
                  <a:gd name="connsiteX57" fmla="*/ 1277702 w 5386864"/>
                  <a:gd name="connsiteY57" fmla="*/ 2197836 h 6063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86864" h="6063507">
                    <a:moveTo>
                      <a:pt x="2528601" y="6063508"/>
                    </a:moveTo>
                    <a:cubicBezTo>
                      <a:pt x="2454074" y="6063508"/>
                      <a:pt x="2401462" y="6059049"/>
                      <a:pt x="2388920" y="6050764"/>
                    </a:cubicBezTo>
                    <a:cubicBezTo>
                      <a:pt x="2385773" y="6048682"/>
                      <a:pt x="2385524" y="6046532"/>
                      <a:pt x="2385887" y="6045106"/>
                    </a:cubicBezTo>
                    <a:cubicBezTo>
                      <a:pt x="2389599" y="6030304"/>
                      <a:pt x="2490522" y="6018557"/>
                      <a:pt x="2550945" y="6012830"/>
                    </a:cubicBezTo>
                    <a:cubicBezTo>
                      <a:pt x="2747222" y="5677830"/>
                      <a:pt x="2804815" y="5392102"/>
                      <a:pt x="2727006" y="5139398"/>
                    </a:cubicBezTo>
                    <a:cubicBezTo>
                      <a:pt x="2662712" y="4930602"/>
                      <a:pt x="2502023" y="4740593"/>
                      <a:pt x="2235747" y="4558527"/>
                    </a:cubicBezTo>
                    <a:cubicBezTo>
                      <a:pt x="1997792" y="4395836"/>
                      <a:pt x="1698034" y="4253516"/>
                      <a:pt x="1408146" y="4115881"/>
                    </a:cubicBezTo>
                    <a:cubicBezTo>
                      <a:pt x="1063269" y="3952126"/>
                      <a:pt x="706665" y="3782826"/>
                      <a:pt x="442087" y="3575049"/>
                    </a:cubicBezTo>
                    <a:cubicBezTo>
                      <a:pt x="299487" y="3463058"/>
                      <a:pt x="194715" y="3349460"/>
                      <a:pt x="121796" y="3227736"/>
                    </a:cubicBezTo>
                    <a:cubicBezTo>
                      <a:pt x="39844" y="3090915"/>
                      <a:pt x="0" y="2947553"/>
                      <a:pt x="0" y="2789503"/>
                    </a:cubicBezTo>
                    <a:cubicBezTo>
                      <a:pt x="0" y="2713476"/>
                      <a:pt x="11840" y="2644489"/>
                      <a:pt x="35226" y="2584442"/>
                    </a:cubicBezTo>
                    <a:cubicBezTo>
                      <a:pt x="57547" y="2527065"/>
                      <a:pt x="91188" y="2475891"/>
                      <a:pt x="135175" y="2432321"/>
                    </a:cubicBezTo>
                    <a:cubicBezTo>
                      <a:pt x="384087" y="2185772"/>
                      <a:pt x="943533" y="2190978"/>
                      <a:pt x="1535828" y="2196501"/>
                    </a:cubicBezTo>
                    <a:cubicBezTo>
                      <a:pt x="1896326" y="2199850"/>
                      <a:pt x="2269117" y="2203336"/>
                      <a:pt x="2590676" y="2150079"/>
                    </a:cubicBezTo>
                    <a:cubicBezTo>
                      <a:pt x="2954094" y="2089896"/>
                      <a:pt x="3198727" y="1963555"/>
                      <a:pt x="3338566" y="1763835"/>
                    </a:cubicBezTo>
                    <a:cubicBezTo>
                      <a:pt x="3439308" y="1619953"/>
                      <a:pt x="3487845" y="1432592"/>
                      <a:pt x="3482887" y="1207002"/>
                    </a:cubicBezTo>
                    <a:cubicBezTo>
                      <a:pt x="3477454" y="960861"/>
                      <a:pt x="3408248" y="658860"/>
                      <a:pt x="3277147" y="309374"/>
                    </a:cubicBezTo>
                    <a:lnTo>
                      <a:pt x="3277012" y="309034"/>
                    </a:lnTo>
                    <a:lnTo>
                      <a:pt x="3277057" y="308672"/>
                    </a:lnTo>
                    <a:cubicBezTo>
                      <a:pt x="3300148" y="112461"/>
                      <a:pt x="3355477" y="8799"/>
                      <a:pt x="3441527" y="537"/>
                    </a:cubicBezTo>
                    <a:cubicBezTo>
                      <a:pt x="3539937" y="-8878"/>
                      <a:pt x="3677557" y="105512"/>
                      <a:pt x="3850539" y="340585"/>
                    </a:cubicBezTo>
                    <a:cubicBezTo>
                      <a:pt x="4001539" y="545805"/>
                      <a:pt x="4181086" y="847172"/>
                      <a:pt x="4369734" y="1212140"/>
                    </a:cubicBezTo>
                    <a:cubicBezTo>
                      <a:pt x="4712460" y="1875148"/>
                      <a:pt x="5069404" y="2718071"/>
                      <a:pt x="5257983" y="3309647"/>
                    </a:cubicBezTo>
                    <a:cubicBezTo>
                      <a:pt x="5336857" y="3557078"/>
                      <a:pt x="5379961" y="3793328"/>
                      <a:pt x="5386096" y="4011834"/>
                    </a:cubicBezTo>
                    <a:cubicBezTo>
                      <a:pt x="5391823" y="4215605"/>
                      <a:pt x="5365540" y="4408919"/>
                      <a:pt x="5307992" y="4586366"/>
                    </a:cubicBezTo>
                    <a:cubicBezTo>
                      <a:pt x="5205756" y="4901676"/>
                      <a:pt x="5002846" y="5175815"/>
                      <a:pt x="4704876" y="5401156"/>
                    </a:cubicBezTo>
                    <a:cubicBezTo>
                      <a:pt x="4248504" y="5746319"/>
                      <a:pt x="3660963" y="5910549"/>
                      <a:pt x="3248442" y="5987526"/>
                    </a:cubicBezTo>
                    <a:cubicBezTo>
                      <a:pt x="3047909" y="6024962"/>
                      <a:pt x="2838297" y="6050652"/>
                      <a:pt x="2658162" y="6059886"/>
                    </a:cubicBezTo>
                    <a:cubicBezTo>
                      <a:pt x="2610847" y="6062308"/>
                      <a:pt x="2566860" y="6063485"/>
                      <a:pt x="2528623" y="6063485"/>
                    </a:cubicBezTo>
                    <a:close/>
                    <a:moveTo>
                      <a:pt x="1277680" y="2197836"/>
                    </a:moveTo>
                    <a:cubicBezTo>
                      <a:pt x="786421" y="2197836"/>
                      <a:pt x="348771" y="2224883"/>
                      <a:pt x="137213" y="2434426"/>
                    </a:cubicBezTo>
                    <a:cubicBezTo>
                      <a:pt x="46839" y="2523942"/>
                      <a:pt x="2920" y="2640075"/>
                      <a:pt x="2920" y="2789525"/>
                    </a:cubicBezTo>
                    <a:cubicBezTo>
                      <a:pt x="2920" y="3083559"/>
                      <a:pt x="147151" y="3339750"/>
                      <a:pt x="443876" y="3572763"/>
                    </a:cubicBezTo>
                    <a:cubicBezTo>
                      <a:pt x="708205" y="3780337"/>
                      <a:pt x="1064650" y="3949568"/>
                      <a:pt x="1409391" y="4113255"/>
                    </a:cubicBezTo>
                    <a:cubicBezTo>
                      <a:pt x="1699392" y="4250936"/>
                      <a:pt x="1999264" y="4393324"/>
                      <a:pt x="2237400" y="4556128"/>
                    </a:cubicBezTo>
                    <a:cubicBezTo>
                      <a:pt x="2365557" y="4643766"/>
                      <a:pt x="2466503" y="4730362"/>
                      <a:pt x="2545964" y="4820851"/>
                    </a:cubicBezTo>
                    <a:cubicBezTo>
                      <a:pt x="2635138" y="4922408"/>
                      <a:pt x="2695266" y="5026320"/>
                      <a:pt x="2729813" y="5138537"/>
                    </a:cubicBezTo>
                    <a:cubicBezTo>
                      <a:pt x="2767280" y="5260238"/>
                      <a:pt x="2773098" y="5392487"/>
                      <a:pt x="2747086" y="5531548"/>
                    </a:cubicBezTo>
                    <a:cubicBezTo>
                      <a:pt x="2719286" y="5680206"/>
                      <a:pt x="2654019" y="5842852"/>
                      <a:pt x="2553096" y="6014981"/>
                    </a:cubicBezTo>
                    <a:lnTo>
                      <a:pt x="2552711" y="6015637"/>
                    </a:lnTo>
                    <a:lnTo>
                      <a:pt x="2551964" y="6015705"/>
                    </a:lnTo>
                    <a:cubicBezTo>
                      <a:pt x="2400194" y="6030032"/>
                      <a:pt x="2389373" y="6043318"/>
                      <a:pt x="2388739" y="6045830"/>
                    </a:cubicBezTo>
                    <a:cubicBezTo>
                      <a:pt x="2388558" y="6046578"/>
                      <a:pt x="2389169" y="6047415"/>
                      <a:pt x="2390550" y="6048320"/>
                    </a:cubicBezTo>
                    <a:cubicBezTo>
                      <a:pt x="2424304" y="6070614"/>
                      <a:pt x="2792839" y="6069596"/>
                      <a:pt x="3247876" y="5984674"/>
                    </a:cubicBezTo>
                    <a:cubicBezTo>
                      <a:pt x="3660080" y="5907742"/>
                      <a:pt x="4247145" y="5743648"/>
                      <a:pt x="4703065" y="5398847"/>
                    </a:cubicBezTo>
                    <a:cubicBezTo>
                      <a:pt x="5354130" y="4906429"/>
                      <a:pt x="5539880" y="4203835"/>
                      <a:pt x="5255153" y="3310575"/>
                    </a:cubicBezTo>
                    <a:cubicBezTo>
                      <a:pt x="5066619" y="2719134"/>
                      <a:pt x="4709743" y="1876393"/>
                      <a:pt x="4367085" y="1213521"/>
                    </a:cubicBezTo>
                    <a:cubicBezTo>
                      <a:pt x="4178505" y="848689"/>
                      <a:pt x="3999048" y="547457"/>
                      <a:pt x="3848117" y="342351"/>
                    </a:cubicBezTo>
                    <a:cubicBezTo>
                      <a:pt x="3675769" y="108160"/>
                      <a:pt x="3539031" y="-5845"/>
                      <a:pt x="3441753" y="3480"/>
                    </a:cubicBezTo>
                    <a:cubicBezTo>
                      <a:pt x="3357333" y="11582"/>
                      <a:pt x="3302910" y="114271"/>
                      <a:pt x="3279977" y="308672"/>
                    </a:cubicBezTo>
                    <a:cubicBezTo>
                      <a:pt x="3346852" y="486980"/>
                      <a:pt x="3398060" y="654016"/>
                      <a:pt x="3432200" y="805164"/>
                    </a:cubicBezTo>
                    <a:cubicBezTo>
                      <a:pt x="3465071" y="950721"/>
                      <a:pt x="3483114" y="1085912"/>
                      <a:pt x="3485785" y="1206934"/>
                    </a:cubicBezTo>
                    <a:cubicBezTo>
                      <a:pt x="3488343" y="1322954"/>
                      <a:pt x="3476866" y="1429559"/>
                      <a:pt x="3451669" y="1523738"/>
                    </a:cubicBezTo>
                    <a:cubicBezTo>
                      <a:pt x="3427649" y="1613548"/>
                      <a:pt x="3390386" y="1694893"/>
                      <a:pt x="3340943" y="1765533"/>
                    </a:cubicBezTo>
                    <a:cubicBezTo>
                      <a:pt x="3265715" y="1872998"/>
                      <a:pt x="3163320" y="1957308"/>
                      <a:pt x="3027896" y="2023308"/>
                    </a:cubicBezTo>
                    <a:cubicBezTo>
                      <a:pt x="2907934" y="2081771"/>
                      <a:pt x="2765061" y="2124186"/>
                      <a:pt x="2591129" y="2152999"/>
                    </a:cubicBezTo>
                    <a:cubicBezTo>
                      <a:pt x="2269320" y="2206278"/>
                      <a:pt x="1896417" y="2202815"/>
                      <a:pt x="1535783" y="2199443"/>
                    </a:cubicBezTo>
                    <a:cubicBezTo>
                      <a:pt x="1448760" y="2198628"/>
                      <a:pt x="1362439" y="2197836"/>
                      <a:pt x="1277702" y="219783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D36001A-B092-3A25-BDD7-300B84190904}"/>
                  </a:ext>
                </a:extLst>
              </p:cNvPr>
              <p:cNvSpPr/>
              <p:nvPr/>
            </p:nvSpPr>
            <p:spPr>
              <a:xfrm>
                <a:off x="3531063" y="107751"/>
                <a:ext cx="5339418" cy="5985230"/>
              </a:xfrm>
              <a:custGeom>
                <a:avLst/>
                <a:gdLst>
                  <a:gd name="connsiteX0" fmla="*/ 2496884 w 5339418"/>
                  <a:gd name="connsiteY0" fmla="*/ 5985230 h 5985230"/>
                  <a:gd name="connsiteX1" fmla="*/ 2330445 w 5339418"/>
                  <a:gd name="connsiteY1" fmla="*/ 5977309 h 5985230"/>
                  <a:gd name="connsiteX2" fmla="*/ 2329698 w 5339418"/>
                  <a:gd name="connsiteY2" fmla="*/ 5975136 h 5985230"/>
                  <a:gd name="connsiteX3" fmla="*/ 2374069 w 5339418"/>
                  <a:gd name="connsiteY3" fmla="*/ 5971220 h 5985230"/>
                  <a:gd name="connsiteX4" fmla="*/ 2505962 w 5339418"/>
                  <a:gd name="connsiteY4" fmla="*/ 5973868 h 5985230"/>
                  <a:gd name="connsiteX5" fmla="*/ 2688067 w 5339418"/>
                  <a:gd name="connsiteY5" fmla="*/ 5193256 h 5985230"/>
                  <a:gd name="connsiteX6" fmla="*/ 2222526 w 5339418"/>
                  <a:gd name="connsiteY6" fmla="*/ 4604713 h 5985230"/>
                  <a:gd name="connsiteX7" fmla="*/ 1408871 w 5339418"/>
                  <a:gd name="connsiteY7" fmla="*/ 4127708 h 5985230"/>
                  <a:gd name="connsiteX8" fmla="*/ 443989 w 5339418"/>
                  <a:gd name="connsiteY8" fmla="*/ 3538101 h 5985230"/>
                  <a:gd name="connsiteX9" fmla="*/ 122498 w 5339418"/>
                  <a:gd name="connsiteY9" fmla="*/ 3173586 h 5985230"/>
                  <a:gd name="connsiteX10" fmla="*/ 0 w 5339418"/>
                  <a:gd name="connsiteY10" fmla="*/ 2728314 h 5985230"/>
                  <a:gd name="connsiteX11" fmla="*/ 33188 w 5339418"/>
                  <a:gd name="connsiteY11" fmla="*/ 2527735 h 5985230"/>
                  <a:gd name="connsiteX12" fmla="*/ 127523 w 5339418"/>
                  <a:gd name="connsiteY12" fmla="*/ 2376496 h 5985230"/>
                  <a:gd name="connsiteX13" fmla="*/ 467375 w 5339418"/>
                  <a:gd name="connsiteY13" fmla="*/ 2194454 h 5985230"/>
                  <a:gd name="connsiteX14" fmla="*/ 1528923 w 5339418"/>
                  <a:gd name="connsiteY14" fmla="*/ 2112950 h 5985230"/>
                  <a:gd name="connsiteX15" fmla="*/ 2576029 w 5339418"/>
                  <a:gd name="connsiteY15" fmla="*/ 2051703 h 5985230"/>
                  <a:gd name="connsiteX16" fmla="*/ 3322312 w 5339418"/>
                  <a:gd name="connsiteY16" fmla="*/ 1659122 h 5985230"/>
                  <a:gd name="connsiteX17" fmla="*/ 3304653 w 5339418"/>
                  <a:gd name="connsiteY17" fmla="*/ 300175 h 5985230"/>
                  <a:gd name="connsiteX18" fmla="*/ 3304517 w 5339418"/>
                  <a:gd name="connsiteY18" fmla="*/ 299790 h 5985230"/>
                  <a:gd name="connsiteX19" fmla="*/ 3304585 w 5339418"/>
                  <a:gd name="connsiteY19" fmla="*/ 299382 h 5985230"/>
                  <a:gd name="connsiteX20" fmla="*/ 3381738 w 5339418"/>
                  <a:gd name="connsiteY20" fmla="*/ 76554 h 5985230"/>
                  <a:gd name="connsiteX21" fmla="*/ 3491920 w 5339418"/>
                  <a:gd name="connsiteY21" fmla="*/ 278 h 5985230"/>
                  <a:gd name="connsiteX22" fmla="*/ 3880784 w 5339418"/>
                  <a:gd name="connsiteY22" fmla="*/ 346890 h 5985230"/>
                  <a:gd name="connsiteX23" fmla="*/ 4352189 w 5339418"/>
                  <a:gd name="connsiteY23" fmla="*/ 1220165 h 5985230"/>
                  <a:gd name="connsiteX24" fmla="*/ 5183254 w 5339418"/>
                  <a:gd name="connsiteY24" fmla="*/ 3300470 h 5985230"/>
                  <a:gd name="connsiteX25" fmla="*/ 5335724 w 5339418"/>
                  <a:gd name="connsiteY25" fmla="*/ 4020968 h 5985230"/>
                  <a:gd name="connsiteX26" fmla="*/ 5276593 w 5339418"/>
                  <a:gd name="connsiteY26" fmla="*/ 4600729 h 5985230"/>
                  <a:gd name="connsiteX27" fmla="*/ 4696092 w 5339418"/>
                  <a:gd name="connsiteY27" fmla="*/ 5397977 h 5985230"/>
                  <a:gd name="connsiteX28" fmla="*/ 3959567 w 5339418"/>
                  <a:gd name="connsiteY28" fmla="*/ 5761089 h 5985230"/>
                  <a:gd name="connsiteX29" fmla="*/ 3192954 w 5339418"/>
                  <a:gd name="connsiteY29" fmla="*/ 5934101 h 5985230"/>
                  <a:gd name="connsiteX30" fmla="*/ 2496906 w 5339418"/>
                  <a:gd name="connsiteY30" fmla="*/ 5985230 h 5985230"/>
                  <a:gd name="connsiteX31" fmla="*/ 2335289 w 5339418"/>
                  <a:gd name="connsiteY31" fmla="*/ 5975860 h 5985230"/>
                  <a:gd name="connsiteX32" fmla="*/ 3206107 w 5339418"/>
                  <a:gd name="connsiteY32" fmla="*/ 5929189 h 5985230"/>
                  <a:gd name="connsiteX33" fmla="*/ 4717622 w 5339418"/>
                  <a:gd name="connsiteY33" fmla="*/ 5378218 h 5985230"/>
                  <a:gd name="connsiteX34" fmla="*/ 5180378 w 5339418"/>
                  <a:gd name="connsiteY34" fmla="*/ 3301444 h 5985230"/>
                  <a:gd name="connsiteX35" fmla="*/ 4349427 w 5339418"/>
                  <a:gd name="connsiteY35" fmla="*/ 1221433 h 5985230"/>
                  <a:gd name="connsiteX36" fmla="*/ 3878249 w 5339418"/>
                  <a:gd name="connsiteY36" fmla="*/ 348565 h 5985230"/>
                  <a:gd name="connsiteX37" fmla="*/ 3492101 w 5339418"/>
                  <a:gd name="connsiteY37" fmla="*/ 3289 h 5985230"/>
                  <a:gd name="connsiteX38" fmla="*/ 3307619 w 5339418"/>
                  <a:gd name="connsiteY38" fmla="*/ 299563 h 5985230"/>
                  <a:gd name="connsiteX39" fmla="*/ 3474556 w 5339418"/>
                  <a:gd name="connsiteY39" fmla="*/ 1132301 h 5985230"/>
                  <a:gd name="connsiteX40" fmla="*/ 3434396 w 5339418"/>
                  <a:gd name="connsiteY40" fmla="*/ 1430319 h 5985230"/>
                  <a:gd name="connsiteX41" fmla="*/ 3324757 w 5339418"/>
                  <a:gd name="connsiteY41" fmla="*/ 1660888 h 5985230"/>
                  <a:gd name="connsiteX42" fmla="*/ 3011325 w 5339418"/>
                  <a:gd name="connsiteY42" fmla="*/ 1920179 h 5985230"/>
                  <a:gd name="connsiteX43" fmla="*/ 2576527 w 5339418"/>
                  <a:gd name="connsiteY43" fmla="*/ 2054691 h 5985230"/>
                  <a:gd name="connsiteX44" fmla="*/ 1528923 w 5339418"/>
                  <a:gd name="connsiteY44" fmla="*/ 2115983 h 5985230"/>
                  <a:gd name="connsiteX45" fmla="*/ 468167 w 5339418"/>
                  <a:gd name="connsiteY45" fmla="*/ 2197374 h 5985230"/>
                  <a:gd name="connsiteX46" fmla="*/ 3011 w 5339418"/>
                  <a:gd name="connsiteY46" fmla="*/ 2728291 h 5985230"/>
                  <a:gd name="connsiteX47" fmla="*/ 445936 w 5339418"/>
                  <a:gd name="connsiteY47" fmla="*/ 3535747 h 5985230"/>
                  <a:gd name="connsiteX48" fmla="*/ 1410297 w 5339418"/>
                  <a:gd name="connsiteY48" fmla="*/ 4125015 h 5985230"/>
                  <a:gd name="connsiteX49" fmla="*/ 2224337 w 5339418"/>
                  <a:gd name="connsiteY49" fmla="*/ 4602268 h 5985230"/>
                  <a:gd name="connsiteX50" fmla="*/ 2521651 w 5339418"/>
                  <a:gd name="connsiteY50" fmla="*/ 4875524 h 5985230"/>
                  <a:gd name="connsiteX51" fmla="*/ 2691010 w 5339418"/>
                  <a:gd name="connsiteY51" fmla="*/ 5192486 h 5985230"/>
                  <a:gd name="connsiteX52" fmla="*/ 2695085 w 5339418"/>
                  <a:gd name="connsiteY52" fmla="*/ 5550868 h 5985230"/>
                  <a:gd name="connsiteX53" fmla="*/ 2508067 w 5339418"/>
                  <a:gd name="connsiteY53" fmla="*/ 5976245 h 5985230"/>
                  <a:gd name="connsiteX54" fmla="*/ 2507592 w 5339418"/>
                  <a:gd name="connsiteY54" fmla="*/ 5976969 h 5985230"/>
                  <a:gd name="connsiteX55" fmla="*/ 2506732 w 5339418"/>
                  <a:gd name="connsiteY55" fmla="*/ 5976969 h 5985230"/>
                  <a:gd name="connsiteX56" fmla="*/ 2335312 w 5339418"/>
                  <a:gd name="connsiteY56" fmla="*/ 5975860 h 598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339418" h="5985230">
                    <a:moveTo>
                      <a:pt x="2496884" y="5985230"/>
                    </a:moveTo>
                    <a:cubicBezTo>
                      <a:pt x="2395621" y="5985230"/>
                      <a:pt x="2335086" y="5980749"/>
                      <a:pt x="2330445" y="5977309"/>
                    </a:cubicBezTo>
                    <a:cubicBezTo>
                      <a:pt x="2329562" y="5976652"/>
                      <a:pt x="2329471" y="5975747"/>
                      <a:pt x="2329698" y="5975136"/>
                    </a:cubicBezTo>
                    <a:cubicBezTo>
                      <a:pt x="2330196" y="5973732"/>
                      <a:pt x="2330943" y="5971582"/>
                      <a:pt x="2374069" y="5971220"/>
                    </a:cubicBezTo>
                    <a:cubicBezTo>
                      <a:pt x="2406035" y="5970926"/>
                      <a:pt x="2451629" y="5971877"/>
                      <a:pt x="2505962" y="5973868"/>
                    </a:cubicBezTo>
                    <a:cubicBezTo>
                      <a:pt x="2690852" y="5682709"/>
                      <a:pt x="2750414" y="5427356"/>
                      <a:pt x="2688067" y="5193256"/>
                    </a:cubicBezTo>
                    <a:cubicBezTo>
                      <a:pt x="2633440" y="4988150"/>
                      <a:pt x="2481150" y="4795628"/>
                      <a:pt x="2222526" y="4604713"/>
                    </a:cubicBezTo>
                    <a:cubicBezTo>
                      <a:pt x="1991069" y="4433829"/>
                      <a:pt x="1695091" y="4278200"/>
                      <a:pt x="1408871" y="4127708"/>
                    </a:cubicBezTo>
                    <a:cubicBezTo>
                      <a:pt x="1064922" y="3946843"/>
                      <a:pt x="709269" y="3759843"/>
                      <a:pt x="443989" y="3538101"/>
                    </a:cubicBezTo>
                    <a:cubicBezTo>
                      <a:pt x="300913" y="3418505"/>
                      <a:pt x="195734" y="3299271"/>
                      <a:pt x="122498" y="3173586"/>
                    </a:cubicBezTo>
                    <a:cubicBezTo>
                      <a:pt x="40070" y="3032148"/>
                      <a:pt x="0" y="2886501"/>
                      <a:pt x="0" y="2728314"/>
                    </a:cubicBezTo>
                    <a:cubicBezTo>
                      <a:pt x="0" y="2654347"/>
                      <a:pt x="11161" y="2586876"/>
                      <a:pt x="33188" y="2527735"/>
                    </a:cubicBezTo>
                    <a:cubicBezTo>
                      <a:pt x="54265" y="2471150"/>
                      <a:pt x="86004" y="2420270"/>
                      <a:pt x="127523" y="2376496"/>
                    </a:cubicBezTo>
                    <a:cubicBezTo>
                      <a:pt x="204404" y="2295468"/>
                      <a:pt x="315583" y="2235941"/>
                      <a:pt x="467375" y="2194454"/>
                    </a:cubicBezTo>
                    <a:cubicBezTo>
                      <a:pt x="750290" y="2117183"/>
                      <a:pt x="1128491" y="2115123"/>
                      <a:pt x="1528923" y="2112950"/>
                    </a:cubicBezTo>
                    <a:cubicBezTo>
                      <a:pt x="1886569" y="2111003"/>
                      <a:pt x="2256371" y="2109012"/>
                      <a:pt x="2576029" y="2051703"/>
                    </a:cubicBezTo>
                    <a:cubicBezTo>
                      <a:pt x="2937296" y="1986926"/>
                      <a:pt x="3181409" y="1858525"/>
                      <a:pt x="3322312" y="1659122"/>
                    </a:cubicBezTo>
                    <a:cubicBezTo>
                      <a:pt x="3527757" y="1368370"/>
                      <a:pt x="3521984" y="923845"/>
                      <a:pt x="3304653" y="300175"/>
                    </a:cubicBezTo>
                    <a:lnTo>
                      <a:pt x="3304517" y="299790"/>
                    </a:lnTo>
                    <a:lnTo>
                      <a:pt x="3304585" y="299382"/>
                    </a:lnTo>
                    <a:cubicBezTo>
                      <a:pt x="3323806" y="201198"/>
                      <a:pt x="3349772" y="126212"/>
                      <a:pt x="3381738" y="76554"/>
                    </a:cubicBezTo>
                    <a:cubicBezTo>
                      <a:pt x="3412459" y="28842"/>
                      <a:pt x="3449518" y="3176"/>
                      <a:pt x="3491920" y="278"/>
                    </a:cubicBezTo>
                    <a:cubicBezTo>
                      <a:pt x="3590829" y="-6489"/>
                      <a:pt x="3721680" y="110120"/>
                      <a:pt x="3880784" y="346890"/>
                    </a:cubicBezTo>
                    <a:cubicBezTo>
                      <a:pt x="4018291" y="551521"/>
                      <a:pt x="4176898" y="845329"/>
                      <a:pt x="4352189" y="1220165"/>
                    </a:cubicBezTo>
                    <a:cubicBezTo>
                      <a:pt x="4678728" y="1918436"/>
                      <a:pt x="4995601" y="2752645"/>
                      <a:pt x="5183254" y="3300470"/>
                    </a:cubicBezTo>
                    <a:cubicBezTo>
                      <a:pt x="5270865" y="3556253"/>
                      <a:pt x="5322164" y="3798682"/>
                      <a:pt x="5335724" y="4020968"/>
                    </a:cubicBezTo>
                    <a:cubicBezTo>
                      <a:pt x="5348380" y="4228406"/>
                      <a:pt x="5328480" y="4423462"/>
                      <a:pt x="5276593" y="4600729"/>
                    </a:cubicBezTo>
                    <a:cubicBezTo>
                      <a:pt x="5184363" y="4915767"/>
                      <a:pt x="4989059" y="5183999"/>
                      <a:pt x="4696092" y="5397977"/>
                    </a:cubicBezTo>
                    <a:cubicBezTo>
                      <a:pt x="4495605" y="5544395"/>
                      <a:pt x="4247802" y="5666571"/>
                      <a:pt x="3959567" y="5761089"/>
                    </a:cubicBezTo>
                    <a:cubicBezTo>
                      <a:pt x="3727158" y="5837297"/>
                      <a:pt x="3469236" y="5895511"/>
                      <a:pt x="3192954" y="5934101"/>
                    </a:cubicBezTo>
                    <a:cubicBezTo>
                      <a:pt x="2901844" y="5974751"/>
                      <a:pt x="2651755" y="5985230"/>
                      <a:pt x="2496906" y="5985230"/>
                    </a:cubicBezTo>
                    <a:close/>
                    <a:moveTo>
                      <a:pt x="2335289" y="5975860"/>
                    </a:moveTo>
                    <a:cubicBezTo>
                      <a:pt x="2374205" y="5984212"/>
                      <a:pt x="2749758" y="5994125"/>
                      <a:pt x="3206107" y="5929189"/>
                    </a:cubicBezTo>
                    <a:cubicBezTo>
                      <a:pt x="3644980" y="5866743"/>
                      <a:pt x="4263445" y="5720462"/>
                      <a:pt x="4717622" y="5378218"/>
                    </a:cubicBezTo>
                    <a:cubicBezTo>
                      <a:pt x="5336856" y="4911580"/>
                      <a:pt x="5492565" y="4212856"/>
                      <a:pt x="5180378" y="3301444"/>
                    </a:cubicBezTo>
                    <a:cubicBezTo>
                      <a:pt x="4992749" y="2753664"/>
                      <a:pt x="4675921" y="1919590"/>
                      <a:pt x="4349427" y="1221433"/>
                    </a:cubicBezTo>
                    <a:cubicBezTo>
                      <a:pt x="4174204" y="846732"/>
                      <a:pt x="4015665" y="553038"/>
                      <a:pt x="3878249" y="348565"/>
                    </a:cubicBezTo>
                    <a:cubicBezTo>
                      <a:pt x="3719801" y="112768"/>
                      <a:pt x="3589923" y="-3411"/>
                      <a:pt x="3492101" y="3289"/>
                    </a:cubicBezTo>
                    <a:cubicBezTo>
                      <a:pt x="3407093" y="9106"/>
                      <a:pt x="3345041" y="108762"/>
                      <a:pt x="3307619" y="299563"/>
                    </a:cubicBezTo>
                    <a:cubicBezTo>
                      <a:pt x="3419884" y="621822"/>
                      <a:pt x="3476050" y="902004"/>
                      <a:pt x="3474556" y="1132301"/>
                    </a:cubicBezTo>
                    <a:cubicBezTo>
                      <a:pt x="3473855" y="1240943"/>
                      <a:pt x="3460339" y="1341210"/>
                      <a:pt x="3434396" y="1430319"/>
                    </a:cubicBezTo>
                    <a:cubicBezTo>
                      <a:pt x="3409629" y="1515421"/>
                      <a:pt x="3372728" y="1592987"/>
                      <a:pt x="3324757" y="1660888"/>
                    </a:cubicBezTo>
                    <a:cubicBezTo>
                      <a:pt x="3248940" y="1768171"/>
                      <a:pt x="3146432" y="1852980"/>
                      <a:pt x="3011325" y="1920179"/>
                    </a:cubicBezTo>
                    <a:cubicBezTo>
                      <a:pt x="2891656" y="1979706"/>
                      <a:pt x="2749441" y="2023705"/>
                      <a:pt x="2576527" y="2054691"/>
                    </a:cubicBezTo>
                    <a:cubicBezTo>
                      <a:pt x="2256620" y="2112045"/>
                      <a:pt x="1886682" y="2114059"/>
                      <a:pt x="1528923" y="2115983"/>
                    </a:cubicBezTo>
                    <a:cubicBezTo>
                      <a:pt x="1128718" y="2118156"/>
                      <a:pt x="750697" y="2120215"/>
                      <a:pt x="468167" y="2197374"/>
                    </a:cubicBezTo>
                    <a:cubicBezTo>
                      <a:pt x="150819" y="2284061"/>
                      <a:pt x="3011" y="2452772"/>
                      <a:pt x="3011" y="2728291"/>
                    </a:cubicBezTo>
                    <a:cubicBezTo>
                      <a:pt x="3011" y="3022506"/>
                      <a:pt x="147898" y="3286641"/>
                      <a:pt x="445936" y="3535747"/>
                    </a:cubicBezTo>
                    <a:cubicBezTo>
                      <a:pt x="710967" y="3757286"/>
                      <a:pt x="1066484" y="3944217"/>
                      <a:pt x="1410297" y="4125015"/>
                    </a:cubicBezTo>
                    <a:cubicBezTo>
                      <a:pt x="1696608" y="4275574"/>
                      <a:pt x="1992676" y="4431248"/>
                      <a:pt x="2224337" y="4602268"/>
                    </a:cubicBezTo>
                    <a:cubicBezTo>
                      <a:pt x="2348940" y="4694252"/>
                      <a:pt x="2446173" y="4783632"/>
                      <a:pt x="2521651" y="4875524"/>
                    </a:cubicBezTo>
                    <a:cubicBezTo>
                      <a:pt x="2606251" y="4978553"/>
                      <a:pt x="2661648" y="5082215"/>
                      <a:pt x="2691010" y="5192486"/>
                    </a:cubicBezTo>
                    <a:cubicBezTo>
                      <a:pt x="2721097" y="5305473"/>
                      <a:pt x="2722478" y="5426066"/>
                      <a:pt x="2695085" y="5550868"/>
                    </a:cubicBezTo>
                    <a:cubicBezTo>
                      <a:pt x="2665927" y="5683773"/>
                      <a:pt x="2602991" y="5826885"/>
                      <a:pt x="2508067" y="5976245"/>
                    </a:cubicBezTo>
                    <a:lnTo>
                      <a:pt x="2507592" y="5976969"/>
                    </a:lnTo>
                    <a:lnTo>
                      <a:pt x="2506732" y="5976969"/>
                    </a:lnTo>
                    <a:cubicBezTo>
                      <a:pt x="2399289" y="5972963"/>
                      <a:pt x="2348148" y="5973959"/>
                      <a:pt x="2335312" y="597586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3989915-2641-C719-7C2B-DBBAD0676B36}"/>
                  </a:ext>
                </a:extLst>
              </p:cNvPr>
              <p:cNvSpPr/>
              <p:nvPr/>
            </p:nvSpPr>
            <p:spPr>
              <a:xfrm>
                <a:off x="3576092" y="116663"/>
                <a:ext cx="5294777" cy="5938520"/>
              </a:xfrm>
              <a:custGeom>
                <a:avLst/>
                <a:gdLst>
                  <a:gd name="connsiteX0" fmla="*/ 2462451 w 5294777"/>
                  <a:gd name="connsiteY0" fmla="*/ 5938521 h 5938520"/>
                  <a:gd name="connsiteX1" fmla="*/ 2421407 w 5294777"/>
                  <a:gd name="connsiteY1" fmla="*/ 5932093 h 5938520"/>
                  <a:gd name="connsiteX2" fmla="*/ 2273486 w 5294777"/>
                  <a:gd name="connsiteY2" fmla="*/ 5904684 h 5938520"/>
                  <a:gd name="connsiteX3" fmla="*/ 2356819 w 5294777"/>
                  <a:gd name="connsiteY3" fmla="*/ 5902421 h 5938520"/>
                  <a:gd name="connsiteX4" fmla="*/ 2482146 w 5294777"/>
                  <a:gd name="connsiteY4" fmla="*/ 5903982 h 5938520"/>
                  <a:gd name="connsiteX5" fmla="*/ 2647725 w 5294777"/>
                  <a:gd name="connsiteY5" fmla="*/ 5246270 h 5938520"/>
                  <a:gd name="connsiteX6" fmla="*/ 2209283 w 5294777"/>
                  <a:gd name="connsiteY6" fmla="*/ 4653472 h 5938520"/>
                  <a:gd name="connsiteX7" fmla="*/ 1410569 w 5294777"/>
                  <a:gd name="connsiteY7" fmla="*/ 4142947 h 5938520"/>
                  <a:gd name="connsiteX8" fmla="*/ 446366 w 5294777"/>
                  <a:gd name="connsiteY8" fmla="*/ 3502845 h 5938520"/>
                  <a:gd name="connsiteX9" fmla="*/ 123335 w 5294777"/>
                  <a:gd name="connsiteY9" fmla="*/ 3120200 h 5938520"/>
                  <a:gd name="connsiteX10" fmla="*/ 0 w 5294777"/>
                  <a:gd name="connsiteY10" fmla="*/ 2667323 h 5938520"/>
                  <a:gd name="connsiteX11" fmla="*/ 33075 w 5294777"/>
                  <a:gd name="connsiteY11" fmla="*/ 2466155 h 5938520"/>
                  <a:gd name="connsiteX12" fmla="*/ 127093 w 5294777"/>
                  <a:gd name="connsiteY12" fmla="*/ 2313446 h 5938520"/>
                  <a:gd name="connsiteX13" fmla="*/ 465767 w 5294777"/>
                  <a:gd name="connsiteY13" fmla="*/ 2126243 h 5938520"/>
                  <a:gd name="connsiteX14" fmla="*/ 1523807 w 5294777"/>
                  <a:gd name="connsiteY14" fmla="*/ 2028804 h 5938520"/>
                  <a:gd name="connsiteX15" fmla="*/ 2563215 w 5294777"/>
                  <a:gd name="connsiteY15" fmla="*/ 1952733 h 5938520"/>
                  <a:gd name="connsiteX16" fmla="*/ 3308230 w 5294777"/>
                  <a:gd name="connsiteY16" fmla="*/ 1554448 h 5938520"/>
                  <a:gd name="connsiteX17" fmla="*/ 3332205 w 5294777"/>
                  <a:gd name="connsiteY17" fmla="*/ 291150 h 5938520"/>
                  <a:gd name="connsiteX18" fmla="*/ 3332069 w 5294777"/>
                  <a:gd name="connsiteY18" fmla="*/ 290720 h 5938520"/>
                  <a:gd name="connsiteX19" fmla="*/ 3332182 w 5294777"/>
                  <a:gd name="connsiteY19" fmla="*/ 290267 h 5938520"/>
                  <a:gd name="connsiteX20" fmla="*/ 3426427 w 5294777"/>
                  <a:gd name="connsiteY20" fmla="*/ 72192 h 5938520"/>
                  <a:gd name="connsiteX21" fmla="*/ 3542993 w 5294777"/>
                  <a:gd name="connsiteY21" fmla="*/ 81 h 5938520"/>
                  <a:gd name="connsiteX22" fmla="*/ 3695827 w 5294777"/>
                  <a:gd name="connsiteY22" fmla="*/ 72169 h 5938520"/>
                  <a:gd name="connsiteX23" fmla="*/ 3865345 w 5294777"/>
                  <a:gd name="connsiteY23" fmla="*/ 280150 h 5938520"/>
                  <a:gd name="connsiteX24" fmla="*/ 4235623 w 5294777"/>
                  <a:gd name="connsiteY24" fmla="*/ 995646 h 5938520"/>
                  <a:gd name="connsiteX25" fmla="*/ 4956210 w 5294777"/>
                  <a:gd name="connsiteY25" fmla="*/ 2869555 h 5938520"/>
                  <a:gd name="connsiteX26" fmla="*/ 5108568 w 5294777"/>
                  <a:gd name="connsiteY26" fmla="*/ 3291469 h 5938520"/>
                  <a:gd name="connsiteX27" fmla="*/ 5262240 w 5294777"/>
                  <a:gd name="connsiteY27" fmla="*/ 3852082 h 5938520"/>
                  <a:gd name="connsiteX28" fmla="*/ 5291375 w 5294777"/>
                  <a:gd name="connsiteY28" fmla="*/ 4326642 h 5938520"/>
                  <a:gd name="connsiteX29" fmla="*/ 5045791 w 5294777"/>
                  <a:gd name="connsiteY29" fmla="*/ 5046076 h 5938520"/>
                  <a:gd name="connsiteX30" fmla="*/ 4411434 w 5294777"/>
                  <a:gd name="connsiteY30" fmla="*/ 5558683 h 5938520"/>
                  <a:gd name="connsiteX31" fmla="*/ 3607921 w 5294777"/>
                  <a:gd name="connsiteY31" fmla="*/ 5813674 h 5938520"/>
                  <a:gd name="connsiteX32" fmla="*/ 2483822 w 5294777"/>
                  <a:gd name="connsiteY32" fmla="*/ 5907083 h 5938520"/>
                  <a:gd name="connsiteX33" fmla="*/ 2463017 w 5294777"/>
                  <a:gd name="connsiteY33" fmla="*/ 5937683 h 5938520"/>
                  <a:gd name="connsiteX34" fmla="*/ 2462451 w 5294777"/>
                  <a:gd name="connsiteY34" fmla="*/ 5938476 h 5938520"/>
                  <a:gd name="connsiteX35" fmla="*/ 2279508 w 5294777"/>
                  <a:gd name="connsiteY35" fmla="*/ 5905250 h 5938520"/>
                  <a:gd name="connsiteX36" fmla="*/ 2421905 w 5294777"/>
                  <a:gd name="connsiteY36" fmla="*/ 5929038 h 5938520"/>
                  <a:gd name="connsiteX37" fmla="*/ 2461024 w 5294777"/>
                  <a:gd name="connsiteY37" fmla="*/ 5935149 h 5938520"/>
                  <a:gd name="connsiteX38" fmla="*/ 2480109 w 5294777"/>
                  <a:gd name="connsiteY38" fmla="*/ 5907105 h 5938520"/>
                  <a:gd name="connsiteX39" fmla="*/ 2356796 w 5294777"/>
                  <a:gd name="connsiteY39" fmla="*/ 5905544 h 5938520"/>
                  <a:gd name="connsiteX40" fmla="*/ 2279530 w 5294777"/>
                  <a:gd name="connsiteY40" fmla="*/ 5905250 h 5938520"/>
                  <a:gd name="connsiteX41" fmla="*/ 2485859 w 5294777"/>
                  <a:gd name="connsiteY41" fmla="*/ 5904027 h 5938520"/>
                  <a:gd name="connsiteX42" fmla="*/ 3607332 w 5294777"/>
                  <a:gd name="connsiteY42" fmla="*/ 5810664 h 5938520"/>
                  <a:gd name="connsiteX43" fmla="*/ 5043256 w 5294777"/>
                  <a:gd name="connsiteY43" fmla="*/ 5044333 h 5938520"/>
                  <a:gd name="connsiteX44" fmla="*/ 5105648 w 5294777"/>
                  <a:gd name="connsiteY44" fmla="*/ 3292600 h 5938520"/>
                  <a:gd name="connsiteX45" fmla="*/ 4953268 w 5294777"/>
                  <a:gd name="connsiteY45" fmla="*/ 2870664 h 5938520"/>
                  <a:gd name="connsiteX46" fmla="*/ 3547679 w 5294777"/>
                  <a:gd name="connsiteY46" fmla="*/ 3159 h 5938520"/>
                  <a:gd name="connsiteX47" fmla="*/ 3543129 w 5294777"/>
                  <a:gd name="connsiteY47" fmla="*/ 3250 h 5938520"/>
                  <a:gd name="connsiteX48" fmla="*/ 3428940 w 5294777"/>
                  <a:gd name="connsiteY48" fmla="*/ 74116 h 5938520"/>
                  <a:gd name="connsiteX49" fmla="*/ 3335329 w 5294777"/>
                  <a:gd name="connsiteY49" fmla="*/ 290720 h 5938520"/>
                  <a:gd name="connsiteX50" fmla="*/ 3465003 w 5294777"/>
                  <a:gd name="connsiteY50" fmla="*/ 1058522 h 5938520"/>
                  <a:gd name="connsiteX51" fmla="*/ 3419160 w 5294777"/>
                  <a:gd name="connsiteY51" fmla="*/ 1337504 h 5938520"/>
                  <a:gd name="connsiteX52" fmla="*/ 3310788 w 5294777"/>
                  <a:gd name="connsiteY52" fmla="*/ 1556349 h 5938520"/>
                  <a:gd name="connsiteX53" fmla="*/ 2996768 w 5294777"/>
                  <a:gd name="connsiteY53" fmla="*/ 1816704 h 5938520"/>
                  <a:gd name="connsiteX54" fmla="*/ 2563849 w 5294777"/>
                  <a:gd name="connsiteY54" fmla="*/ 1955856 h 5938520"/>
                  <a:gd name="connsiteX55" fmla="*/ 1523920 w 5294777"/>
                  <a:gd name="connsiteY55" fmla="*/ 2031973 h 5938520"/>
                  <a:gd name="connsiteX56" fmla="*/ 466696 w 5294777"/>
                  <a:gd name="connsiteY56" fmla="*/ 2129298 h 5938520"/>
                  <a:gd name="connsiteX57" fmla="*/ 3169 w 5294777"/>
                  <a:gd name="connsiteY57" fmla="*/ 2667368 h 5938520"/>
                  <a:gd name="connsiteX58" fmla="*/ 1412176 w 5294777"/>
                  <a:gd name="connsiteY58" fmla="*/ 4140322 h 5938520"/>
                  <a:gd name="connsiteX59" fmla="*/ 2211275 w 5294777"/>
                  <a:gd name="connsiteY59" fmla="*/ 4651096 h 5938520"/>
                  <a:gd name="connsiteX60" fmla="*/ 2496658 w 5294777"/>
                  <a:gd name="connsiteY60" fmla="*/ 4931572 h 5938520"/>
                  <a:gd name="connsiteX61" fmla="*/ 2650804 w 5294777"/>
                  <a:gd name="connsiteY61" fmla="*/ 5245659 h 5938520"/>
                  <a:gd name="connsiteX62" fmla="*/ 2642609 w 5294777"/>
                  <a:gd name="connsiteY62" fmla="*/ 5568529 h 5938520"/>
                  <a:gd name="connsiteX63" fmla="*/ 2485882 w 5294777"/>
                  <a:gd name="connsiteY63" fmla="*/ 5904073 h 5938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5294777" h="5938520">
                    <a:moveTo>
                      <a:pt x="2462451" y="5938521"/>
                    </a:moveTo>
                    <a:lnTo>
                      <a:pt x="2421407" y="5932093"/>
                    </a:lnTo>
                    <a:cubicBezTo>
                      <a:pt x="2282836" y="5910432"/>
                      <a:pt x="2273146" y="5908645"/>
                      <a:pt x="2273486" y="5904684"/>
                    </a:cubicBezTo>
                    <a:cubicBezTo>
                      <a:pt x="2273780" y="5901289"/>
                      <a:pt x="2280006" y="5901130"/>
                      <a:pt x="2356819" y="5902421"/>
                    </a:cubicBezTo>
                    <a:cubicBezTo>
                      <a:pt x="2389781" y="5902986"/>
                      <a:pt x="2432024" y="5903688"/>
                      <a:pt x="2482146" y="5903982"/>
                    </a:cubicBezTo>
                    <a:cubicBezTo>
                      <a:pt x="2639281" y="5666963"/>
                      <a:pt x="2693433" y="5451512"/>
                      <a:pt x="2647725" y="5246270"/>
                    </a:cubicBezTo>
                    <a:cubicBezTo>
                      <a:pt x="2602584" y="5043608"/>
                      <a:pt x="2463266" y="4855251"/>
                      <a:pt x="2209283" y="4653472"/>
                    </a:cubicBezTo>
                    <a:cubicBezTo>
                      <a:pt x="1984707" y="4475051"/>
                      <a:pt x="1705822" y="4313741"/>
                      <a:pt x="1410569" y="4142947"/>
                    </a:cubicBezTo>
                    <a:cubicBezTo>
                      <a:pt x="1067412" y="3944450"/>
                      <a:pt x="712574" y="3739208"/>
                      <a:pt x="446366" y="3502845"/>
                    </a:cubicBezTo>
                    <a:cubicBezTo>
                      <a:pt x="302679" y="3375259"/>
                      <a:pt x="197002" y="3250094"/>
                      <a:pt x="123335" y="3120200"/>
                    </a:cubicBezTo>
                    <a:cubicBezTo>
                      <a:pt x="40342" y="2973873"/>
                      <a:pt x="0" y="2825736"/>
                      <a:pt x="0" y="2667323"/>
                    </a:cubicBezTo>
                    <a:cubicBezTo>
                      <a:pt x="0" y="2593333"/>
                      <a:pt x="11138" y="2525659"/>
                      <a:pt x="33075" y="2466155"/>
                    </a:cubicBezTo>
                    <a:cubicBezTo>
                      <a:pt x="54084" y="2409231"/>
                      <a:pt x="85710" y="2357853"/>
                      <a:pt x="127093" y="2313446"/>
                    </a:cubicBezTo>
                    <a:cubicBezTo>
                      <a:pt x="203703" y="2231240"/>
                      <a:pt x="314496" y="2170016"/>
                      <a:pt x="465767" y="2126243"/>
                    </a:cubicBezTo>
                    <a:cubicBezTo>
                      <a:pt x="747709" y="2044693"/>
                      <a:pt x="1124688" y="2036975"/>
                      <a:pt x="1523807" y="2028804"/>
                    </a:cubicBezTo>
                    <a:cubicBezTo>
                      <a:pt x="1878600" y="2021539"/>
                      <a:pt x="2245459" y="2014025"/>
                      <a:pt x="2563215" y="1952733"/>
                    </a:cubicBezTo>
                    <a:cubicBezTo>
                      <a:pt x="2922377" y="1883474"/>
                      <a:pt x="3166060" y="1753194"/>
                      <a:pt x="3308230" y="1554448"/>
                    </a:cubicBezTo>
                    <a:cubicBezTo>
                      <a:pt x="3506884" y="1276756"/>
                      <a:pt x="3514717" y="863533"/>
                      <a:pt x="3332205" y="291150"/>
                    </a:cubicBezTo>
                    <a:lnTo>
                      <a:pt x="3332069" y="290720"/>
                    </a:lnTo>
                    <a:lnTo>
                      <a:pt x="3332182" y="290267"/>
                    </a:lnTo>
                    <a:cubicBezTo>
                      <a:pt x="3358896" y="193667"/>
                      <a:pt x="3390590" y="120311"/>
                      <a:pt x="3426427" y="72192"/>
                    </a:cubicBezTo>
                    <a:cubicBezTo>
                      <a:pt x="3460860" y="25952"/>
                      <a:pt x="3500070" y="1688"/>
                      <a:pt x="3542993" y="81"/>
                    </a:cubicBezTo>
                    <a:cubicBezTo>
                      <a:pt x="3588927" y="-1594"/>
                      <a:pt x="3640362" y="22624"/>
                      <a:pt x="3695827" y="72169"/>
                    </a:cubicBezTo>
                    <a:cubicBezTo>
                      <a:pt x="3747760" y="118569"/>
                      <a:pt x="3804786" y="188552"/>
                      <a:pt x="3865345" y="280150"/>
                    </a:cubicBezTo>
                    <a:cubicBezTo>
                      <a:pt x="3973376" y="443588"/>
                      <a:pt x="4097957" y="684320"/>
                      <a:pt x="4235623" y="995646"/>
                    </a:cubicBezTo>
                    <a:cubicBezTo>
                      <a:pt x="4489515" y="1569816"/>
                      <a:pt x="4748275" y="2290495"/>
                      <a:pt x="4956210" y="2869555"/>
                    </a:cubicBezTo>
                    <a:cubicBezTo>
                      <a:pt x="5010611" y="3021019"/>
                      <a:pt x="5061978" y="3164086"/>
                      <a:pt x="5108568" y="3291469"/>
                    </a:cubicBezTo>
                    <a:cubicBezTo>
                      <a:pt x="5180446" y="3487929"/>
                      <a:pt x="5232153" y="3676558"/>
                      <a:pt x="5262240" y="3852082"/>
                    </a:cubicBezTo>
                    <a:cubicBezTo>
                      <a:pt x="5290877" y="4019186"/>
                      <a:pt x="5300680" y="4178867"/>
                      <a:pt x="5291375" y="4326642"/>
                    </a:cubicBezTo>
                    <a:cubicBezTo>
                      <a:pt x="5274215" y="4599219"/>
                      <a:pt x="5191584" y="4841264"/>
                      <a:pt x="5045791" y="5046076"/>
                    </a:cubicBezTo>
                    <a:cubicBezTo>
                      <a:pt x="4899048" y="5252201"/>
                      <a:pt x="4685633" y="5424669"/>
                      <a:pt x="4411434" y="5558683"/>
                    </a:cubicBezTo>
                    <a:cubicBezTo>
                      <a:pt x="4185070" y="5669316"/>
                      <a:pt x="3914742" y="5755098"/>
                      <a:pt x="3607921" y="5813674"/>
                    </a:cubicBezTo>
                    <a:cubicBezTo>
                      <a:pt x="3157638" y="5899614"/>
                      <a:pt x="2728092" y="5908418"/>
                      <a:pt x="2483822" y="5907083"/>
                    </a:cubicBezTo>
                    <a:cubicBezTo>
                      <a:pt x="2477075" y="5917245"/>
                      <a:pt x="2470148" y="5927453"/>
                      <a:pt x="2463017" y="5937683"/>
                    </a:cubicBezTo>
                    <a:lnTo>
                      <a:pt x="2462451" y="5938476"/>
                    </a:lnTo>
                    <a:close/>
                    <a:moveTo>
                      <a:pt x="2279508" y="5905250"/>
                    </a:moveTo>
                    <a:cubicBezTo>
                      <a:pt x="2292344" y="5908780"/>
                      <a:pt x="2341130" y="5916408"/>
                      <a:pt x="2421905" y="5929038"/>
                    </a:cubicBezTo>
                    <a:lnTo>
                      <a:pt x="2461024" y="5935149"/>
                    </a:lnTo>
                    <a:cubicBezTo>
                      <a:pt x="2467544" y="5925755"/>
                      <a:pt x="2473906" y="5916431"/>
                      <a:pt x="2480109" y="5907105"/>
                    </a:cubicBezTo>
                    <a:cubicBezTo>
                      <a:pt x="2430847" y="5906811"/>
                      <a:pt x="2389305" y="5906110"/>
                      <a:pt x="2356796" y="5905544"/>
                    </a:cubicBezTo>
                    <a:cubicBezTo>
                      <a:pt x="2318605" y="5904887"/>
                      <a:pt x="2289378" y="5904412"/>
                      <a:pt x="2279530" y="5905250"/>
                    </a:cubicBezTo>
                    <a:close/>
                    <a:moveTo>
                      <a:pt x="2485859" y="5904027"/>
                    </a:moveTo>
                    <a:cubicBezTo>
                      <a:pt x="2730402" y="5905340"/>
                      <a:pt x="3158544" y="5896309"/>
                      <a:pt x="3607332" y="5810664"/>
                    </a:cubicBezTo>
                    <a:cubicBezTo>
                      <a:pt x="4291042" y="5680158"/>
                      <a:pt x="4774150" y="5422338"/>
                      <a:pt x="5043256" y="5044333"/>
                    </a:cubicBezTo>
                    <a:cubicBezTo>
                      <a:pt x="5351504" y="4611328"/>
                      <a:pt x="5372490" y="4021970"/>
                      <a:pt x="5105648" y="3292600"/>
                    </a:cubicBezTo>
                    <a:cubicBezTo>
                      <a:pt x="5059035" y="3165218"/>
                      <a:pt x="5007668" y="3022151"/>
                      <a:pt x="4953268" y="2870664"/>
                    </a:cubicBezTo>
                    <a:cubicBezTo>
                      <a:pt x="4542920" y="1727912"/>
                      <a:pt x="3923617" y="3159"/>
                      <a:pt x="3547679" y="3159"/>
                    </a:cubicBezTo>
                    <a:cubicBezTo>
                      <a:pt x="3546140" y="3159"/>
                      <a:pt x="3544668" y="3182"/>
                      <a:pt x="3543129" y="3250"/>
                    </a:cubicBezTo>
                    <a:cubicBezTo>
                      <a:pt x="3501202" y="4812"/>
                      <a:pt x="3462784" y="28668"/>
                      <a:pt x="3428940" y="74116"/>
                    </a:cubicBezTo>
                    <a:cubicBezTo>
                      <a:pt x="3393397" y="121850"/>
                      <a:pt x="3361907" y="194708"/>
                      <a:pt x="3335329" y="290720"/>
                    </a:cubicBezTo>
                    <a:cubicBezTo>
                      <a:pt x="3429460" y="586044"/>
                      <a:pt x="3473085" y="844340"/>
                      <a:pt x="3465003" y="1058522"/>
                    </a:cubicBezTo>
                    <a:cubicBezTo>
                      <a:pt x="3461177" y="1159740"/>
                      <a:pt x="3445760" y="1253601"/>
                      <a:pt x="3419160" y="1337504"/>
                    </a:cubicBezTo>
                    <a:cubicBezTo>
                      <a:pt x="3393714" y="1417763"/>
                      <a:pt x="3357243" y="1491391"/>
                      <a:pt x="3310788" y="1556349"/>
                    </a:cubicBezTo>
                    <a:cubicBezTo>
                      <a:pt x="3234293" y="1663271"/>
                      <a:pt x="3131581" y="1748441"/>
                      <a:pt x="2996768" y="1816704"/>
                    </a:cubicBezTo>
                    <a:cubicBezTo>
                      <a:pt x="2877349" y="1877182"/>
                      <a:pt x="2735722" y="1922698"/>
                      <a:pt x="2563849" y="1955856"/>
                    </a:cubicBezTo>
                    <a:cubicBezTo>
                      <a:pt x="2245822" y="2017193"/>
                      <a:pt x="1878826" y="2024708"/>
                      <a:pt x="1523920" y="2031973"/>
                    </a:cubicBezTo>
                    <a:cubicBezTo>
                      <a:pt x="1125005" y="2040144"/>
                      <a:pt x="748230" y="2047862"/>
                      <a:pt x="466696" y="2129298"/>
                    </a:cubicBezTo>
                    <a:cubicBezTo>
                      <a:pt x="150456" y="2220761"/>
                      <a:pt x="3169" y="2391735"/>
                      <a:pt x="3169" y="2667368"/>
                    </a:cubicBezTo>
                    <a:cubicBezTo>
                      <a:pt x="3169" y="3325306"/>
                      <a:pt x="719456" y="3739638"/>
                      <a:pt x="1412176" y="4140322"/>
                    </a:cubicBezTo>
                    <a:cubicBezTo>
                      <a:pt x="1707542" y="4311161"/>
                      <a:pt x="1986518" y="4472539"/>
                      <a:pt x="2211275" y="4651096"/>
                    </a:cubicBezTo>
                    <a:cubicBezTo>
                      <a:pt x="2332075" y="4747062"/>
                      <a:pt x="2425436" y="4838819"/>
                      <a:pt x="2496658" y="4931572"/>
                    </a:cubicBezTo>
                    <a:cubicBezTo>
                      <a:pt x="2576436" y="5035461"/>
                      <a:pt x="2626852" y="5138195"/>
                      <a:pt x="2650804" y="5245659"/>
                    </a:cubicBezTo>
                    <a:cubicBezTo>
                      <a:pt x="2673896" y="5349299"/>
                      <a:pt x="2671134" y="5457918"/>
                      <a:pt x="2642609" y="5568529"/>
                    </a:cubicBezTo>
                    <a:cubicBezTo>
                      <a:pt x="2615035" y="5675495"/>
                      <a:pt x="2562355" y="5788211"/>
                      <a:pt x="2485882" y="590407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2A809AE4-CC0E-1318-E00F-14A6CCA270B3}"/>
                  </a:ext>
                </a:extLst>
              </p:cNvPr>
              <p:cNvSpPr/>
              <p:nvPr/>
            </p:nvSpPr>
            <p:spPr>
              <a:xfrm>
                <a:off x="3621188" y="125526"/>
                <a:ext cx="5252759" cy="5900120"/>
              </a:xfrm>
              <a:custGeom>
                <a:avLst/>
                <a:gdLst>
                  <a:gd name="connsiteX0" fmla="*/ 2417264 w 5252759"/>
                  <a:gd name="connsiteY0" fmla="*/ 5900121 h 5900120"/>
                  <a:gd name="connsiteX1" fmla="*/ 2416245 w 5252759"/>
                  <a:gd name="connsiteY1" fmla="*/ 5899849 h 5900120"/>
                  <a:gd name="connsiteX2" fmla="*/ 2217455 w 5252759"/>
                  <a:gd name="connsiteY2" fmla="*/ 5832922 h 5900120"/>
                  <a:gd name="connsiteX3" fmla="*/ 2420252 w 5252759"/>
                  <a:gd name="connsiteY3" fmla="*/ 5825905 h 5900120"/>
                  <a:gd name="connsiteX4" fmla="*/ 2466367 w 5252759"/>
                  <a:gd name="connsiteY4" fmla="*/ 5826901 h 5900120"/>
                  <a:gd name="connsiteX5" fmla="*/ 2605753 w 5252759"/>
                  <a:gd name="connsiteY5" fmla="*/ 5297568 h 5900120"/>
                  <a:gd name="connsiteX6" fmla="*/ 1413308 w 5252759"/>
                  <a:gd name="connsiteY6" fmla="*/ 4161878 h 5900120"/>
                  <a:gd name="connsiteX7" fmla="*/ 449241 w 5252759"/>
                  <a:gd name="connsiteY7" fmla="*/ 3469401 h 5900120"/>
                  <a:gd name="connsiteX8" fmla="*/ 124331 w 5252759"/>
                  <a:gd name="connsiteY8" fmla="*/ 3067563 h 5900120"/>
                  <a:gd name="connsiteX9" fmla="*/ 0 w 5252759"/>
                  <a:gd name="connsiteY9" fmla="*/ 2606402 h 5900120"/>
                  <a:gd name="connsiteX10" fmla="*/ 33007 w 5252759"/>
                  <a:gd name="connsiteY10" fmla="*/ 2404465 h 5900120"/>
                  <a:gd name="connsiteX11" fmla="*/ 126822 w 5252759"/>
                  <a:gd name="connsiteY11" fmla="*/ 2250126 h 5900120"/>
                  <a:gd name="connsiteX12" fmla="*/ 464771 w 5252759"/>
                  <a:gd name="connsiteY12" fmla="*/ 2057536 h 5900120"/>
                  <a:gd name="connsiteX13" fmla="*/ 1520660 w 5252759"/>
                  <a:gd name="connsiteY13" fmla="*/ 1943870 h 5900120"/>
                  <a:gd name="connsiteX14" fmla="*/ 2552349 w 5252759"/>
                  <a:gd name="connsiteY14" fmla="*/ 1853086 h 5900120"/>
                  <a:gd name="connsiteX15" fmla="*/ 3296436 w 5252759"/>
                  <a:gd name="connsiteY15" fmla="*/ 1449935 h 5900120"/>
                  <a:gd name="connsiteX16" fmla="*/ 3359733 w 5252759"/>
                  <a:gd name="connsiteY16" fmla="*/ 282264 h 5900120"/>
                  <a:gd name="connsiteX17" fmla="*/ 3359597 w 5252759"/>
                  <a:gd name="connsiteY17" fmla="*/ 281766 h 5900120"/>
                  <a:gd name="connsiteX18" fmla="*/ 3359779 w 5252759"/>
                  <a:gd name="connsiteY18" fmla="*/ 281291 h 5900120"/>
                  <a:gd name="connsiteX19" fmla="*/ 3472179 w 5252759"/>
                  <a:gd name="connsiteY19" fmla="*/ 66747 h 5900120"/>
                  <a:gd name="connsiteX20" fmla="*/ 3595130 w 5252759"/>
                  <a:gd name="connsiteY20" fmla="*/ 0 h 5900120"/>
                  <a:gd name="connsiteX21" fmla="*/ 3596443 w 5252759"/>
                  <a:gd name="connsiteY21" fmla="*/ 0 h 5900120"/>
                  <a:gd name="connsiteX22" fmla="*/ 3720095 w 5252759"/>
                  <a:gd name="connsiteY22" fmla="*/ 54706 h 5900120"/>
                  <a:gd name="connsiteX23" fmla="*/ 3849384 w 5252759"/>
                  <a:gd name="connsiteY23" fmla="*/ 205219 h 5900120"/>
                  <a:gd name="connsiteX24" fmla="*/ 4120482 w 5252759"/>
                  <a:gd name="connsiteY24" fmla="*/ 731475 h 5900120"/>
                  <a:gd name="connsiteX25" fmla="*/ 4672096 w 5252759"/>
                  <a:gd name="connsiteY25" fmla="*/ 2252457 h 5900120"/>
                  <a:gd name="connsiteX26" fmla="*/ 5033816 w 5252759"/>
                  <a:gd name="connsiteY26" fmla="*/ 3282651 h 5900120"/>
                  <a:gd name="connsiteX27" fmla="*/ 5207092 w 5252759"/>
                  <a:gd name="connsiteY27" fmla="*/ 3858972 h 5900120"/>
                  <a:gd name="connsiteX28" fmla="*/ 5251962 w 5252759"/>
                  <a:gd name="connsiteY28" fmla="*/ 4341839 h 5900120"/>
                  <a:gd name="connsiteX29" fmla="*/ 5186128 w 5252759"/>
                  <a:gd name="connsiteY29" fmla="*/ 4739444 h 5900120"/>
                  <a:gd name="connsiteX30" fmla="*/ 5027296 w 5252759"/>
                  <a:gd name="connsiteY30" fmla="*/ 5059914 h 5900120"/>
                  <a:gd name="connsiteX31" fmla="*/ 3713281 w 5252759"/>
                  <a:gd name="connsiteY31" fmla="*/ 5754383 h 5900120"/>
                  <a:gd name="connsiteX32" fmla="*/ 2467929 w 5252759"/>
                  <a:gd name="connsiteY32" fmla="*/ 5830138 h 5900120"/>
                  <a:gd name="connsiteX33" fmla="*/ 2417898 w 5252759"/>
                  <a:gd name="connsiteY33" fmla="*/ 5899283 h 5900120"/>
                  <a:gd name="connsiteX34" fmla="*/ 2417241 w 5252759"/>
                  <a:gd name="connsiteY34" fmla="*/ 5900121 h 5900120"/>
                  <a:gd name="connsiteX35" fmla="*/ 2291914 w 5252759"/>
                  <a:gd name="connsiteY35" fmla="*/ 5826991 h 5900120"/>
                  <a:gd name="connsiteX36" fmla="*/ 2273282 w 5252759"/>
                  <a:gd name="connsiteY36" fmla="*/ 5827105 h 5900120"/>
                  <a:gd name="connsiteX37" fmla="*/ 2220625 w 5252759"/>
                  <a:gd name="connsiteY37" fmla="*/ 5833374 h 5900120"/>
                  <a:gd name="connsiteX38" fmla="*/ 2265766 w 5252759"/>
                  <a:gd name="connsiteY38" fmla="*/ 5853813 h 5900120"/>
                  <a:gd name="connsiteX39" fmla="*/ 2416041 w 5252759"/>
                  <a:gd name="connsiteY39" fmla="*/ 5896499 h 5900120"/>
                  <a:gd name="connsiteX40" fmla="*/ 2464239 w 5252759"/>
                  <a:gd name="connsiteY40" fmla="*/ 5830070 h 5900120"/>
                  <a:gd name="connsiteX41" fmla="*/ 2420184 w 5252759"/>
                  <a:gd name="connsiteY41" fmla="*/ 5829119 h 5900120"/>
                  <a:gd name="connsiteX42" fmla="*/ 2291936 w 5252759"/>
                  <a:gd name="connsiteY42" fmla="*/ 5827014 h 5900120"/>
                  <a:gd name="connsiteX43" fmla="*/ 2470057 w 5252759"/>
                  <a:gd name="connsiteY43" fmla="*/ 5826991 h 5900120"/>
                  <a:gd name="connsiteX44" fmla="*/ 3712737 w 5252759"/>
                  <a:gd name="connsiteY44" fmla="*/ 5751237 h 5900120"/>
                  <a:gd name="connsiteX45" fmla="*/ 5024692 w 5252759"/>
                  <a:gd name="connsiteY45" fmla="*/ 5058081 h 5900120"/>
                  <a:gd name="connsiteX46" fmla="*/ 5030827 w 5252759"/>
                  <a:gd name="connsiteY46" fmla="*/ 3283783 h 5900120"/>
                  <a:gd name="connsiteX47" fmla="*/ 4669062 w 5252759"/>
                  <a:gd name="connsiteY47" fmla="*/ 2253430 h 5900120"/>
                  <a:gd name="connsiteX48" fmla="*/ 3596398 w 5252759"/>
                  <a:gd name="connsiteY48" fmla="*/ 3169 h 5900120"/>
                  <a:gd name="connsiteX49" fmla="*/ 3595107 w 5252759"/>
                  <a:gd name="connsiteY49" fmla="*/ 3169 h 5900120"/>
                  <a:gd name="connsiteX50" fmla="*/ 3474579 w 5252759"/>
                  <a:gd name="connsiteY50" fmla="*/ 68806 h 5900120"/>
                  <a:gd name="connsiteX51" fmla="*/ 3362948 w 5252759"/>
                  <a:gd name="connsiteY51" fmla="*/ 281880 h 5900120"/>
                  <a:gd name="connsiteX52" fmla="*/ 3457102 w 5252759"/>
                  <a:gd name="connsiteY52" fmla="*/ 985447 h 5900120"/>
                  <a:gd name="connsiteX53" fmla="*/ 3405961 w 5252759"/>
                  <a:gd name="connsiteY53" fmla="*/ 1245168 h 5900120"/>
                  <a:gd name="connsiteX54" fmla="*/ 3299016 w 5252759"/>
                  <a:gd name="connsiteY54" fmla="*/ 1451791 h 5900120"/>
                  <a:gd name="connsiteX55" fmla="*/ 2984135 w 5252759"/>
                  <a:gd name="connsiteY55" fmla="*/ 1712689 h 5900120"/>
                  <a:gd name="connsiteX56" fmla="*/ 2552983 w 5252759"/>
                  <a:gd name="connsiteY56" fmla="*/ 1856209 h 5900120"/>
                  <a:gd name="connsiteX57" fmla="*/ 1520751 w 5252759"/>
                  <a:gd name="connsiteY57" fmla="*/ 1947061 h 5900120"/>
                  <a:gd name="connsiteX58" fmla="*/ 465677 w 5252759"/>
                  <a:gd name="connsiteY58" fmla="*/ 2060591 h 5900120"/>
                  <a:gd name="connsiteX59" fmla="*/ 3169 w 5252759"/>
                  <a:gd name="connsiteY59" fmla="*/ 2606425 h 5900120"/>
                  <a:gd name="connsiteX60" fmla="*/ 451392 w 5252759"/>
                  <a:gd name="connsiteY60" fmla="*/ 3467093 h 5900120"/>
                  <a:gd name="connsiteX61" fmla="*/ 1414983 w 5252759"/>
                  <a:gd name="connsiteY61" fmla="*/ 4159207 h 5900120"/>
                  <a:gd name="connsiteX62" fmla="*/ 2608877 w 5252759"/>
                  <a:gd name="connsiteY62" fmla="*/ 5297047 h 5900120"/>
                  <a:gd name="connsiteX63" fmla="*/ 2589521 w 5252759"/>
                  <a:gd name="connsiteY63" fmla="*/ 5583884 h 5900120"/>
                  <a:gd name="connsiteX64" fmla="*/ 2470035 w 5252759"/>
                  <a:gd name="connsiteY64" fmla="*/ 5827014 h 5900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5252759" h="5900120">
                    <a:moveTo>
                      <a:pt x="2417264" y="5900121"/>
                    </a:moveTo>
                    <a:lnTo>
                      <a:pt x="2416245" y="5899849"/>
                    </a:lnTo>
                    <a:cubicBezTo>
                      <a:pt x="2246569" y="5854740"/>
                      <a:pt x="2216187" y="5841907"/>
                      <a:pt x="2217455" y="5832922"/>
                    </a:cubicBezTo>
                    <a:cubicBezTo>
                      <a:pt x="2218995" y="5822012"/>
                      <a:pt x="2270769" y="5822601"/>
                      <a:pt x="2420252" y="5825905"/>
                    </a:cubicBezTo>
                    <a:cubicBezTo>
                      <a:pt x="2434945" y="5826222"/>
                      <a:pt x="2450339" y="5826562"/>
                      <a:pt x="2466367" y="5826901"/>
                    </a:cubicBezTo>
                    <a:cubicBezTo>
                      <a:pt x="2590427" y="5643116"/>
                      <a:pt x="2636044" y="5469289"/>
                      <a:pt x="2605753" y="5297568"/>
                    </a:cubicBezTo>
                    <a:cubicBezTo>
                      <a:pt x="2530027" y="4868320"/>
                      <a:pt x="1987605" y="4525171"/>
                      <a:pt x="1413308" y="4161878"/>
                    </a:cubicBezTo>
                    <a:cubicBezTo>
                      <a:pt x="1070808" y="3945206"/>
                      <a:pt x="716649" y="3721156"/>
                      <a:pt x="449241" y="3469401"/>
                    </a:cubicBezTo>
                    <a:cubicBezTo>
                      <a:pt x="304784" y="3333395"/>
                      <a:pt x="198518" y="3201962"/>
                      <a:pt x="124331" y="3067563"/>
                    </a:cubicBezTo>
                    <a:cubicBezTo>
                      <a:pt x="40659" y="2915986"/>
                      <a:pt x="0" y="2765132"/>
                      <a:pt x="0" y="2606402"/>
                    </a:cubicBezTo>
                    <a:cubicBezTo>
                      <a:pt x="0" y="2532322"/>
                      <a:pt x="11093" y="2464376"/>
                      <a:pt x="33007" y="2404465"/>
                    </a:cubicBezTo>
                    <a:cubicBezTo>
                      <a:pt x="53971" y="2347134"/>
                      <a:pt x="85529" y="2295212"/>
                      <a:pt x="126822" y="2250126"/>
                    </a:cubicBezTo>
                    <a:cubicBezTo>
                      <a:pt x="203272" y="2166653"/>
                      <a:pt x="313817" y="2103641"/>
                      <a:pt x="464771" y="2057536"/>
                    </a:cubicBezTo>
                    <a:cubicBezTo>
                      <a:pt x="746102" y="1971596"/>
                      <a:pt x="1122333" y="1958129"/>
                      <a:pt x="1520660" y="1943870"/>
                    </a:cubicBezTo>
                    <a:cubicBezTo>
                      <a:pt x="1872578" y="1931263"/>
                      <a:pt x="2236449" y="1918248"/>
                      <a:pt x="2552349" y="1853086"/>
                    </a:cubicBezTo>
                    <a:cubicBezTo>
                      <a:pt x="2909383" y="1779436"/>
                      <a:pt x="3152793" y="1647572"/>
                      <a:pt x="3296436" y="1449935"/>
                    </a:cubicBezTo>
                    <a:cubicBezTo>
                      <a:pt x="3488140" y="1186185"/>
                      <a:pt x="3508831" y="804242"/>
                      <a:pt x="3359733" y="282264"/>
                    </a:cubicBezTo>
                    <a:lnTo>
                      <a:pt x="3359597" y="281766"/>
                    </a:lnTo>
                    <a:lnTo>
                      <a:pt x="3359779" y="281291"/>
                    </a:lnTo>
                    <a:cubicBezTo>
                      <a:pt x="3394280" y="185460"/>
                      <a:pt x="3432109" y="113281"/>
                      <a:pt x="3472179" y="66747"/>
                    </a:cubicBezTo>
                    <a:cubicBezTo>
                      <a:pt x="3510325" y="22453"/>
                      <a:pt x="3551686" y="0"/>
                      <a:pt x="3595130" y="0"/>
                    </a:cubicBezTo>
                    <a:cubicBezTo>
                      <a:pt x="3595560" y="0"/>
                      <a:pt x="3596013" y="0"/>
                      <a:pt x="3596443" y="0"/>
                    </a:cubicBezTo>
                    <a:cubicBezTo>
                      <a:pt x="3635336" y="407"/>
                      <a:pt x="3676946" y="18809"/>
                      <a:pt x="3720095" y="54706"/>
                    </a:cubicBezTo>
                    <a:cubicBezTo>
                      <a:pt x="3760890" y="88611"/>
                      <a:pt x="3804379" y="139265"/>
                      <a:pt x="3849384" y="205219"/>
                    </a:cubicBezTo>
                    <a:cubicBezTo>
                      <a:pt x="3931857" y="326083"/>
                      <a:pt x="4020533" y="498212"/>
                      <a:pt x="4120482" y="731475"/>
                    </a:cubicBezTo>
                    <a:cubicBezTo>
                      <a:pt x="4304896" y="1161809"/>
                      <a:pt x="4491575" y="1716265"/>
                      <a:pt x="4672096" y="2252457"/>
                    </a:cubicBezTo>
                    <a:cubicBezTo>
                      <a:pt x="4801204" y="2635917"/>
                      <a:pt x="4923158" y="2998123"/>
                      <a:pt x="5033816" y="3282651"/>
                    </a:cubicBezTo>
                    <a:cubicBezTo>
                      <a:pt x="5112734" y="3485562"/>
                      <a:pt x="5171028" y="3679464"/>
                      <a:pt x="5207092" y="3858972"/>
                    </a:cubicBezTo>
                    <a:cubicBezTo>
                      <a:pt x="5241435" y="4029946"/>
                      <a:pt x="5256535" y="4192411"/>
                      <a:pt x="5251962" y="4341839"/>
                    </a:cubicBezTo>
                    <a:cubicBezTo>
                      <a:pt x="5247615" y="4483593"/>
                      <a:pt x="5225474" y="4617358"/>
                      <a:pt x="5186128" y="4739444"/>
                    </a:cubicBezTo>
                    <a:cubicBezTo>
                      <a:pt x="5148978" y="4854672"/>
                      <a:pt x="5095551" y="4962499"/>
                      <a:pt x="5027296" y="5059914"/>
                    </a:cubicBezTo>
                    <a:cubicBezTo>
                      <a:pt x="4783410" y="5408043"/>
                      <a:pt x="4341299" y="5641690"/>
                      <a:pt x="3713281" y="5754383"/>
                    </a:cubicBezTo>
                    <a:cubicBezTo>
                      <a:pt x="3229357" y="5841228"/>
                      <a:pt x="2749599" y="5836068"/>
                      <a:pt x="2467929" y="5830138"/>
                    </a:cubicBezTo>
                    <a:cubicBezTo>
                      <a:pt x="2452422" y="5853111"/>
                      <a:pt x="2435737" y="5876174"/>
                      <a:pt x="2417898" y="5899283"/>
                    </a:cubicBezTo>
                    <a:lnTo>
                      <a:pt x="2417241" y="5900121"/>
                    </a:lnTo>
                    <a:close/>
                    <a:moveTo>
                      <a:pt x="2291914" y="5826991"/>
                    </a:moveTo>
                    <a:cubicBezTo>
                      <a:pt x="2285281" y="5826991"/>
                      <a:pt x="2279055" y="5827037"/>
                      <a:pt x="2273282" y="5827105"/>
                    </a:cubicBezTo>
                    <a:cubicBezTo>
                      <a:pt x="2228141" y="5827761"/>
                      <a:pt x="2220896" y="5831315"/>
                      <a:pt x="2220625" y="5833374"/>
                    </a:cubicBezTo>
                    <a:cubicBezTo>
                      <a:pt x="2220398" y="5835004"/>
                      <a:pt x="2224337" y="5840278"/>
                      <a:pt x="2265766" y="5853813"/>
                    </a:cubicBezTo>
                    <a:cubicBezTo>
                      <a:pt x="2296124" y="5863726"/>
                      <a:pt x="2343892" y="5877283"/>
                      <a:pt x="2416041" y="5896499"/>
                    </a:cubicBezTo>
                    <a:cubicBezTo>
                      <a:pt x="2433224" y="5874206"/>
                      <a:pt x="2449297" y="5852070"/>
                      <a:pt x="2464239" y="5830070"/>
                    </a:cubicBezTo>
                    <a:cubicBezTo>
                      <a:pt x="2448958" y="5829753"/>
                      <a:pt x="2434243" y="5829413"/>
                      <a:pt x="2420184" y="5829119"/>
                    </a:cubicBezTo>
                    <a:cubicBezTo>
                      <a:pt x="2367912" y="5827965"/>
                      <a:pt x="2324785" y="5827014"/>
                      <a:pt x="2291936" y="5827014"/>
                    </a:cubicBezTo>
                    <a:close/>
                    <a:moveTo>
                      <a:pt x="2470057" y="5826991"/>
                    </a:moveTo>
                    <a:cubicBezTo>
                      <a:pt x="2751886" y="5832899"/>
                      <a:pt x="3230285" y="5837810"/>
                      <a:pt x="3712737" y="5751237"/>
                    </a:cubicBezTo>
                    <a:cubicBezTo>
                      <a:pt x="4339896" y="5638680"/>
                      <a:pt x="4781304" y="5405462"/>
                      <a:pt x="5024692" y="5058081"/>
                    </a:cubicBezTo>
                    <a:cubicBezTo>
                      <a:pt x="5321757" y="4634061"/>
                      <a:pt x="5323817" y="4037099"/>
                      <a:pt x="5030827" y="3283783"/>
                    </a:cubicBezTo>
                    <a:cubicBezTo>
                      <a:pt x="4920124" y="2999164"/>
                      <a:pt x="4798170" y="2636935"/>
                      <a:pt x="4669062" y="2253430"/>
                    </a:cubicBezTo>
                    <a:cubicBezTo>
                      <a:pt x="4314450" y="1200218"/>
                      <a:pt x="3912546" y="6473"/>
                      <a:pt x="3596398" y="3169"/>
                    </a:cubicBezTo>
                    <a:cubicBezTo>
                      <a:pt x="3595967" y="3169"/>
                      <a:pt x="3595537" y="3169"/>
                      <a:pt x="3595107" y="3169"/>
                    </a:cubicBezTo>
                    <a:cubicBezTo>
                      <a:pt x="3552637" y="3169"/>
                      <a:pt x="3512091" y="25237"/>
                      <a:pt x="3474579" y="68806"/>
                    </a:cubicBezTo>
                    <a:cubicBezTo>
                      <a:pt x="3434826" y="114979"/>
                      <a:pt x="3397268" y="186660"/>
                      <a:pt x="3362948" y="281880"/>
                    </a:cubicBezTo>
                    <a:cubicBezTo>
                      <a:pt x="3439715" y="550745"/>
                      <a:pt x="3471387" y="787448"/>
                      <a:pt x="3457102" y="985447"/>
                    </a:cubicBezTo>
                    <a:cubicBezTo>
                      <a:pt x="3450333" y="1079218"/>
                      <a:pt x="3433128" y="1166607"/>
                      <a:pt x="3405961" y="1245168"/>
                    </a:cubicBezTo>
                    <a:cubicBezTo>
                      <a:pt x="3379927" y="1320448"/>
                      <a:pt x="3343954" y="1389956"/>
                      <a:pt x="3299016" y="1451791"/>
                    </a:cubicBezTo>
                    <a:cubicBezTo>
                      <a:pt x="3221728" y="1558124"/>
                      <a:pt x="3118722" y="1643476"/>
                      <a:pt x="2984135" y="1712689"/>
                    </a:cubicBezTo>
                    <a:cubicBezTo>
                      <a:pt x="2864898" y="1774004"/>
                      <a:pt x="2723882" y="1820946"/>
                      <a:pt x="2552983" y="1856209"/>
                    </a:cubicBezTo>
                    <a:cubicBezTo>
                      <a:pt x="2236811" y="1921417"/>
                      <a:pt x="1872804" y="1934454"/>
                      <a:pt x="1520751" y="1947061"/>
                    </a:cubicBezTo>
                    <a:cubicBezTo>
                      <a:pt x="1122650" y="1961320"/>
                      <a:pt x="746622" y="1974765"/>
                      <a:pt x="465677" y="2060591"/>
                    </a:cubicBezTo>
                    <a:cubicBezTo>
                      <a:pt x="150140" y="2156988"/>
                      <a:pt x="3169" y="2330430"/>
                      <a:pt x="3169" y="2606425"/>
                    </a:cubicBezTo>
                    <a:cubicBezTo>
                      <a:pt x="3169" y="2901590"/>
                      <a:pt x="149777" y="3183108"/>
                      <a:pt x="451392" y="3467093"/>
                    </a:cubicBezTo>
                    <a:cubicBezTo>
                      <a:pt x="718573" y="3718643"/>
                      <a:pt x="1072596" y="3942603"/>
                      <a:pt x="1414983" y="4159207"/>
                    </a:cubicBezTo>
                    <a:cubicBezTo>
                      <a:pt x="1989892" y="4522908"/>
                      <a:pt x="2532902" y="4866419"/>
                      <a:pt x="2608877" y="5297047"/>
                    </a:cubicBezTo>
                    <a:cubicBezTo>
                      <a:pt x="2625404" y="5390796"/>
                      <a:pt x="2618906" y="5487283"/>
                      <a:pt x="2589521" y="5583884"/>
                    </a:cubicBezTo>
                    <a:cubicBezTo>
                      <a:pt x="2565479" y="5662920"/>
                      <a:pt x="2525386" y="5744424"/>
                      <a:pt x="2470035" y="582701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A1443D5-FEBF-3C1C-55BF-991942834E45}"/>
                  </a:ext>
                </a:extLst>
              </p:cNvPr>
              <p:cNvSpPr/>
              <p:nvPr/>
            </p:nvSpPr>
            <p:spPr>
              <a:xfrm>
                <a:off x="3666284" y="134200"/>
                <a:ext cx="5213523" cy="5861931"/>
              </a:xfrm>
              <a:custGeom>
                <a:avLst/>
                <a:gdLst>
                  <a:gd name="connsiteX0" fmla="*/ 2372032 w 5213523"/>
                  <a:gd name="connsiteY0" fmla="*/ 5861887 h 5861931"/>
                  <a:gd name="connsiteX1" fmla="*/ 2370968 w 5213523"/>
                  <a:gd name="connsiteY1" fmla="*/ 5861502 h 5861931"/>
                  <a:gd name="connsiteX2" fmla="*/ 2161515 w 5213523"/>
                  <a:gd name="connsiteY2" fmla="*/ 5760330 h 5861931"/>
                  <a:gd name="connsiteX3" fmla="*/ 2453169 w 5213523"/>
                  <a:gd name="connsiteY3" fmla="*/ 5751231 h 5861931"/>
                  <a:gd name="connsiteX4" fmla="*/ 2562038 w 5213523"/>
                  <a:gd name="connsiteY4" fmla="*/ 5346428 h 5861931"/>
                  <a:gd name="connsiteX5" fmla="*/ 1417270 w 5213523"/>
                  <a:gd name="connsiteY5" fmla="*/ 4185004 h 5861931"/>
                  <a:gd name="connsiteX6" fmla="*/ 452705 w 5213523"/>
                  <a:gd name="connsiteY6" fmla="*/ 3438093 h 5861931"/>
                  <a:gd name="connsiteX7" fmla="*/ 125509 w 5213523"/>
                  <a:gd name="connsiteY7" fmla="*/ 3015908 h 5861931"/>
                  <a:gd name="connsiteX8" fmla="*/ 32917 w 5213523"/>
                  <a:gd name="connsiteY8" fmla="*/ 2787534 h 5861931"/>
                  <a:gd name="connsiteX9" fmla="*/ 0 w 5213523"/>
                  <a:gd name="connsiteY9" fmla="*/ 2545716 h 5861931"/>
                  <a:gd name="connsiteX10" fmla="*/ 32985 w 5213523"/>
                  <a:gd name="connsiteY10" fmla="*/ 2342760 h 5861931"/>
                  <a:gd name="connsiteX11" fmla="*/ 126731 w 5213523"/>
                  <a:gd name="connsiteY11" fmla="*/ 2186610 h 5861931"/>
                  <a:gd name="connsiteX12" fmla="*/ 464522 w 5213523"/>
                  <a:gd name="connsiteY12" fmla="*/ 1988317 h 5861931"/>
                  <a:gd name="connsiteX13" fmla="*/ 1519868 w 5213523"/>
                  <a:gd name="connsiteY13" fmla="*/ 1858060 h 5861931"/>
                  <a:gd name="connsiteX14" fmla="*/ 2543723 w 5213523"/>
                  <a:gd name="connsiteY14" fmla="*/ 1752723 h 5861931"/>
                  <a:gd name="connsiteX15" fmla="*/ 3287222 w 5213523"/>
                  <a:gd name="connsiteY15" fmla="*/ 1345747 h 5861931"/>
                  <a:gd name="connsiteX16" fmla="*/ 3387262 w 5213523"/>
                  <a:gd name="connsiteY16" fmla="*/ 273545 h 5861931"/>
                  <a:gd name="connsiteX17" fmla="*/ 3387126 w 5213523"/>
                  <a:gd name="connsiteY17" fmla="*/ 273002 h 5861931"/>
                  <a:gd name="connsiteX18" fmla="*/ 3387352 w 5213523"/>
                  <a:gd name="connsiteY18" fmla="*/ 272481 h 5861931"/>
                  <a:gd name="connsiteX19" fmla="*/ 3518611 w 5213523"/>
                  <a:gd name="connsiteY19" fmla="*/ 61037 h 5861931"/>
                  <a:gd name="connsiteX20" fmla="*/ 3650979 w 5213523"/>
                  <a:gd name="connsiteY20" fmla="*/ 266 h 5861931"/>
                  <a:gd name="connsiteX21" fmla="*/ 3867518 w 5213523"/>
                  <a:gd name="connsiteY21" fmla="*/ 175722 h 5861931"/>
                  <a:gd name="connsiteX22" fmla="*/ 4083083 w 5213523"/>
                  <a:gd name="connsiteY22" fmla="*/ 613910 h 5861931"/>
                  <a:gd name="connsiteX23" fmla="*/ 4513353 w 5213523"/>
                  <a:gd name="connsiteY23" fmla="*/ 1925870 h 5861931"/>
                  <a:gd name="connsiteX24" fmla="*/ 4959063 w 5213523"/>
                  <a:gd name="connsiteY24" fmla="*/ 3273931 h 5861931"/>
                  <a:gd name="connsiteX25" fmla="*/ 5153325 w 5213523"/>
                  <a:gd name="connsiteY25" fmla="*/ 3869151 h 5861931"/>
                  <a:gd name="connsiteX26" fmla="*/ 5213521 w 5213523"/>
                  <a:gd name="connsiteY26" fmla="*/ 4362475 h 5861931"/>
                  <a:gd name="connsiteX27" fmla="*/ 5157988 w 5213523"/>
                  <a:gd name="connsiteY27" fmla="*/ 4763294 h 5861931"/>
                  <a:gd name="connsiteX28" fmla="*/ 5005087 w 5213523"/>
                  <a:gd name="connsiteY28" fmla="*/ 5080958 h 5861931"/>
                  <a:gd name="connsiteX29" fmla="*/ 4470453 w 5213523"/>
                  <a:gd name="connsiteY29" fmla="*/ 5509142 h 5861931"/>
                  <a:gd name="connsiteX30" fmla="*/ 3764987 w 5213523"/>
                  <a:gd name="connsiteY30" fmla="*/ 5711170 h 5861931"/>
                  <a:gd name="connsiteX31" fmla="*/ 2460934 w 5213523"/>
                  <a:gd name="connsiteY31" fmla="*/ 5754852 h 5861931"/>
                  <a:gd name="connsiteX32" fmla="*/ 2454686 w 5213523"/>
                  <a:gd name="connsiteY32" fmla="*/ 5754604 h 5861931"/>
                  <a:gd name="connsiteX33" fmla="*/ 2372802 w 5213523"/>
                  <a:gd name="connsiteY33" fmla="*/ 5861072 h 5861931"/>
                  <a:gd name="connsiteX34" fmla="*/ 2372055 w 5213523"/>
                  <a:gd name="connsiteY34" fmla="*/ 5861932 h 5861931"/>
                  <a:gd name="connsiteX35" fmla="*/ 2253994 w 5213523"/>
                  <a:gd name="connsiteY35" fmla="*/ 5748470 h 5861931"/>
                  <a:gd name="connsiteX36" fmla="*/ 2164730 w 5213523"/>
                  <a:gd name="connsiteY36" fmla="*/ 5760964 h 5861931"/>
                  <a:gd name="connsiteX37" fmla="*/ 2371036 w 5213523"/>
                  <a:gd name="connsiteY37" fmla="*/ 5858039 h 5861931"/>
                  <a:gd name="connsiteX38" fmla="*/ 2451018 w 5213523"/>
                  <a:gd name="connsiteY38" fmla="*/ 5754422 h 5861931"/>
                  <a:gd name="connsiteX39" fmla="*/ 2253994 w 5213523"/>
                  <a:gd name="connsiteY39" fmla="*/ 5748470 h 5861931"/>
                  <a:gd name="connsiteX40" fmla="*/ 2456768 w 5213523"/>
                  <a:gd name="connsiteY40" fmla="*/ 5751390 h 5861931"/>
                  <a:gd name="connsiteX41" fmla="*/ 2461047 w 5213523"/>
                  <a:gd name="connsiteY41" fmla="*/ 5751570 h 5861931"/>
                  <a:gd name="connsiteX42" fmla="*/ 3764467 w 5213523"/>
                  <a:gd name="connsiteY42" fmla="*/ 5707933 h 5861931"/>
                  <a:gd name="connsiteX43" fmla="*/ 5002393 w 5213523"/>
                  <a:gd name="connsiteY43" fmla="*/ 5079079 h 5861931"/>
                  <a:gd name="connsiteX44" fmla="*/ 4956052 w 5213523"/>
                  <a:gd name="connsiteY44" fmla="*/ 3275176 h 5861931"/>
                  <a:gd name="connsiteX45" fmla="*/ 4510229 w 5213523"/>
                  <a:gd name="connsiteY45" fmla="*/ 1926821 h 5861931"/>
                  <a:gd name="connsiteX46" fmla="*/ 4080072 w 5213523"/>
                  <a:gd name="connsiteY46" fmla="*/ 615109 h 5861931"/>
                  <a:gd name="connsiteX47" fmla="*/ 3864847 w 5213523"/>
                  <a:gd name="connsiteY47" fmla="*/ 177533 h 5861931"/>
                  <a:gd name="connsiteX48" fmla="*/ 3650821 w 5213523"/>
                  <a:gd name="connsiteY48" fmla="*/ 3503 h 5861931"/>
                  <a:gd name="connsiteX49" fmla="*/ 3520988 w 5213523"/>
                  <a:gd name="connsiteY49" fmla="*/ 63301 h 5861931"/>
                  <a:gd name="connsiteX50" fmla="*/ 3390612 w 5213523"/>
                  <a:gd name="connsiteY50" fmla="*/ 273251 h 5861931"/>
                  <a:gd name="connsiteX51" fmla="*/ 3451216 w 5213523"/>
                  <a:gd name="connsiteY51" fmla="*/ 913512 h 5861931"/>
                  <a:gd name="connsiteX52" fmla="*/ 3289893 w 5213523"/>
                  <a:gd name="connsiteY52" fmla="*/ 1347648 h 5861931"/>
                  <a:gd name="connsiteX53" fmla="*/ 2973880 w 5213523"/>
                  <a:gd name="connsiteY53" fmla="*/ 1608365 h 5861931"/>
                  <a:gd name="connsiteX54" fmla="*/ 2544470 w 5213523"/>
                  <a:gd name="connsiteY54" fmla="*/ 1755869 h 5861931"/>
                  <a:gd name="connsiteX55" fmla="*/ 1520094 w 5213523"/>
                  <a:gd name="connsiteY55" fmla="*/ 1861274 h 5861931"/>
                  <a:gd name="connsiteX56" fmla="*/ 465586 w 5213523"/>
                  <a:gd name="connsiteY56" fmla="*/ 1991372 h 5861931"/>
                  <a:gd name="connsiteX57" fmla="*/ 3328 w 5213523"/>
                  <a:gd name="connsiteY57" fmla="*/ 2545648 h 5861931"/>
                  <a:gd name="connsiteX58" fmla="*/ 455082 w 5213523"/>
                  <a:gd name="connsiteY58" fmla="*/ 3435717 h 5861931"/>
                  <a:gd name="connsiteX59" fmla="*/ 1419194 w 5213523"/>
                  <a:gd name="connsiteY59" fmla="*/ 4182265 h 5861931"/>
                  <a:gd name="connsiteX60" fmla="*/ 2565343 w 5213523"/>
                  <a:gd name="connsiteY60" fmla="*/ 5345975 h 5861931"/>
                  <a:gd name="connsiteX61" fmla="*/ 2536117 w 5213523"/>
                  <a:gd name="connsiteY61" fmla="*/ 5596643 h 5861931"/>
                  <a:gd name="connsiteX62" fmla="*/ 2456836 w 5213523"/>
                  <a:gd name="connsiteY62" fmla="*/ 5751344 h 5861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5213523" h="5861931">
                    <a:moveTo>
                      <a:pt x="2372032" y="5861887"/>
                    </a:moveTo>
                    <a:lnTo>
                      <a:pt x="2370968" y="5861502"/>
                    </a:lnTo>
                    <a:cubicBezTo>
                      <a:pt x="2193368" y="5796453"/>
                      <a:pt x="2158798" y="5774023"/>
                      <a:pt x="2161515" y="5760330"/>
                    </a:cubicBezTo>
                    <a:cubicBezTo>
                      <a:pt x="2165454" y="5740526"/>
                      <a:pt x="2253903" y="5743060"/>
                      <a:pt x="2453169" y="5751231"/>
                    </a:cubicBezTo>
                    <a:cubicBezTo>
                      <a:pt x="2543497" y="5615746"/>
                      <a:pt x="2579198" y="5482388"/>
                      <a:pt x="2562038" y="5346428"/>
                    </a:cubicBezTo>
                    <a:cubicBezTo>
                      <a:pt x="2510377" y="4937528"/>
                      <a:pt x="1979410" y="4571995"/>
                      <a:pt x="1417270" y="4185004"/>
                    </a:cubicBezTo>
                    <a:cubicBezTo>
                      <a:pt x="1075245" y="3949546"/>
                      <a:pt x="721607" y="3706076"/>
                      <a:pt x="452705" y="3438093"/>
                    </a:cubicBezTo>
                    <a:cubicBezTo>
                      <a:pt x="307320" y="3293193"/>
                      <a:pt x="200284" y="3155082"/>
                      <a:pt x="125509" y="3015908"/>
                    </a:cubicBezTo>
                    <a:cubicBezTo>
                      <a:pt x="84827" y="2940175"/>
                      <a:pt x="53676" y="2863334"/>
                      <a:pt x="32917" y="2787534"/>
                    </a:cubicBezTo>
                    <a:cubicBezTo>
                      <a:pt x="11070" y="2707750"/>
                      <a:pt x="0" y="2626382"/>
                      <a:pt x="0" y="2545716"/>
                    </a:cubicBezTo>
                    <a:cubicBezTo>
                      <a:pt x="0" y="2471455"/>
                      <a:pt x="11093" y="2403169"/>
                      <a:pt x="32985" y="2342760"/>
                    </a:cubicBezTo>
                    <a:cubicBezTo>
                      <a:pt x="53925" y="2284976"/>
                      <a:pt x="85484" y="2232443"/>
                      <a:pt x="126731" y="2186610"/>
                    </a:cubicBezTo>
                    <a:cubicBezTo>
                      <a:pt x="203159" y="2101734"/>
                      <a:pt x="313636" y="2036888"/>
                      <a:pt x="464522" y="1988317"/>
                    </a:cubicBezTo>
                    <a:cubicBezTo>
                      <a:pt x="745717" y="1897805"/>
                      <a:pt x="1121745" y="1878498"/>
                      <a:pt x="1519868" y="1858060"/>
                    </a:cubicBezTo>
                    <a:cubicBezTo>
                      <a:pt x="1868843" y="1840134"/>
                      <a:pt x="2229680" y="1821597"/>
                      <a:pt x="2543723" y="1752723"/>
                    </a:cubicBezTo>
                    <a:cubicBezTo>
                      <a:pt x="2898629" y="1674885"/>
                      <a:pt x="3141836" y="1541754"/>
                      <a:pt x="3287222" y="1345747"/>
                    </a:cubicBezTo>
                    <a:cubicBezTo>
                      <a:pt x="3471862" y="1096799"/>
                      <a:pt x="3504598" y="746068"/>
                      <a:pt x="3387262" y="273545"/>
                    </a:cubicBezTo>
                    <a:lnTo>
                      <a:pt x="3387126" y="273002"/>
                    </a:lnTo>
                    <a:lnTo>
                      <a:pt x="3387352" y="272481"/>
                    </a:lnTo>
                    <a:cubicBezTo>
                      <a:pt x="3429936" y="177125"/>
                      <a:pt x="3474104" y="105988"/>
                      <a:pt x="3518611" y="61037"/>
                    </a:cubicBezTo>
                    <a:cubicBezTo>
                      <a:pt x="3561398" y="17830"/>
                      <a:pt x="3605951" y="-2609"/>
                      <a:pt x="3650979" y="266"/>
                    </a:cubicBezTo>
                    <a:cubicBezTo>
                      <a:pt x="3720457" y="4702"/>
                      <a:pt x="3791294" y="62101"/>
                      <a:pt x="3867518" y="175722"/>
                    </a:cubicBezTo>
                    <a:cubicBezTo>
                      <a:pt x="3935208" y="276623"/>
                      <a:pt x="4005704" y="419939"/>
                      <a:pt x="4083083" y="613910"/>
                    </a:cubicBezTo>
                    <a:cubicBezTo>
                      <a:pt x="4226703" y="973989"/>
                      <a:pt x="4372427" y="1457897"/>
                      <a:pt x="4513353" y="1925870"/>
                    </a:cubicBezTo>
                    <a:cubicBezTo>
                      <a:pt x="4659758" y="2412019"/>
                      <a:pt x="4811142" y="2914735"/>
                      <a:pt x="4959063" y="3273931"/>
                    </a:cubicBezTo>
                    <a:cubicBezTo>
                      <a:pt x="5045769" y="3484470"/>
                      <a:pt x="5111127" y="3684732"/>
                      <a:pt x="5153325" y="3869151"/>
                    </a:cubicBezTo>
                    <a:cubicBezTo>
                      <a:pt x="5193509" y="4044789"/>
                      <a:pt x="5213770" y="4210784"/>
                      <a:pt x="5213521" y="4362475"/>
                    </a:cubicBezTo>
                    <a:cubicBezTo>
                      <a:pt x="5213295" y="4506357"/>
                      <a:pt x="5194595" y="4641231"/>
                      <a:pt x="5157988" y="4763294"/>
                    </a:cubicBezTo>
                    <a:cubicBezTo>
                      <a:pt x="5123420" y="4878522"/>
                      <a:pt x="5071984" y="4985398"/>
                      <a:pt x="5005087" y="5080958"/>
                    </a:cubicBezTo>
                    <a:cubicBezTo>
                      <a:pt x="4881978" y="5256822"/>
                      <a:pt x="4702092" y="5400885"/>
                      <a:pt x="4470453" y="5509142"/>
                    </a:cubicBezTo>
                    <a:cubicBezTo>
                      <a:pt x="4274606" y="5600672"/>
                      <a:pt x="4037263" y="5668641"/>
                      <a:pt x="3764987" y="5711170"/>
                    </a:cubicBezTo>
                    <a:cubicBezTo>
                      <a:pt x="3272212" y="5788169"/>
                      <a:pt x="2764359" y="5767301"/>
                      <a:pt x="2460934" y="5754852"/>
                    </a:cubicBezTo>
                    <a:cubicBezTo>
                      <a:pt x="2458828" y="5754762"/>
                      <a:pt x="2456768" y="5754672"/>
                      <a:pt x="2454686" y="5754604"/>
                    </a:cubicBezTo>
                    <a:cubicBezTo>
                      <a:pt x="2430983" y="5790093"/>
                      <a:pt x="2403658" y="5825650"/>
                      <a:pt x="2372802" y="5861072"/>
                    </a:cubicBezTo>
                    <a:lnTo>
                      <a:pt x="2372055" y="5861932"/>
                    </a:lnTo>
                    <a:close/>
                    <a:moveTo>
                      <a:pt x="2253994" y="5748470"/>
                    </a:moveTo>
                    <a:cubicBezTo>
                      <a:pt x="2199525" y="5748470"/>
                      <a:pt x="2166586" y="5751684"/>
                      <a:pt x="2164730" y="5760964"/>
                    </a:cubicBezTo>
                    <a:cubicBezTo>
                      <a:pt x="2161221" y="5778686"/>
                      <a:pt x="2272897" y="5822075"/>
                      <a:pt x="2371036" y="5858039"/>
                    </a:cubicBezTo>
                    <a:cubicBezTo>
                      <a:pt x="2401236" y="5823296"/>
                      <a:pt x="2427881" y="5788803"/>
                      <a:pt x="2451018" y="5754422"/>
                    </a:cubicBezTo>
                    <a:cubicBezTo>
                      <a:pt x="2372168" y="5751186"/>
                      <a:pt x="2304003" y="5748470"/>
                      <a:pt x="2253994" y="5748470"/>
                    </a:cubicBezTo>
                    <a:close/>
                    <a:moveTo>
                      <a:pt x="2456768" y="5751390"/>
                    </a:moveTo>
                    <a:cubicBezTo>
                      <a:pt x="2458172" y="5751457"/>
                      <a:pt x="2459621" y="5751503"/>
                      <a:pt x="2461047" y="5751570"/>
                    </a:cubicBezTo>
                    <a:cubicBezTo>
                      <a:pt x="2764359" y="5764019"/>
                      <a:pt x="3272009" y="5784887"/>
                      <a:pt x="3764467" y="5707933"/>
                    </a:cubicBezTo>
                    <a:cubicBezTo>
                      <a:pt x="4358800" y="5615067"/>
                      <a:pt x="4775305" y="5403487"/>
                      <a:pt x="5002393" y="5079079"/>
                    </a:cubicBezTo>
                    <a:cubicBezTo>
                      <a:pt x="5293390" y="4663389"/>
                      <a:pt x="5277792" y="4056468"/>
                      <a:pt x="4956052" y="3275176"/>
                    </a:cubicBezTo>
                    <a:cubicBezTo>
                      <a:pt x="4808063" y="2915844"/>
                      <a:pt x="4656656" y="2413060"/>
                      <a:pt x="4510229" y="1926821"/>
                    </a:cubicBezTo>
                    <a:cubicBezTo>
                      <a:pt x="4369326" y="1458915"/>
                      <a:pt x="4223624" y="975053"/>
                      <a:pt x="4080072" y="615109"/>
                    </a:cubicBezTo>
                    <a:cubicBezTo>
                      <a:pt x="4002806" y="421365"/>
                      <a:pt x="3932400" y="278230"/>
                      <a:pt x="3864847" y="177533"/>
                    </a:cubicBezTo>
                    <a:cubicBezTo>
                      <a:pt x="3789211" y="64795"/>
                      <a:pt x="3719212" y="7871"/>
                      <a:pt x="3650821" y="3503"/>
                    </a:cubicBezTo>
                    <a:cubicBezTo>
                      <a:pt x="3606766" y="696"/>
                      <a:pt x="3563074" y="20817"/>
                      <a:pt x="3520988" y="63301"/>
                    </a:cubicBezTo>
                    <a:cubicBezTo>
                      <a:pt x="3476820" y="107889"/>
                      <a:pt x="3432969" y="178529"/>
                      <a:pt x="3390612" y="273251"/>
                    </a:cubicBezTo>
                    <a:cubicBezTo>
                      <a:pt x="3450899" y="516268"/>
                      <a:pt x="3471296" y="731650"/>
                      <a:pt x="3451216" y="913512"/>
                    </a:cubicBezTo>
                    <a:cubicBezTo>
                      <a:pt x="3432562" y="1082404"/>
                      <a:pt x="3378297" y="1228459"/>
                      <a:pt x="3289893" y="1347648"/>
                    </a:cubicBezTo>
                    <a:cubicBezTo>
                      <a:pt x="3211677" y="1453098"/>
                      <a:pt x="3108308" y="1538382"/>
                      <a:pt x="2973880" y="1608365"/>
                    </a:cubicBezTo>
                    <a:cubicBezTo>
                      <a:pt x="2854801" y="1670359"/>
                      <a:pt x="2714328" y="1718614"/>
                      <a:pt x="2544470" y="1755869"/>
                    </a:cubicBezTo>
                    <a:cubicBezTo>
                      <a:pt x="2230178" y="1824811"/>
                      <a:pt x="1869182" y="1843348"/>
                      <a:pt x="1520094" y="1861274"/>
                    </a:cubicBezTo>
                    <a:cubicBezTo>
                      <a:pt x="1122198" y="1881712"/>
                      <a:pt x="746373" y="1901018"/>
                      <a:pt x="465586" y="1991372"/>
                    </a:cubicBezTo>
                    <a:cubicBezTo>
                      <a:pt x="150207" y="2092884"/>
                      <a:pt x="3328" y="2268997"/>
                      <a:pt x="3328" y="2545648"/>
                    </a:cubicBezTo>
                    <a:cubicBezTo>
                      <a:pt x="3328" y="2841606"/>
                      <a:pt x="151090" y="3132743"/>
                      <a:pt x="455082" y="3435717"/>
                    </a:cubicBezTo>
                    <a:cubicBezTo>
                      <a:pt x="723780" y="3703495"/>
                      <a:pt x="1077305" y="3946898"/>
                      <a:pt x="1419194" y="4182265"/>
                    </a:cubicBezTo>
                    <a:cubicBezTo>
                      <a:pt x="1981945" y="4569686"/>
                      <a:pt x="2513501" y="4935627"/>
                      <a:pt x="2565343" y="5345975"/>
                    </a:cubicBezTo>
                    <a:cubicBezTo>
                      <a:pt x="2575893" y="5429426"/>
                      <a:pt x="2566045" y="5513758"/>
                      <a:pt x="2536117" y="5596643"/>
                    </a:cubicBezTo>
                    <a:cubicBezTo>
                      <a:pt x="2517644" y="5647773"/>
                      <a:pt x="2491134" y="5699490"/>
                      <a:pt x="2456836" y="575134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379EBB2A-BA49-7CC4-D3BE-2083079D89F1}"/>
                  </a:ext>
                </a:extLst>
              </p:cNvPr>
              <p:cNvSpPr/>
              <p:nvPr/>
            </p:nvSpPr>
            <p:spPr>
              <a:xfrm>
                <a:off x="3711290" y="142633"/>
                <a:ext cx="5176957" cy="5823872"/>
              </a:xfrm>
              <a:custGeom>
                <a:avLst/>
                <a:gdLst>
                  <a:gd name="connsiteX0" fmla="*/ 2326890 w 5176957"/>
                  <a:gd name="connsiteY0" fmla="*/ 5823872 h 5823872"/>
                  <a:gd name="connsiteX1" fmla="*/ 2325826 w 5176957"/>
                  <a:gd name="connsiteY1" fmla="*/ 5823397 h 5823872"/>
                  <a:gd name="connsiteX2" fmla="*/ 2105892 w 5176957"/>
                  <a:gd name="connsiteY2" fmla="*/ 5686939 h 5823872"/>
                  <a:gd name="connsiteX3" fmla="*/ 2441646 w 5176957"/>
                  <a:gd name="connsiteY3" fmla="*/ 5677206 h 5823872"/>
                  <a:gd name="connsiteX4" fmla="*/ 2516512 w 5176957"/>
                  <a:gd name="connsiteY4" fmla="*/ 5391931 h 5823872"/>
                  <a:gd name="connsiteX5" fmla="*/ 2167650 w 5176957"/>
                  <a:gd name="connsiteY5" fmla="*/ 4814026 h 5823872"/>
                  <a:gd name="connsiteX6" fmla="*/ 1422726 w 5176957"/>
                  <a:gd name="connsiteY6" fmla="*/ 4212898 h 5823872"/>
                  <a:gd name="connsiteX7" fmla="*/ 456938 w 5176957"/>
                  <a:gd name="connsiteY7" fmla="*/ 3409245 h 5823872"/>
                  <a:gd name="connsiteX8" fmla="*/ 126935 w 5176957"/>
                  <a:gd name="connsiteY8" fmla="*/ 2965308 h 5823872"/>
                  <a:gd name="connsiteX9" fmla="*/ 0 w 5176957"/>
                  <a:gd name="connsiteY9" fmla="*/ 2485203 h 5823872"/>
                  <a:gd name="connsiteX10" fmla="*/ 33030 w 5176957"/>
                  <a:gd name="connsiteY10" fmla="*/ 2280979 h 5823872"/>
                  <a:gd name="connsiteX11" fmla="*/ 126912 w 5176957"/>
                  <a:gd name="connsiteY11" fmla="*/ 2122770 h 5823872"/>
                  <a:gd name="connsiteX12" fmla="*/ 465156 w 5176957"/>
                  <a:gd name="connsiteY12" fmla="*/ 1918456 h 5823872"/>
                  <a:gd name="connsiteX13" fmla="*/ 1521792 w 5176957"/>
                  <a:gd name="connsiteY13" fmla="*/ 1771201 h 5823872"/>
                  <a:gd name="connsiteX14" fmla="*/ 2537498 w 5176957"/>
                  <a:gd name="connsiteY14" fmla="*/ 1651605 h 5823872"/>
                  <a:gd name="connsiteX15" fmla="*/ 3280770 w 5176957"/>
                  <a:gd name="connsiteY15" fmla="*/ 1242162 h 5823872"/>
                  <a:gd name="connsiteX16" fmla="*/ 3414790 w 5176957"/>
                  <a:gd name="connsiteY16" fmla="*/ 264931 h 5823872"/>
                  <a:gd name="connsiteX17" fmla="*/ 3414677 w 5176957"/>
                  <a:gd name="connsiteY17" fmla="*/ 264342 h 5823872"/>
                  <a:gd name="connsiteX18" fmla="*/ 3414971 w 5176957"/>
                  <a:gd name="connsiteY18" fmla="*/ 263799 h 5823872"/>
                  <a:gd name="connsiteX19" fmla="*/ 3565700 w 5176957"/>
                  <a:gd name="connsiteY19" fmla="*/ 55343 h 5823872"/>
                  <a:gd name="connsiteX20" fmla="*/ 3706263 w 5176957"/>
                  <a:gd name="connsiteY20" fmla="*/ 954 h 5823872"/>
                  <a:gd name="connsiteX21" fmla="*/ 4411389 w 5176957"/>
                  <a:gd name="connsiteY21" fmla="*/ 1716813 h 5823872"/>
                  <a:gd name="connsiteX22" fmla="*/ 4884332 w 5176957"/>
                  <a:gd name="connsiteY22" fmla="*/ 3265385 h 5823872"/>
                  <a:gd name="connsiteX23" fmla="*/ 5100554 w 5176957"/>
                  <a:gd name="connsiteY23" fmla="*/ 3880183 h 5823872"/>
                  <a:gd name="connsiteX24" fmla="*/ 5176371 w 5176957"/>
                  <a:gd name="connsiteY24" fmla="*/ 4384326 h 5823872"/>
                  <a:gd name="connsiteX25" fmla="*/ 5130890 w 5176957"/>
                  <a:gd name="connsiteY25" fmla="*/ 4788518 h 5823872"/>
                  <a:gd name="connsiteX26" fmla="*/ 4983241 w 5176957"/>
                  <a:gd name="connsiteY26" fmla="*/ 5103307 h 5823872"/>
                  <a:gd name="connsiteX27" fmla="*/ 4476136 w 5176957"/>
                  <a:gd name="connsiteY27" fmla="*/ 5499215 h 5823872"/>
                  <a:gd name="connsiteX28" fmla="*/ 3797383 w 5176957"/>
                  <a:gd name="connsiteY28" fmla="*/ 5675373 h 5823872"/>
                  <a:gd name="connsiteX29" fmla="*/ 2489911 w 5176957"/>
                  <a:gd name="connsiteY29" fmla="*/ 5683611 h 5823872"/>
                  <a:gd name="connsiteX30" fmla="*/ 2443140 w 5176957"/>
                  <a:gd name="connsiteY30" fmla="*/ 5680601 h 5823872"/>
                  <a:gd name="connsiteX31" fmla="*/ 2327683 w 5176957"/>
                  <a:gd name="connsiteY31" fmla="*/ 5823012 h 5823872"/>
                  <a:gd name="connsiteX32" fmla="*/ 2326845 w 5176957"/>
                  <a:gd name="connsiteY32" fmla="*/ 5823827 h 5823872"/>
                  <a:gd name="connsiteX33" fmla="*/ 2207290 w 5176957"/>
                  <a:gd name="connsiteY33" fmla="*/ 5669805 h 5823872"/>
                  <a:gd name="connsiteX34" fmla="*/ 2109175 w 5176957"/>
                  <a:gd name="connsiteY34" fmla="*/ 5687753 h 5823872"/>
                  <a:gd name="connsiteX35" fmla="*/ 2326189 w 5176957"/>
                  <a:gd name="connsiteY35" fmla="*/ 5819866 h 5823872"/>
                  <a:gd name="connsiteX36" fmla="*/ 2439676 w 5176957"/>
                  <a:gd name="connsiteY36" fmla="*/ 5680443 h 5823872"/>
                  <a:gd name="connsiteX37" fmla="*/ 2207313 w 5176957"/>
                  <a:gd name="connsiteY37" fmla="*/ 5669827 h 5823872"/>
                  <a:gd name="connsiteX38" fmla="*/ 2445177 w 5176957"/>
                  <a:gd name="connsiteY38" fmla="*/ 5677409 h 5823872"/>
                  <a:gd name="connsiteX39" fmla="*/ 2490160 w 5176957"/>
                  <a:gd name="connsiteY39" fmla="*/ 5680307 h 5823872"/>
                  <a:gd name="connsiteX40" fmla="*/ 3796998 w 5176957"/>
                  <a:gd name="connsiteY40" fmla="*/ 5672091 h 5823872"/>
                  <a:gd name="connsiteX41" fmla="*/ 4980547 w 5176957"/>
                  <a:gd name="connsiteY41" fmla="*/ 5101428 h 5823872"/>
                  <a:gd name="connsiteX42" fmla="*/ 4881322 w 5176957"/>
                  <a:gd name="connsiteY42" fmla="*/ 3266788 h 5823872"/>
                  <a:gd name="connsiteX43" fmla="*/ 4408197 w 5176957"/>
                  <a:gd name="connsiteY43" fmla="*/ 1717718 h 5823872"/>
                  <a:gd name="connsiteX44" fmla="*/ 3705923 w 5176957"/>
                  <a:gd name="connsiteY44" fmla="*/ 4350 h 5823872"/>
                  <a:gd name="connsiteX45" fmla="*/ 3567964 w 5176957"/>
                  <a:gd name="connsiteY45" fmla="*/ 57923 h 5823872"/>
                  <a:gd name="connsiteX46" fmla="*/ 3418254 w 5176957"/>
                  <a:gd name="connsiteY46" fmla="*/ 264931 h 5823872"/>
                  <a:gd name="connsiteX47" fmla="*/ 3447435 w 5176957"/>
                  <a:gd name="connsiteY47" fmla="*/ 842995 h 5823872"/>
                  <a:gd name="connsiteX48" fmla="*/ 3283509 w 5176957"/>
                  <a:gd name="connsiteY48" fmla="*/ 1244267 h 5823872"/>
                  <a:gd name="connsiteX49" fmla="*/ 2966047 w 5176957"/>
                  <a:gd name="connsiteY49" fmla="*/ 1503920 h 5823872"/>
                  <a:gd name="connsiteX50" fmla="*/ 2538335 w 5176957"/>
                  <a:gd name="connsiteY50" fmla="*/ 1654932 h 5823872"/>
                  <a:gd name="connsiteX51" fmla="*/ 1522087 w 5176957"/>
                  <a:gd name="connsiteY51" fmla="*/ 1774596 h 5823872"/>
                  <a:gd name="connsiteX52" fmla="*/ 466288 w 5176957"/>
                  <a:gd name="connsiteY52" fmla="*/ 1921670 h 5823872"/>
                  <a:gd name="connsiteX53" fmla="*/ 3396 w 5176957"/>
                  <a:gd name="connsiteY53" fmla="*/ 2485203 h 5823872"/>
                  <a:gd name="connsiteX54" fmla="*/ 459406 w 5176957"/>
                  <a:gd name="connsiteY54" fmla="*/ 3406914 h 5823872"/>
                  <a:gd name="connsiteX55" fmla="*/ 1424763 w 5176957"/>
                  <a:gd name="connsiteY55" fmla="*/ 4210182 h 5823872"/>
                  <a:gd name="connsiteX56" fmla="*/ 2170027 w 5176957"/>
                  <a:gd name="connsiteY56" fmla="*/ 4811604 h 5823872"/>
                  <a:gd name="connsiteX57" fmla="*/ 2415136 w 5176957"/>
                  <a:gd name="connsiteY57" fmla="*/ 5102582 h 5823872"/>
                  <a:gd name="connsiteX58" fmla="*/ 2519907 w 5176957"/>
                  <a:gd name="connsiteY58" fmla="*/ 5391682 h 5823872"/>
                  <a:gd name="connsiteX59" fmla="*/ 2482282 w 5176957"/>
                  <a:gd name="connsiteY59" fmla="*/ 5606589 h 5823872"/>
                  <a:gd name="connsiteX60" fmla="*/ 2445177 w 5176957"/>
                  <a:gd name="connsiteY60" fmla="*/ 5677409 h 5823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176957" h="5823872">
                    <a:moveTo>
                      <a:pt x="2326890" y="5823872"/>
                    </a:moveTo>
                    <a:lnTo>
                      <a:pt x="2325826" y="5823397"/>
                    </a:lnTo>
                    <a:cubicBezTo>
                      <a:pt x="2166020" y="5750109"/>
                      <a:pt x="2100255" y="5709300"/>
                      <a:pt x="2105892" y="5686939"/>
                    </a:cubicBezTo>
                    <a:cubicBezTo>
                      <a:pt x="2113136" y="5658216"/>
                      <a:pt x="2235974" y="5664078"/>
                      <a:pt x="2441646" y="5677206"/>
                    </a:cubicBezTo>
                    <a:cubicBezTo>
                      <a:pt x="2498921" y="5584702"/>
                      <a:pt x="2523530" y="5490365"/>
                      <a:pt x="2516512" y="5391931"/>
                    </a:cubicBezTo>
                    <a:cubicBezTo>
                      <a:pt x="2504015" y="5216973"/>
                      <a:pt x="2393176" y="5033346"/>
                      <a:pt x="2167650" y="4814026"/>
                    </a:cubicBezTo>
                    <a:cubicBezTo>
                      <a:pt x="1966913" y="4618833"/>
                      <a:pt x="1702584" y="4421649"/>
                      <a:pt x="1422726" y="4212898"/>
                    </a:cubicBezTo>
                    <a:cubicBezTo>
                      <a:pt x="1081018" y="3958021"/>
                      <a:pt x="727697" y="3694452"/>
                      <a:pt x="456938" y="3409245"/>
                    </a:cubicBezTo>
                    <a:cubicBezTo>
                      <a:pt x="310398" y="3254883"/>
                      <a:pt x="202457" y="3109688"/>
                      <a:pt x="126935" y="2965308"/>
                    </a:cubicBezTo>
                    <a:cubicBezTo>
                      <a:pt x="42719" y="2804292"/>
                      <a:pt x="0" y="2642756"/>
                      <a:pt x="0" y="2485203"/>
                    </a:cubicBezTo>
                    <a:cubicBezTo>
                      <a:pt x="0" y="2410647"/>
                      <a:pt x="11116" y="2341954"/>
                      <a:pt x="33030" y="2280979"/>
                    </a:cubicBezTo>
                    <a:cubicBezTo>
                      <a:pt x="53993" y="2222652"/>
                      <a:pt x="85597" y="2169418"/>
                      <a:pt x="126912" y="2122770"/>
                    </a:cubicBezTo>
                    <a:cubicBezTo>
                      <a:pt x="203431" y="2036400"/>
                      <a:pt x="314066" y="1969563"/>
                      <a:pt x="465156" y="1918456"/>
                    </a:cubicBezTo>
                    <a:cubicBezTo>
                      <a:pt x="746736" y="1823213"/>
                      <a:pt x="1123216" y="1797954"/>
                      <a:pt x="1521792" y="1771201"/>
                    </a:cubicBezTo>
                    <a:cubicBezTo>
                      <a:pt x="1867711" y="1747979"/>
                      <a:pt x="2225401" y="1723987"/>
                      <a:pt x="2537498" y="1651605"/>
                    </a:cubicBezTo>
                    <a:cubicBezTo>
                      <a:pt x="2890208" y="1569829"/>
                      <a:pt x="3133324" y="1435906"/>
                      <a:pt x="3280770" y="1242162"/>
                    </a:cubicBezTo>
                    <a:cubicBezTo>
                      <a:pt x="3458279" y="1008922"/>
                      <a:pt x="3502108" y="689267"/>
                      <a:pt x="3414790" y="264931"/>
                    </a:cubicBezTo>
                    <a:lnTo>
                      <a:pt x="3414677" y="264342"/>
                    </a:lnTo>
                    <a:lnTo>
                      <a:pt x="3414971" y="263799"/>
                    </a:lnTo>
                    <a:cubicBezTo>
                      <a:pt x="3465931" y="168760"/>
                      <a:pt x="3516642" y="98641"/>
                      <a:pt x="3565700" y="55343"/>
                    </a:cubicBezTo>
                    <a:cubicBezTo>
                      <a:pt x="3612833" y="13742"/>
                      <a:pt x="3660125" y="-4546"/>
                      <a:pt x="3706263" y="954"/>
                    </a:cubicBezTo>
                    <a:cubicBezTo>
                      <a:pt x="3973761" y="32913"/>
                      <a:pt x="4186338" y="850849"/>
                      <a:pt x="4411389" y="1716813"/>
                    </a:cubicBezTo>
                    <a:cubicBezTo>
                      <a:pt x="4557725" y="2279848"/>
                      <a:pt x="4709019" y="2862031"/>
                      <a:pt x="4884332" y="3265385"/>
                    </a:cubicBezTo>
                    <a:cubicBezTo>
                      <a:pt x="4979279" y="3483823"/>
                      <a:pt x="5052017" y="3690649"/>
                      <a:pt x="5100554" y="3880183"/>
                    </a:cubicBezTo>
                    <a:cubicBezTo>
                      <a:pt x="5146783" y="4060664"/>
                      <a:pt x="5172296" y="4230304"/>
                      <a:pt x="5176371" y="4384326"/>
                    </a:cubicBezTo>
                    <a:cubicBezTo>
                      <a:pt x="5180243" y="4530426"/>
                      <a:pt x="5164939" y="4666409"/>
                      <a:pt x="5130890" y="4788518"/>
                    </a:cubicBezTo>
                    <a:cubicBezTo>
                      <a:pt x="5098766" y="4903723"/>
                      <a:pt x="5049074" y="5009648"/>
                      <a:pt x="4983241" y="5103307"/>
                    </a:cubicBezTo>
                    <a:cubicBezTo>
                      <a:pt x="4867127" y="5268465"/>
                      <a:pt x="4696522" y="5401664"/>
                      <a:pt x="4476136" y="5499215"/>
                    </a:cubicBezTo>
                    <a:cubicBezTo>
                      <a:pt x="4288710" y="5582167"/>
                      <a:pt x="4060354" y="5641445"/>
                      <a:pt x="3797383" y="5675373"/>
                    </a:cubicBezTo>
                    <a:cubicBezTo>
                      <a:pt x="3319142" y="5737095"/>
                      <a:pt x="2820118" y="5704910"/>
                      <a:pt x="2489911" y="5683611"/>
                    </a:cubicBezTo>
                    <a:cubicBezTo>
                      <a:pt x="2473974" y="5682593"/>
                      <a:pt x="2458376" y="5681574"/>
                      <a:pt x="2443140" y="5680601"/>
                    </a:cubicBezTo>
                    <a:cubicBezTo>
                      <a:pt x="2413211" y="5728630"/>
                      <a:pt x="2374590" y="5776296"/>
                      <a:pt x="2327683" y="5823012"/>
                    </a:cubicBezTo>
                    <a:lnTo>
                      <a:pt x="2326845" y="5823827"/>
                    </a:lnTo>
                    <a:close/>
                    <a:moveTo>
                      <a:pt x="2207290" y="5669805"/>
                    </a:moveTo>
                    <a:cubicBezTo>
                      <a:pt x="2148181" y="5669805"/>
                      <a:pt x="2112480" y="5674625"/>
                      <a:pt x="2109175" y="5687753"/>
                    </a:cubicBezTo>
                    <a:cubicBezTo>
                      <a:pt x="2102587" y="5713827"/>
                      <a:pt x="2229544" y="5775504"/>
                      <a:pt x="2326189" y="5819866"/>
                    </a:cubicBezTo>
                    <a:cubicBezTo>
                      <a:pt x="2372485" y="5773648"/>
                      <a:pt x="2410269" y="5727271"/>
                      <a:pt x="2439676" y="5680443"/>
                    </a:cubicBezTo>
                    <a:cubicBezTo>
                      <a:pt x="2345454" y="5674445"/>
                      <a:pt x="2265155" y="5669827"/>
                      <a:pt x="2207313" y="5669827"/>
                    </a:cubicBezTo>
                    <a:close/>
                    <a:moveTo>
                      <a:pt x="2445177" y="5677409"/>
                    </a:moveTo>
                    <a:cubicBezTo>
                      <a:pt x="2459757" y="5678338"/>
                      <a:pt x="2474766" y="5679311"/>
                      <a:pt x="2490160" y="5680307"/>
                    </a:cubicBezTo>
                    <a:cubicBezTo>
                      <a:pt x="2820254" y="5701605"/>
                      <a:pt x="3319074" y="5733768"/>
                      <a:pt x="3796998" y="5672091"/>
                    </a:cubicBezTo>
                    <a:cubicBezTo>
                      <a:pt x="4367923" y="5598395"/>
                      <a:pt x="4766136" y="5406394"/>
                      <a:pt x="4980547" y="5101428"/>
                    </a:cubicBezTo>
                    <a:cubicBezTo>
                      <a:pt x="5266835" y="4694181"/>
                      <a:pt x="5233466" y="4076915"/>
                      <a:pt x="4881322" y="3266788"/>
                    </a:cubicBezTo>
                    <a:cubicBezTo>
                      <a:pt x="4705895" y="2863208"/>
                      <a:pt x="4554556" y="2280889"/>
                      <a:pt x="4408197" y="1717718"/>
                    </a:cubicBezTo>
                    <a:cubicBezTo>
                      <a:pt x="4183440" y="852886"/>
                      <a:pt x="3971135" y="36014"/>
                      <a:pt x="3705923" y="4350"/>
                    </a:cubicBezTo>
                    <a:cubicBezTo>
                      <a:pt x="3660782" y="-1037"/>
                      <a:pt x="3614373" y="16979"/>
                      <a:pt x="3567964" y="57923"/>
                    </a:cubicBezTo>
                    <a:cubicBezTo>
                      <a:pt x="3519290" y="100882"/>
                      <a:pt x="3468919" y="170526"/>
                      <a:pt x="3418254" y="264931"/>
                    </a:cubicBezTo>
                    <a:cubicBezTo>
                      <a:pt x="3463033" y="482757"/>
                      <a:pt x="3472836" y="677248"/>
                      <a:pt x="3447435" y="842995"/>
                    </a:cubicBezTo>
                    <a:cubicBezTo>
                      <a:pt x="3423755" y="997424"/>
                      <a:pt x="3368608" y="1132434"/>
                      <a:pt x="3283509" y="1244267"/>
                    </a:cubicBezTo>
                    <a:cubicBezTo>
                      <a:pt x="3204206" y="1348495"/>
                      <a:pt x="3100362" y="1433416"/>
                      <a:pt x="2966047" y="1503920"/>
                    </a:cubicBezTo>
                    <a:cubicBezTo>
                      <a:pt x="2847058" y="1566389"/>
                      <a:pt x="2707152" y="1615776"/>
                      <a:pt x="2538335" y="1654932"/>
                    </a:cubicBezTo>
                    <a:cubicBezTo>
                      <a:pt x="2225967" y="1727360"/>
                      <a:pt x="1868141" y="1751374"/>
                      <a:pt x="1522087" y="1774596"/>
                    </a:cubicBezTo>
                    <a:cubicBezTo>
                      <a:pt x="1123714" y="1801327"/>
                      <a:pt x="747460" y="1826586"/>
                      <a:pt x="466288" y="1921670"/>
                    </a:cubicBezTo>
                    <a:cubicBezTo>
                      <a:pt x="150479" y="2028478"/>
                      <a:pt x="3396" y="2207556"/>
                      <a:pt x="3396" y="2485203"/>
                    </a:cubicBezTo>
                    <a:cubicBezTo>
                      <a:pt x="3396" y="2782224"/>
                      <a:pt x="152562" y="3083705"/>
                      <a:pt x="459406" y="3406914"/>
                    </a:cubicBezTo>
                    <a:cubicBezTo>
                      <a:pt x="729960" y="3691894"/>
                      <a:pt x="1083191" y="3955372"/>
                      <a:pt x="1424763" y="4210182"/>
                    </a:cubicBezTo>
                    <a:cubicBezTo>
                      <a:pt x="1704713" y="4419001"/>
                      <a:pt x="1969132" y="4616253"/>
                      <a:pt x="2170027" y="4811604"/>
                    </a:cubicBezTo>
                    <a:cubicBezTo>
                      <a:pt x="2277719" y="4916330"/>
                      <a:pt x="2357905" y="5011504"/>
                      <a:pt x="2415136" y="5102582"/>
                    </a:cubicBezTo>
                    <a:cubicBezTo>
                      <a:pt x="2479022" y="5204230"/>
                      <a:pt x="2513297" y="5298793"/>
                      <a:pt x="2519907" y="5391682"/>
                    </a:cubicBezTo>
                    <a:cubicBezTo>
                      <a:pt x="2525114" y="5464630"/>
                      <a:pt x="2512459" y="5536945"/>
                      <a:pt x="2482282" y="5606589"/>
                    </a:cubicBezTo>
                    <a:cubicBezTo>
                      <a:pt x="2472049" y="5630241"/>
                      <a:pt x="2459666" y="5653871"/>
                      <a:pt x="2445177" y="5677409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362EA9F-4191-234A-4199-CBE864627C22}"/>
                  </a:ext>
                </a:extLst>
              </p:cNvPr>
              <p:cNvSpPr/>
              <p:nvPr/>
            </p:nvSpPr>
            <p:spPr>
              <a:xfrm>
                <a:off x="3756431" y="151055"/>
                <a:ext cx="5143196" cy="5785844"/>
              </a:xfrm>
              <a:custGeom>
                <a:avLst/>
                <a:gdLst>
                  <a:gd name="connsiteX0" fmla="*/ 2281613 w 5143196"/>
                  <a:gd name="connsiteY0" fmla="*/ 5785822 h 5785844"/>
                  <a:gd name="connsiteX1" fmla="*/ 2280594 w 5143196"/>
                  <a:gd name="connsiteY1" fmla="*/ 5785257 h 5785844"/>
                  <a:gd name="connsiteX2" fmla="*/ 2050450 w 5143196"/>
                  <a:gd name="connsiteY2" fmla="*/ 5612494 h 5785844"/>
                  <a:gd name="connsiteX3" fmla="*/ 2428923 w 5143196"/>
                  <a:gd name="connsiteY3" fmla="*/ 5604368 h 5785844"/>
                  <a:gd name="connsiteX4" fmla="*/ 2469106 w 5143196"/>
                  <a:gd name="connsiteY4" fmla="*/ 5432715 h 5785844"/>
                  <a:gd name="connsiteX5" fmla="*/ 2152347 w 5143196"/>
                  <a:gd name="connsiteY5" fmla="*/ 4871513 h 5785844"/>
                  <a:gd name="connsiteX6" fmla="*/ 1429789 w 5143196"/>
                  <a:gd name="connsiteY6" fmla="*/ 4245918 h 5785844"/>
                  <a:gd name="connsiteX7" fmla="*/ 461964 w 5143196"/>
                  <a:gd name="connsiteY7" fmla="*/ 3382987 h 5785844"/>
                  <a:gd name="connsiteX8" fmla="*/ 128587 w 5143196"/>
                  <a:gd name="connsiteY8" fmla="*/ 2915738 h 5785844"/>
                  <a:gd name="connsiteX9" fmla="*/ 0 w 5143196"/>
                  <a:gd name="connsiteY9" fmla="*/ 2424701 h 5785844"/>
                  <a:gd name="connsiteX10" fmla="*/ 33166 w 5143196"/>
                  <a:gd name="connsiteY10" fmla="*/ 2218915 h 5785844"/>
                  <a:gd name="connsiteX11" fmla="*/ 127388 w 5143196"/>
                  <a:gd name="connsiteY11" fmla="*/ 2058420 h 5785844"/>
                  <a:gd name="connsiteX12" fmla="*/ 466854 w 5143196"/>
                  <a:gd name="connsiteY12" fmla="*/ 1847723 h 5785844"/>
                  <a:gd name="connsiteX13" fmla="*/ 1526999 w 5143196"/>
                  <a:gd name="connsiteY13" fmla="*/ 1683018 h 5785844"/>
                  <a:gd name="connsiteX14" fmla="*/ 2534057 w 5143196"/>
                  <a:gd name="connsiteY14" fmla="*/ 1549615 h 5785844"/>
                  <a:gd name="connsiteX15" fmla="*/ 3277374 w 5143196"/>
                  <a:gd name="connsiteY15" fmla="*/ 1139516 h 5785844"/>
                  <a:gd name="connsiteX16" fmla="*/ 3442342 w 5143196"/>
                  <a:gd name="connsiteY16" fmla="*/ 256463 h 5785844"/>
                  <a:gd name="connsiteX17" fmla="*/ 3442251 w 5143196"/>
                  <a:gd name="connsiteY17" fmla="*/ 255830 h 5785844"/>
                  <a:gd name="connsiteX18" fmla="*/ 3442591 w 5143196"/>
                  <a:gd name="connsiteY18" fmla="*/ 255286 h 5785844"/>
                  <a:gd name="connsiteX19" fmla="*/ 3613309 w 5143196"/>
                  <a:gd name="connsiteY19" fmla="*/ 49795 h 5785844"/>
                  <a:gd name="connsiteX20" fmla="*/ 3761999 w 5143196"/>
                  <a:gd name="connsiteY20" fmla="*/ 2129 h 5785844"/>
                  <a:gd name="connsiteX21" fmla="*/ 3935072 w 5143196"/>
                  <a:gd name="connsiteY21" fmla="*/ 154023 h 5785844"/>
                  <a:gd name="connsiteX22" fmla="*/ 4082019 w 5143196"/>
                  <a:gd name="connsiteY22" fmla="*/ 503668 h 5785844"/>
                  <a:gd name="connsiteX23" fmla="*/ 4342024 w 5143196"/>
                  <a:gd name="connsiteY23" fmla="*/ 1570959 h 5785844"/>
                  <a:gd name="connsiteX24" fmla="*/ 4809648 w 5143196"/>
                  <a:gd name="connsiteY24" fmla="*/ 3256986 h 5785844"/>
                  <a:gd name="connsiteX25" fmla="*/ 5048780 w 5143196"/>
                  <a:gd name="connsiteY25" fmla="*/ 3891294 h 5785844"/>
                  <a:gd name="connsiteX26" fmla="*/ 5140738 w 5143196"/>
                  <a:gd name="connsiteY26" fmla="*/ 4406142 h 5785844"/>
                  <a:gd name="connsiteX27" fmla="*/ 5105490 w 5143196"/>
                  <a:gd name="connsiteY27" fmla="*/ 4813480 h 5785844"/>
                  <a:gd name="connsiteX28" fmla="*/ 4963002 w 5143196"/>
                  <a:gd name="connsiteY28" fmla="*/ 5125168 h 5785844"/>
                  <a:gd name="connsiteX29" fmla="*/ 4478218 w 5143196"/>
                  <a:gd name="connsiteY29" fmla="*/ 5492219 h 5785844"/>
                  <a:gd name="connsiteX30" fmla="*/ 3820611 w 5143196"/>
                  <a:gd name="connsiteY30" fmla="*/ 5643909 h 5785844"/>
                  <a:gd name="connsiteX31" fmla="*/ 3378568 w 5143196"/>
                  <a:gd name="connsiteY31" fmla="*/ 5664415 h 5785844"/>
                  <a:gd name="connsiteX32" fmla="*/ 2512120 w 5143196"/>
                  <a:gd name="connsiteY32" fmla="*/ 5615255 h 5785844"/>
                  <a:gd name="connsiteX33" fmla="*/ 2430779 w 5143196"/>
                  <a:gd name="connsiteY33" fmla="*/ 5608012 h 5785844"/>
                  <a:gd name="connsiteX34" fmla="*/ 2428244 w 5143196"/>
                  <a:gd name="connsiteY34" fmla="*/ 5612901 h 5785844"/>
                  <a:gd name="connsiteX35" fmla="*/ 2282609 w 5143196"/>
                  <a:gd name="connsiteY35" fmla="*/ 5785098 h 5785844"/>
                  <a:gd name="connsiteX36" fmla="*/ 2281704 w 5143196"/>
                  <a:gd name="connsiteY36" fmla="*/ 5785845 h 5785844"/>
                  <a:gd name="connsiteX37" fmla="*/ 2157418 w 5143196"/>
                  <a:gd name="connsiteY37" fmla="*/ 5590766 h 5785844"/>
                  <a:gd name="connsiteX38" fmla="*/ 2053732 w 5143196"/>
                  <a:gd name="connsiteY38" fmla="*/ 5613489 h 5785844"/>
                  <a:gd name="connsiteX39" fmla="*/ 2281206 w 5143196"/>
                  <a:gd name="connsiteY39" fmla="*/ 5781680 h 5785844"/>
                  <a:gd name="connsiteX40" fmla="*/ 2427225 w 5143196"/>
                  <a:gd name="connsiteY40" fmla="*/ 5607673 h 5785844"/>
                  <a:gd name="connsiteX41" fmla="*/ 2157418 w 5143196"/>
                  <a:gd name="connsiteY41" fmla="*/ 5590766 h 5785844"/>
                  <a:gd name="connsiteX42" fmla="*/ 2432341 w 5143196"/>
                  <a:gd name="connsiteY42" fmla="*/ 5604662 h 5785844"/>
                  <a:gd name="connsiteX43" fmla="*/ 2512324 w 5143196"/>
                  <a:gd name="connsiteY43" fmla="*/ 5611792 h 5785844"/>
                  <a:gd name="connsiteX44" fmla="*/ 3820181 w 5143196"/>
                  <a:gd name="connsiteY44" fmla="*/ 5640446 h 5785844"/>
                  <a:gd name="connsiteX45" fmla="*/ 4960127 w 5143196"/>
                  <a:gd name="connsiteY45" fmla="*/ 5123131 h 5785844"/>
                  <a:gd name="connsiteX46" fmla="*/ 5137252 w 5143196"/>
                  <a:gd name="connsiteY46" fmla="*/ 4406278 h 5785844"/>
                  <a:gd name="connsiteX47" fmla="*/ 4806478 w 5143196"/>
                  <a:gd name="connsiteY47" fmla="*/ 3258366 h 5785844"/>
                  <a:gd name="connsiteX48" fmla="*/ 4338628 w 5143196"/>
                  <a:gd name="connsiteY48" fmla="*/ 1571638 h 5785844"/>
                  <a:gd name="connsiteX49" fmla="*/ 4078714 w 5143196"/>
                  <a:gd name="connsiteY49" fmla="*/ 504664 h 5785844"/>
                  <a:gd name="connsiteX50" fmla="*/ 3932106 w 5143196"/>
                  <a:gd name="connsiteY50" fmla="*/ 155744 h 5785844"/>
                  <a:gd name="connsiteX51" fmla="*/ 3761388 w 5143196"/>
                  <a:gd name="connsiteY51" fmla="*/ 5456 h 5785844"/>
                  <a:gd name="connsiteX52" fmla="*/ 3615414 w 5143196"/>
                  <a:gd name="connsiteY52" fmla="*/ 52444 h 5785844"/>
                  <a:gd name="connsiteX53" fmla="*/ 3445828 w 5143196"/>
                  <a:gd name="connsiteY53" fmla="*/ 256509 h 5785844"/>
                  <a:gd name="connsiteX54" fmla="*/ 3445941 w 5143196"/>
                  <a:gd name="connsiteY54" fmla="*/ 773778 h 5785844"/>
                  <a:gd name="connsiteX55" fmla="*/ 3280068 w 5143196"/>
                  <a:gd name="connsiteY55" fmla="*/ 1141575 h 5785844"/>
                  <a:gd name="connsiteX56" fmla="*/ 2960840 w 5143196"/>
                  <a:gd name="connsiteY56" fmla="*/ 1399033 h 5785844"/>
                  <a:gd name="connsiteX57" fmla="*/ 2534872 w 5143196"/>
                  <a:gd name="connsiteY57" fmla="*/ 1552897 h 5785844"/>
                  <a:gd name="connsiteX58" fmla="*/ 1527293 w 5143196"/>
                  <a:gd name="connsiteY58" fmla="*/ 1686390 h 5785844"/>
                  <a:gd name="connsiteX59" fmla="*/ 468009 w 5143196"/>
                  <a:gd name="connsiteY59" fmla="*/ 1850915 h 5785844"/>
                  <a:gd name="connsiteX60" fmla="*/ 3441 w 5143196"/>
                  <a:gd name="connsiteY60" fmla="*/ 2424678 h 5785844"/>
                  <a:gd name="connsiteX61" fmla="*/ 464522 w 5143196"/>
                  <a:gd name="connsiteY61" fmla="*/ 3380656 h 5785844"/>
                  <a:gd name="connsiteX62" fmla="*/ 1431940 w 5143196"/>
                  <a:gd name="connsiteY62" fmla="*/ 4243202 h 5785844"/>
                  <a:gd name="connsiteX63" fmla="*/ 2154814 w 5143196"/>
                  <a:gd name="connsiteY63" fmla="*/ 4869091 h 5785844"/>
                  <a:gd name="connsiteX64" fmla="*/ 2384868 w 5143196"/>
                  <a:gd name="connsiteY64" fmla="*/ 5158575 h 5785844"/>
                  <a:gd name="connsiteX65" fmla="*/ 2472547 w 5143196"/>
                  <a:gd name="connsiteY65" fmla="*/ 5432647 h 5785844"/>
                  <a:gd name="connsiteX66" fmla="*/ 2432364 w 5143196"/>
                  <a:gd name="connsiteY66" fmla="*/ 5604640 h 5785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5143196" h="5785844">
                    <a:moveTo>
                      <a:pt x="2281613" y="5785822"/>
                    </a:moveTo>
                    <a:lnTo>
                      <a:pt x="2280594" y="5785257"/>
                    </a:lnTo>
                    <a:cubicBezTo>
                      <a:pt x="2112887" y="5694043"/>
                      <a:pt x="2041892" y="5640740"/>
                      <a:pt x="2050450" y="5612494"/>
                    </a:cubicBezTo>
                    <a:cubicBezTo>
                      <a:pt x="2061520" y="5575872"/>
                      <a:pt x="2205389" y="5584767"/>
                      <a:pt x="2428923" y="5604368"/>
                    </a:cubicBezTo>
                    <a:cubicBezTo>
                      <a:pt x="2456429" y="5549640"/>
                      <a:pt x="2469695" y="5492648"/>
                      <a:pt x="2469106" y="5432715"/>
                    </a:cubicBezTo>
                    <a:cubicBezTo>
                      <a:pt x="2467522" y="5271676"/>
                      <a:pt x="2366870" y="5093346"/>
                      <a:pt x="2152347" y="4871513"/>
                    </a:cubicBezTo>
                    <a:cubicBezTo>
                      <a:pt x="1960869" y="4673514"/>
                      <a:pt x="1702901" y="4465804"/>
                      <a:pt x="1429789" y="4245918"/>
                    </a:cubicBezTo>
                    <a:cubicBezTo>
                      <a:pt x="1088217" y="3970897"/>
                      <a:pt x="734986" y="3686505"/>
                      <a:pt x="461964" y="3382987"/>
                    </a:cubicBezTo>
                    <a:cubicBezTo>
                      <a:pt x="314021" y="3218531"/>
                      <a:pt x="204970" y="3065708"/>
                      <a:pt x="128587" y="2915738"/>
                    </a:cubicBezTo>
                    <a:cubicBezTo>
                      <a:pt x="43262" y="2748226"/>
                      <a:pt x="0" y="2583023"/>
                      <a:pt x="0" y="2424701"/>
                    </a:cubicBezTo>
                    <a:cubicBezTo>
                      <a:pt x="0" y="2349761"/>
                      <a:pt x="11161" y="2280524"/>
                      <a:pt x="33166" y="2218915"/>
                    </a:cubicBezTo>
                    <a:cubicBezTo>
                      <a:pt x="54220" y="2159955"/>
                      <a:pt x="85914" y="2105951"/>
                      <a:pt x="127388" y="2058420"/>
                    </a:cubicBezTo>
                    <a:cubicBezTo>
                      <a:pt x="204178" y="1970398"/>
                      <a:pt x="315220" y="1901478"/>
                      <a:pt x="466854" y="1847723"/>
                    </a:cubicBezTo>
                    <a:cubicBezTo>
                      <a:pt x="749407" y="1747547"/>
                      <a:pt x="1127110" y="1716199"/>
                      <a:pt x="1526999" y="1683018"/>
                    </a:cubicBezTo>
                    <a:cubicBezTo>
                      <a:pt x="1869658" y="1654590"/>
                      <a:pt x="2223975" y="1625189"/>
                      <a:pt x="2534057" y="1549615"/>
                    </a:cubicBezTo>
                    <a:cubicBezTo>
                      <a:pt x="2884412" y="1464241"/>
                      <a:pt x="3127551" y="1330091"/>
                      <a:pt x="3277374" y="1139516"/>
                    </a:cubicBezTo>
                    <a:cubicBezTo>
                      <a:pt x="3447707" y="922844"/>
                      <a:pt x="3501655" y="633993"/>
                      <a:pt x="3442342" y="256463"/>
                    </a:cubicBezTo>
                    <a:lnTo>
                      <a:pt x="3442251" y="255830"/>
                    </a:lnTo>
                    <a:lnTo>
                      <a:pt x="3442591" y="255286"/>
                    </a:lnTo>
                    <a:cubicBezTo>
                      <a:pt x="3502198" y="160519"/>
                      <a:pt x="3559633" y="91396"/>
                      <a:pt x="3613309" y="49795"/>
                    </a:cubicBezTo>
                    <a:cubicBezTo>
                      <a:pt x="3664857" y="9847"/>
                      <a:pt x="3714888" y="-6178"/>
                      <a:pt x="3761999" y="2129"/>
                    </a:cubicBezTo>
                    <a:cubicBezTo>
                      <a:pt x="3822942" y="12880"/>
                      <a:pt x="3879539" y="62561"/>
                      <a:pt x="3935072" y="154023"/>
                    </a:cubicBezTo>
                    <a:cubicBezTo>
                      <a:pt x="3984786" y="235889"/>
                      <a:pt x="4032848" y="350257"/>
                      <a:pt x="4082019" y="503668"/>
                    </a:cubicBezTo>
                    <a:cubicBezTo>
                      <a:pt x="4173841" y="790120"/>
                      <a:pt x="4255545" y="1169392"/>
                      <a:pt x="4342024" y="1570959"/>
                    </a:cubicBezTo>
                    <a:cubicBezTo>
                      <a:pt x="4474867" y="2187726"/>
                      <a:pt x="4612216" y="2825497"/>
                      <a:pt x="4809648" y="3256986"/>
                    </a:cubicBezTo>
                    <a:cubicBezTo>
                      <a:pt x="4913197" y="3483300"/>
                      <a:pt x="4993655" y="3696712"/>
                      <a:pt x="5048780" y="3891294"/>
                    </a:cubicBezTo>
                    <a:cubicBezTo>
                      <a:pt x="5101279" y="4076596"/>
                      <a:pt x="5132203" y="4249811"/>
                      <a:pt x="5140738" y="4406142"/>
                    </a:cubicBezTo>
                    <a:cubicBezTo>
                      <a:pt x="5148820" y="4554393"/>
                      <a:pt x="5136957" y="4691439"/>
                      <a:pt x="5105490" y="4813480"/>
                    </a:cubicBezTo>
                    <a:cubicBezTo>
                      <a:pt x="5075787" y="4928618"/>
                      <a:pt x="5027862" y="5033479"/>
                      <a:pt x="4963002" y="5125168"/>
                    </a:cubicBezTo>
                    <a:cubicBezTo>
                      <a:pt x="4852820" y="5280933"/>
                      <a:pt x="4689709" y="5404422"/>
                      <a:pt x="4478218" y="5492219"/>
                    </a:cubicBezTo>
                    <a:cubicBezTo>
                      <a:pt x="4297539" y="5567226"/>
                      <a:pt x="4076291" y="5618265"/>
                      <a:pt x="3820611" y="5643909"/>
                    </a:cubicBezTo>
                    <a:cubicBezTo>
                      <a:pt x="3673663" y="5658644"/>
                      <a:pt x="3524701" y="5664415"/>
                      <a:pt x="3378568" y="5664415"/>
                    </a:cubicBezTo>
                    <a:cubicBezTo>
                      <a:pt x="3060495" y="5664415"/>
                      <a:pt x="2755508" y="5637074"/>
                      <a:pt x="2512120" y="5615255"/>
                    </a:cubicBezTo>
                    <a:cubicBezTo>
                      <a:pt x="2484116" y="5612743"/>
                      <a:pt x="2456949" y="5610321"/>
                      <a:pt x="2430779" y="5608012"/>
                    </a:cubicBezTo>
                    <a:cubicBezTo>
                      <a:pt x="2429942" y="5609642"/>
                      <a:pt x="2429104" y="5611271"/>
                      <a:pt x="2428244" y="5612901"/>
                    </a:cubicBezTo>
                    <a:cubicBezTo>
                      <a:pt x="2396867" y="5672473"/>
                      <a:pt x="2347877" y="5730393"/>
                      <a:pt x="2282609" y="5785098"/>
                    </a:cubicBezTo>
                    <a:lnTo>
                      <a:pt x="2281704" y="5785845"/>
                    </a:lnTo>
                    <a:close/>
                    <a:moveTo>
                      <a:pt x="2157418" y="5590766"/>
                    </a:moveTo>
                    <a:cubicBezTo>
                      <a:pt x="2095976" y="5590766"/>
                      <a:pt x="2058713" y="5597057"/>
                      <a:pt x="2053732" y="5613489"/>
                    </a:cubicBezTo>
                    <a:cubicBezTo>
                      <a:pt x="2045854" y="5639473"/>
                      <a:pt x="2118139" y="5692934"/>
                      <a:pt x="2281206" y="5781680"/>
                    </a:cubicBezTo>
                    <a:cubicBezTo>
                      <a:pt x="2347650" y="5725843"/>
                      <a:pt x="2396165" y="5668150"/>
                      <a:pt x="2427225" y="5607673"/>
                    </a:cubicBezTo>
                    <a:cubicBezTo>
                      <a:pt x="2316386" y="5597963"/>
                      <a:pt x="2223092" y="5590766"/>
                      <a:pt x="2157418" y="5590766"/>
                    </a:cubicBezTo>
                    <a:close/>
                    <a:moveTo>
                      <a:pt x="2432341" y="5604662"/>
                    </a:moveTo>
                    <a:cubicBezTo>
                      <a:pt x="2457991" y="5606926"/>
                      <a:pt x="2484682" y="5609302"/>
                      <a:pt x="2512324" y="5611792"/>
                    </a:cubicBezTo>
                    <a:cubicBezTo>
                      <a:pt x="2867411" y="5643615"/>
                      <a:pt x="3353734" y="5687207"/>
                      <a:pt x="3820181" y="5640446"/>
                    </a:cubicBezTo>
                    <a:cubicBezTo>
                      <a:pt x="4372971" y="5585017"/>
                      <a:pt x="4756493" y="5410963"/>
                      <a:pt x="4960127" y="5123131"/>
                    </a:cubicBezTo>
                    <a:cubicBezTo>
                      <a:pt x="5093332" y="4934842"/>
                      <a:pt x="5152917" y="4693680"/>
                      <a:pt x="5137252" y="4406278"/>
                    </a:cubicBezTo>
                    <a:cubicBezTo>
                      <a:pt x="5119797" y="4086147"/>
                      <a:pt x="5008506" y="3699926"/>
                      <a:pt x="4806478" y="3258366"/>
                    </a:cubicBezTo>
                    <a:cubicBezTo>
                      <a:pt x="4608888" y="2826539"/>
                      <a:pt x="4471494" y="2188586"/>
                      <a:pt x="4338628" y="1571638"/>
                    </a:cubicBezTo>
                    <a:cubicBezTo>
                      <a:pt x="4252171" y="1170162"/>
                      <a:pt x="4170491" y="790957"/>
                      <a:pt x="4078714" y="504664"/>
                    </a:cubicBezTo>
                    <a:cubicBezTo>
                      <a:pt x="4029611" y="351525"/>
                      <a:pt x="3981662" y="237383"/>
                      <a:pt x="3932106" y="155744"/>
                    </a:cubicBezTo>
                    <a:cubicBezTo>
                      <a:pt x="3877139" y="65186"/>
                      <a:pt x="3821290" y="16026"/>
                      <a:pt x="3761388" y="5456"/>
                    </a:cubicBezTo>
                    <a:cubicBezTo>
                      <a:pt x="3715273" y="-2669"/>
                      <a:pt x="3666170" y="13129"/>
                      <a:pt x="3615414" y="52444"/>
                    </a:cubicBezTo>
                    <a:cubicBezTo>
                      <a:pt x="3562145" y="93705"/>
                      <a:pt x="3505096" y="162375"/>
                      <a:pt x="3445828" y="256509"/>
                    </a:cubicBezTo>
                    <a:cubicBezTo>
                      <a:pt x="3476164" y="449981"/>
                      <a:pt x="3476186" y="624011"/>
                      <a:pt x="3445941" y="773778"/>
                    </a:cubicBezTo>
                    <a:cubicBezTo>
                      <a:pt x="3417643" y="913813"/>
                      <a:pt x="3361839" y="1037551"/>
                      <a:pt x="3280068" y="1141575"/>
                    </a:cubicBezTo>
                    <a:cubicBezTo>
                      <a:pt x="3199474" y="1244106"/>
                      <a:pt x="3095042" y="1328303"/>
                      <a:pt x="2960840" y="1399033"/>
                    </a:cubicBezTo>
                    <a:cubicBezTo>
                      <a:pt x="2841920" y="1461706"/>
                      <a:pt x="2702579" y="1512021"/>
                      <a:pt x="2534872" y="1552897"/>
                    </a:cubicBezTo>
                    <a:cubicBezTo>
                      <a:pt x="2224541" y="1628516"/>
                      <a:pt x="1870065" y="1657940"/>
                      <a:pt x="1527293" y="1686390"/>
                    </a:cubicBezTo>
                    <a:cubicBezTo>
                      <a:pt x="1127653" y="1719549"/>
                      <a:pt x="750154" y="1750874"/>
                      <a:pt x="468009" y="1850915"/>
                    </a:cubicBezTo>
                    <a:cubicBezTo>
                      <a:pt x="151068" y="1963291"/>
                      <a:pt x="3441" y="2145605"/>
                      <a:pt x="3441" y="2424678"/>
                    </a:cubicBezTo>
                    <a:cubicBezTo>
                      <a:pt x="3441" y="2723057"/>
                      <a:pt x="154260" y="3035764"/>
                      <a:pt x="464522" y="3380656"/>
                    </a:cubicBezTo>
                    <a:cubicBezTo>
                      <a:pt x="737363" y="3683947"/>
                      <a:pt x="1090458" y="3968271"/>
                      <a:pt x="1431940" y="4243202"/>
                    </a:cubicBezTo>
                    <a:cubicBezTo>
                      <a:pt x="1705143" y="4463179"/>
                      <a:pt x="1963201" y="4670956"/>
                      <a:pt x="2154814" y="4869091"/>
                    </a:cubicBezTo>
                    <a:cubicBezTo>
                      <a:pt x="2257435" y="4975220"/>
                      <a:pt x="2332686" y="5069897"/>
                      <a:pt x="2384868" y="5158575"/>
                    </a:cubicBezTo>
                    <a:cubicBezTo>
                      <a:pt x="2443027" y="5257417"/>
                      <a:pt x="2471710" y="5347069"/>
                      <a:pt x="2472547" y="5432647"/>
                    </a:cubicBezTo>
                    <a:cubicBezTo>
                      <a:pt x="2473136" y="5492128"/>
                      <a:pt x="2459621" y="5549957"/>
                      <a:pt x="2432364" y="560464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2C15861-88ED-27DD-4DAB-0FF41CD602A2}"/>
                  </a:ext>
                </a:extLst>
              </p:cNvPr>
              <p:cNvSpPr/>
              <p:nvPr/>
            </p:nvSpPr>
            <p:spPr>
              <a:xfrm>
                <a:off x="3801505" y="159134"/>
                <a:ext cx="5112030" cy="5748092"/>
              </a:xfrm>
              <a:custGeom>
                <a:avLst/>
                <a:gdLst>
                  <a:gd name="connsiteX0" fmla="*/ 2236358 w 5112030"/>
                  <a:gd name="connsiteY0" fmla="*/ 5748093 h 5748092"/>
                  <a:gd name="connsiteX1" fmla="*/ 2235385 w 5112030"/>
                  <a:gd name="connsiteY1" fmla="*/ 5747482 h 5748092"/>
                  <a:gd name="connsiteX2" fmla="*/ 1995325 w 5112030"/>
                  <a:gd name="connsiteY2" fmla="*/ 5537487 h 5748092"/>
                  <a:gd name="connsiteX3" fmla="*/ 2409046 w 5112030"/>
                  <a:gd name="connsiteY3" fmla="*/ 5532282 h 5748092"/>
                  <a:gd name="connsiteX4" fmla="*/ 2420026 w 5112030"/>
                  <a:gd name="connsiteY4" fmla="*/ 5468115 h 5748092"/>
                  <a:gd name="connsiteX5" fmla="*/ 2135820 w 5112030"/>
                  <a:gd name="connsiteY5" fmla="*/ 4930588 h 5748092"/>
                  <a:gd name="connsiteX6" fmla="*/ 1438822 w 5112030"/>
                  <a:gd name="connsiteY6" fmla="*/ 4285166 h 5748092"/>
                  <a:gd name="connsiteX7" fmla="*/ 468031 w 5112030"/>
                  <a:gd name="connsiteY7" fmla="*/ 3360129 h 5748092"/>
                  <a:gd name="connsiteX8" fmla="*/ 130602 w 5112030"/>
                  <a:gd name="connsiteY8" fmla="*/ 2867733 h 5748092"/>
                  <a:gd name="connsiteX9" fmla="*/ 0 w 5112030"/>
                  <a:gd name="connsiteY9" fmla="*/ 2364542 h 5748092"/>
                  <a:gd name="connsiteX10" fmla="*/ 33369 w 5112030"/>
                  <a:gd name="connsiteY10" fmla="*/ 2156787 h 5748092"/>
                  <a:gd name="connsiteX11" fmla="*/ 128203 w 5112030"/>
                  <a:gd name="connsiteY11" fmla="*/ 1993689 h 5748092"/>
                  <a:gd name="connsiteX12" fmla="*/ 469774 w 5112030"/>
                  <a:gd name="connsiteY12" fmla="*/ 1776134 h 5748092"/>
                  <a:gd name="connsiteX13" fmla="*/ 1536055 w 5112030"/>
                  <a:gd name="connsiteY13" fmla="*/ 1593435 h 5748092"/>
                  <a:gd name="connsiteX14" fmla="*/ 2533581 w 5112030"/>
                  <a:gd name="connsiteY14" fmla="*/ 1446905 h 5748092"/>
                  <a:gd name="connsiteX15" fmla="*/ 3277148 w 5112030"/>
                  <a:gd name="connsiteY15" fmla="*/ 1038412 h 5748092"/>
                  <a:gd name="connsiteX16" fmla="*/ 3469870 w 5112030"/>
                  <a:gd name="connsiteY16" fmla="*/ 248203 h 5748092"/>
                  <a:gd name="connsiteX17" fmla="*/ 3469802 w 5112030"/>
                  <a:gd name="connsiteY17" fmla="*/ 247547 h 5748092"/>
                  <a:gd name="connsiteX18" fmla="*/ 3470187 w 5112030"/>
                  <a:gd name="connsiteY18" fmla="*/ 247004 h 5748092"/>
                  <a:gd name="connsiteX19" fmla="*/ 3817984 w 5112030"/>
                  <a:gd name="connsiteY19" fmla="*/ 3896 h 5748092"/>
                  <a:gd name="connsiteX20" fmla="*/ 3975640 w 5112030"/>
                  <a:gd name="connsiteY20" fmla="*/ 151173 h 5748092"/>
                  <a:gd name="connsiteX21" fmla="*/ 4098160 w 5112030"/>
                  <a:gd name="connsiteY21" fmla="*/ 475491 h 5748092"/>
                  <a:gd name="connsiteX22" fmla="*/ 4293487 w 5112030"/>
                  <a:gd name="connsiteY22" fmla="*/ 1464220 h 5748092"/>
                  <a:gd name="connsiteX23" fmla="*/ 4734872 w 5112030"/>
                  <a:gd name="connsiteY23" fmla="*/ 3248816 h 5748092"/>
                  <a:gd name="connsiteX24" fmla="*/ 4997730 w 5112030"/>
                  <a:gd name="connsiteY24" fmla="*/ 3902205 h 5748092"/>
                  <a:gd name="connsiteX25" fmla="*/ 5106418 w 5112030"/>
                  <a:gd name="connsiteY25" fmla="*/ 4427351 h 5748092"/>
                  <a:gd name="connsiteX26" fmla="*/ 5081787 w 5112030"/>
                  <a:gd name="connsiteY26" fmla="*/ 4837541 h 5748092"/>
                  <a:gd name="connsiteX27" fmla="*/ 4944642 w 5112030"/>
                  <a:gd name="connsiteY27" fmla="*/ 5145880 h 5748092"/>
                  <a:gd name="connsiteX28" fmla="*/ 4479033 w 5112030"/>
                  <a:gd name="connsiteY28" fmla="*/ 5486674 h 5748092"/>
                  <a:gd name="connsiteX29" fmla="*/ 3838993 w 5112030"/>
                  <a:gd name="connsiteY29" fmla="*/ 5615279 h 5748092"/>
                  <a:gd name="connsiteX30" fmla="*/ 2530231 w 5112030"/>
                  <a:gd name="connsiteY30" fmla="*/ 5549641 h 5748092"/>
                  <a:gd name="connsiteX31" fmla="*/ 2411446 w 5112030"/>
                  <a:gd name="connsiteY31" fmla="*/ 5536084 h 5748092"/>
                  <a:gd name="connsiteX32" fmla="*/ 2374069 w 5112030"/>
                  <a:gd name="connsiteY32" fmla="*/ 5615528 h 5748092"/>
                  <a:gd name="connsiteX33" fmla="*/ 2237332 w 5112030"/>
                  <a:gd name="connsiteY33" fmla="*/ 5747459 h 5748092"/>
                  <a:gd name="connsiteX34" fmla="*/ 2236381 w 5112030"/>
                  <a:gd name="connsiteY34" fmla="*/ 5748093 h 5748092"/>
                  <a:gd name="connsiteX35" fmla="*/ 2106707 w 5112030"/>
                  <a:gd name="connsiteY35" fmla="*/ 5511730 h 5748092"/>
                  <a:gd name="connsiteX36" fmla="*/ 1998653 w 5112030"/>
                  <a:gd name="connsiteY36" fmla="*/ 5538641 h 5748092"/>
                  <a:gd name="connsiteX37" fmla="*/ 2236291 w 5112030"/>
                  <a:gd name="connsiteY37" fmla="*/ 5743884 h 5748092"/>
                  <a:gd name="connsiteX38" fmla="*/ 2408027 w 5112030"/>
                  <a:gd name="connsiteY38" fmla="*/ 5535699 h 5748092"/>
                  <a:gd name="connsiteX39" fmla="*/ 2106707 w 5112030"/>
                  <a:gd name="connsiteY39" fmla="*/ 5511730 h 5748092"/>
                  <a:gd name="connsiteX40" fmla="*/ 2412442 w 5112030"/>
                  <a:gd name="connsiteY40" fmla="*/ 5532643 h 5748092"/>
                  <a:gd name="connsiteX41" fmla="*/ 2530616 w 5112030"/>
                  <a:gd name="connsiteY41" fmla="*/ 5546133 h 5748092"/>
                  <a:gd name="connsiteX42" fmla="*/ 3838744 w 5112030"/>
                  <a:gd name="connsiteY42" fmla="*/ 5611771 h 5748092"/>
                  <a:gd name="connsiteX43" fmla="*/ 4941790 w 5112030"/>
                  <a:gd name="connsiteY43" fmla="*/ 5143842 h 5748092"/>
                  <a:gd name="connsiteX44" fmla="*/ 5102932 w 5112030"/>
                  <a:gd name="connsiteY44" fmla="*/ 4427668 h 5748092"/>
                  <a:gd name="connsiteX45" fmla="*/ 4731703 w 5112030"/>
                  <a:gd name="connsiteY45" fmla="*/ 3250355 h 5748092"/>
                  <a:gd name="connsiteX46" fmla="*/ 4469864 w 5112030"/>
                  <a:gd name="connsiteY46" fmla="*/ 2426784 h 5748092"/>
                  <a:gd name="connsiteX47" fmla="*/ 4290000 w 5112030"/>
                  <a:gd name="connsiteY47" fmla="*/ 1464808 h 5748092"/>
                  <a:gd name="connsiteX48" fmla="*/ 4094742 w 5112030"/>
                  <a:gd name="connsiteY48" fmla="*/ 476441 h 5748092"/>
                  <a:gd name="connsiteX49" fmla="*/ 3972561 w 5112030"/>
                  <a:gd name="connsiteY49" fmla="*/ 152916 h 5748092"/>
                  <a:gd name="connsiteX50" fmla="*/ 3817170 w 5112030"/>
                  <a:gd name="connsiteY50" fmla="*/ 7336 h 5748092"/>
                  <a:gd name="connsiteX51" fmla="*/ 3663363 w 5112030"/>
                  <a:gd name="connsiteY51" fmla="*/ 47488 h 5748092"/>
                  <a:gd name="connsiteX52" fmla="*/ 3473424 w 5112030"/>
                  <a:gd name="connsiteY52" fmla="*/ 248543 h 5748092"/>
                  <a:gd name="connsiteX53" fmla="*/ 3447005 w 5112030"/>
                  <a:gd name="connsiteY53" fmla="*/ 706761 h 5748092"/>
                  <a:gd name="connsiteX54" fmla="*/ 3279864 w 5112030"/>
                  <a:gd name="connsiteY54" fmla="*/ 1040653 h 5748092"/>
                  <a:gd name="connsiteX55" fmla="*/ 2958531 w 5112030"/>
                  <a:gd name="connsiteY55" fmla="*/ 1294467 h 5748092"/>
                  <a:gd name="connsiteX56" fmla="*/ 2534441 w 5112030"/>
                  <a:gd name="connsiteY56" fmla="*/ 1450323 h 5748092"/>
                  <a:gd name="connsiteX57" fmla="*/ 1536394 w 5112030"/>
                  <a:gd name="connsiteY57" fmla="*/ 1596943 h 5748092"/>
                  <a:gd name="connsiteX58" fmla="*/ 470997 w 5112030"/>
                  <a:gd name="connsiteY58" fmla="*/ 1779439 h 5748092"/>
                  <a:gd name="connsiteX59" fmla="*/ 3509 w 5112030"/>
                  <a:gd name="connsiteY59" fmla="*/ 2364542 h 5748092"/>
                  <a:gd name="connsiteX60" fmla="*/ 470703 w 5112030"/>
                  <a:gd name="connsiteY60" fmla="*/ 3357843 h 5748092"/>
                  <a:gd name="connsiteX61" fmla="*/ 1441131 w 5112030"/>
                  <a:gd name="connsiteY61" fmla="*/ 4282496 h 5748092"/>
                  <a:gd name="connsiteX62" fmla="*/ 2138424 w 5112030"/>
                  <a:gd name="connsiteY62" fmla="*/ 4928189 h 5748092"/>
                  <a:gd name="connsiteX63" fmla="*/ 2352653 w 5112030"/>
                  <a:gd name="connsiteY63" fmla="*/ 5213011 h 5748092"/>
                  <a:gd name="connsiteX64" fmla="*/ 2423557 w 5112030"/>
                  <a:gd name="connsiteY64" fmla="*/ 5468296 h 5748092"/>
                  <a:gd name="connsiteX65" fmla="*/ 2412464 w 5112030"/>
                  <a:gd name="connsiteY65" fmla="*/ 5532621 h 5748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5112030" h="5748092">
                    <a:moveTo>
                      <a:pt x="2236358" y="5748093"/>
                    </a:moveTo>
                    <a:lnTo>
                      <a:pt x="2235385" y="5747482"/>
                    </a:lnTo>
                    <a:cubicBezTo>
                      <a:pt x="2057355" y="5636577"/>
                      <a:pt x="1983326" y="5571822"/>
                      <a:pt x="1995325" y="5537487"/>
                    </a:cubicBezTo>
                    <a:cubicBezTo>
                      <a:pt x="2010696" y="5493487"/>
                      <a:pt x="2166269" y="5505144"/>
                      <a:pt x="2409046" y="5532282"/>
                    </a:cubicBezTo>
                    <a:cubicBezTo>
                      <a:pt x="2415045" y="5511549"/>
                      <a:pt x="2418690" y="5490183"/>
                      <a:pt x="2420026" y="5468115"/>
                    </a:cubicBezTo>
                    <a:cubicBezTo>
                      <a:pt x="2428742" y="5323509"/>
                      <a:pt x="2338436" y="5152692"/>
                      <a:pt x="2135820" y="4930588"/>
                    </a:cubicBezTo>
                    <a:cubicBezTo>
                      <a:pt x="1954394" y="4731728"/>
                      <a:pt x="1703965" y="4514808"/>
                      <a:pt x="1438822" y="4285166"/>
                    </a:cubicBezTo>
                    <a:cubicBezTo>
                      <a:pt x="1097137" y="3989231"/>
                      <a:pt x="743838" y="3683224"/>
                      <a:pt x="468031" y="3360129"/>
                    </a:cubicBezTo>
                    <a:cubicBezTo>
                      <a:pt x="318413" y="3184831"/>
                      <a:pt x="208026" y="3023770"/>
                      <a:pt x="130602" y="2867733"/>
                    </a:cubicBezTo>
                    <a:cubicBezTo>
                      <a:pt x="43942" y="2693092"/>
                      <a:pt x="0" y="2523815"/>
                      <a:pt x="0" y="2364542"/>
                    </a:cubicBezTo>
                    <a:cubicBezTo>
                      <a:pt x="0" y="2289104"/>
                      <a:pt x="11229" y="2219211"/>
                      <a:pt x="33369" y="2156787"/>
                    </a:cubicBezTo>
                    <a:cubicBezTo>
                      <a:pt x="54559" y="2097080"/>
                      <a:pt x="86457" y="2042215"/>
                      <a:pt x="128203" y="1993689"/>
                    </a:cubicBezTo>
                    <a:cubicBezTo>
                      <a:pt x="205491" y="1903833"/>
                      <a:pt x="317213" y="1832673"/>
                      <a:pt x="469774" y="1776134"/>
                    </a:cubicBezTo>
                    <a:cubicBezTo>
                      <a:pt x="754071" y="1670752"/>
                      <a:pt x="1133924" y="1633203"/>
                      <a:pt x="1536055" y="1593435"/>
                    </a:cubicBezTo>
                    <a:cubicBezTo>
                      <a:pt x="1875114" y="1559915"/>
                      <a:pt x="2225741" y="1525240"/>
                      <a:pt x="2533581" y="1446905"/>
                    </a:cubicBezTo>
                    <a:cubicBezTo>
                      <a:pt x="2881333" y="1358407"/>
                      <a:pt x="3124563" y="1224778"/>
                      <a:pt x="3277148" y="1038412"/>
                    </a:cubicBezTo>
                    <a:cubicBezTo>
                      <a:pt x="3440304" y="839123"/>
                      <a:pt x="3503353" y="580647"/>
                      <a:pt x="3469870" y="248203"/>
                    </a:cubicBezTo>
                    <a:lnTo>
                      <a:pt x="3469802" y="247547"/>
                    </a:lnTo>
                    <a:lnTo>
                      <a:pt x="3470187" y="247004"/>
                    </a:lnTo>
                    <a:cubicBezTo>
                      <a:pt x="3605589" y="60321"/>
                      <a:pt x="3719348" y="-19213"/>
                      <a:pt x="3817984" y="3896"/>
                    </a:cubicBezTo>
                    <a:cubicBezTo>
                      <a:pt x="3875781" y="17431"/>
                      <a:pt x="3927352" y="65618"/>
                      <a:pt x="3975640" y="151173"/>
                    </a:cubicBezTo>
                    <a:cubicBezTo>
                      <a:pt x="4018970" y="227946"/>
                      <a:pt x="4059041" y="334030"/>
                      <a:pt x="4098160" y="475491"/>
                    </a:cubicBezTo>
                    <a:cubicBezTo>
                      <a:pt x="4171306" y="740033"/>
                      <a:pt x="4230665" y="1091805"/>
                      <a:pt x="4293487" y="1464220"/>
                    </a:cubicBezTo>
                    <a:cubicBezTo>
                      <a:pt x="4399050" y="2089859"/>
                      <a:pt x="4518696" y="2798949"/>
                      <a:pt x="4734872" y="3248816"/>
                    </a:cubicBezTo>
                    <a:cubicBezTo>
                      <a:pt x="4847341" y="3482871"/>
                      <a:pt x="4935790" y="3702712"/>
                      <a:pt x="4997730" y="3902205"/>
                    </a:cubicBezTo>
                    <a:cubicBezTo>
                      <a:pt x="5056726" y="4092169"/>
                      <a:pt x="5093287" y="4268870"/>
                      <a:pt x="5106418" y="4427351"/>
                    </a:cubicBezTo>
                    <a:cubicBezTo>
                      <a:pt x="5118869" y="4577639"/>
                      <a:pt x="5110583" y="4715659"/>
                      <a:pt x="5081787" y="4837541"/>
                    </a:cubicBezTo>
                    <a:cubicBezTo>
                      <a:pt x="5054620" y="4952497"/>
                      <a:pt x="5008483" y="5056250"/>
                      <a:pt x="4944642" y="5145880"/>
                    </a:cubicBezTo>
                    <a:cubicBezTo>
                      <a:pt x="4839712" y="5293179"/>
                      <a:pt x="4683075" y="5407842"/>
                      <a:pt x="4479033" y="5486674"/>
                    </a:cubicBezTo>
                    <a:cubicBezTo>
                      <a:pt x="4304059" y="5554281"/>
                      <a:pt x="4088720" y="5597557"/>
                      <a:pt x="3838993" y="5615279"/>
                    </a:cubicBezTo>
                    <a:cubicBezTo>
                      <a:pt x="3381738" y="5647758"/>
                      <a:pt x="2889574" y="5591038"/>
                      <a:pt x="2530231" y="5549641"/>
                    </a:cubicBezTo>
                    <a:cubicBezTo>
                      <a:pt x="2488960" y="5544888"/>
                      <a:pt x="2449252" y="5540316"/>
                      <a:pt x="2411446" y="5536084"/>
                    </a:cubicBezTo>
                    <a:cubicBezTo>
                      <a:pt x="2403069" y="5563697"/>
                      <a:pt x="2390595" y="5590246"/>
                      <a:pt x="2374069" y="5615528"/>
                    </a:cubicBezTo>
                    <a:cubicBezTo>
                      <a:pt x="2343236" y="5662674"/>
                      <a:pt x="2297234" y="5707059"/>
                      <a:pt x="2237332" y="5747459"/>
                    </a:cubicBezTo>
                    <a:lnTo>
                      <a:pt x="2236381" y="5748093"/>
                    </a:lnTo>
                    <a:close/>
                    <a:moveTo>
                      <a:pt x="2106707" y="5511730"/>
                    </a:moveTo>
                    <a:cubicBezTo>
                      <a:pt x="2043862" y="5511730"/>
                      <a:pt x="2005376" y="5519358"/>
                      <a:pt x="1998653" y="5538641"/>
                    </a:cubicBezTo>
                    <a:cubicBezTo>
                      <a:pt x="1987469" y="5570623"/>
                      <a:pt x="2062992" y="5635853"/>
                      <a:pt x="2236291" y="5743884"/>
                    </a:cubicBezTo>
                    <a:cubicBezTo>
                      <a:pt x="2327818" y="5681958"/>
                      <a:pt x="2384528" y="5613378"/>
                      <a:pt x="2408027" y="5535699"/>
                    </a:cubicBezTo>
                    <a:cubicBezTo>
                      <a:pt x="2282971" y="5521757"/>
                      <a:pt x="2178811" y="5511730"/>
                      <a:pt x="2106707" y="5511730"/>
                    </a:cubicBezTo>
                    <a:close/>
                    <a:moveTo>
                      <a:pt x="2412442" y="5532643"/>
                    </a:moveTo>
                    <a:cubicBezTo>
                      <a:pt x="2449841" y="5536831"/>
                      <a:pt x="2489300" y="5541380"/>
                      <a:pt x="2530616" y="5546133"/>
                    </a:cubicBezTo>
                    <a:cubicBezTo>
                      <a:pt x="2889823" y="5587530"/>
                      <a:pt x="3381806" y="5644205"/>
                      <a:pt x="3838744" y="5611771"/>
                    </a:cubicBezTo>
                    <a:cubicBezTo>
                      <a:pt x="4384291" y="5573022"/>
                      <a:pt x="4745082" y="5419973"/>
                      <a:pt x="4941790" y="5143842"/>
                    </a:cubicBezTo>
                    <a:cubicBezTo>
                      <a:pt x="5072845" y="4959853"/>
                      <a:pt x="5127064" y="4718895"/>
                      <a:pt x="5102932" y="4427668"/>
                    </a:cubicBezTo>
                    <a:cubicBezTo>
                      <a:pt x="5076037" y="4103101"/>
                      <a:pt x="4951162" y="3706989"/>
                      <a:pt x="4731703" y="3250355"/>
                    </a:cubicBezTo>
                    <a:cubicBezTo>
                      <a:pt x="4635014" y="3049119"/>
                      <a:pt x="4549371" y="2779733"/>
                      <a:pt x="4469864" y="2426784"/>
                    </a:cubicBezTo>
                    <a:cubicBezTo>
                      <a:pt x="4399911" y="2116114"/>
                      <a:pt x="4344039" y="1785007"/>
                      <a:pt x="4290000" y="1464808"/>
                    </a:cubicBezTo>
                    <a:cubicBezTo>
                      <a:pt x="4227178" y="1092484"/>
                      <a:pt x="4167842" y="740802"/>
                      <a:pt x="4094742" y="476441"/>
                    </a:cubicBezTo>
                    <a:cubicBezTo>
                      <a:pt x="4055713" y="335252"/>
                      <a:pt x="4015733" y="229417"/>
                      <a:pt x="3972561" y="152916"/>
                    </a:cubicBezTo>
                    <a:cubicBezTo>
                      <a:pt x="3924793" y="68266"/>
                      <a:pt x="3873947" y="20645"/>
                      <a:pt x="3817170" y="7336"/>
                    </a:cubicBezTo>
                    <a:cubicBezTo>
                      <a:pt x="3770240" y="-3664"/>
                      <a:pt x="3718488" y="9848"/>
                      <a:pt x="3663363" y="47488"/>
                    </a:cubicBezTo>
                    <a:cubicBezTo>
                      <a:pt x="3605476" y="87006"/>
                      <a:pt x="3541567" y="154658"/>
                      <a:pt x="3473424" y="248543"/>
                    </a:cubicBezTo>
                    <a:cubicBezTo>
                      <a:pt x="3490494" y="418590"/>
                      <a:pt x="3481597" y="572747"/>
                      <a:pt x="3447005" y="706761"/>
                    </a:cubicBezTo>
                    <a:cubicBezTo>
                      <a:pt x="3414541" y="832491"/>
                      <a:pt x="3358307" y="944845"/>
                      <a:pt x="3279864" y="1040653"/>
                    </a:cubicBezTo>
                    <a:cubicBezTo>
                      <a:pt x="3197799" y="1140898"/>
                      <a:pt x="3092688" y="1223918"/>
                      <a:pt x="2958531" y="1294467"/>
                    </a:cubicBezTo>
                    <a:cubicBezTo>
                      <a:pt x="2839656" y="1356981"/>
                      <a:pt x="2700926" y="1407952"/>
                      <a:pt x="2534441" y="1450323"/>
                    </a:cubicBezTo>
                    <a:cubicBezTo>
                      <a:pt x="2226352" y="1528726"/>
                      <a:pt x="1875589" y="1563423"/>
                      <a:pt x="1536394" y="1596943"/>
                    </a:cubicBezTo>
                    <a:cubicBezTo>
                      <a:pt x="1134490" y="1636688"/>
                      <a:pt x="754863" y="1674215"/>
                      <a:pt x="470997" y="1779439"/>
                    </a:cubicBezTo>
                    <a:cubicBezTo>
                      <a:pt x="152041" y="1897654"/>
                      <a:pt x="3509" y="2083567"/>
                      <a:pt x="3509" y="2364542"/>
                    </a:cubicBezTo>
                    <a:cubicBezTo>
                      <a:pt x="3509" y="2664641"/>
                      <a:pt x="156320" y="2989548"/>
                      <a:pt x="470703" y="3357843"/>
                    </a:cubicBezTo>
                    <a:cubicBezTo>
                      <a:pt x="746328" y="3680757"/>
                      <a:pt x="1099536" y="3986673"/>
                      <a:pt x="1441131" y="4282496"/>
                    </a:cubicBezTo>
                    <a:cubicBezTo>
                      <a:pt x="1706342" y="4512205"/>
                      <a:pt x="1956862" y="4729171"/>
                      <a:pt x="2138424" y="4928189"/>
                    </a:cubicBezTo>
                    <a:cubicBezTo>
                      <a:pt x="2235543" y="5034658"/>
                      <a:pt x="2305610" y="5127817"/>
                      <a:pt x="2352653" y="5213011"/>
                    </a:cubicBezTo>
                    <a:cubicBezTo>
                      <a:pt x="2404994" y="5307846"/>
                      <a:pt x="2428198" y="5391342"/>
                      <a:pt x="2423557" y="5468296"/>
                    </a:cubicBezTo>
                    <a:cubicBezTo>
                      <a:pt x="2422222" y="5490273"/>
                      <a:pt x="2418532" y="5511753"/>
                      <a:pt x="2412464" y="5532621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AE2ABF23-D62C-8782-3D14-200BA7AD4AEA}"/>
                  </a:ext>
                </a:extLst>
              </p:cNvPr>
              <p:cNvSpPr/>
              <p:nvPr/>
            </p:nvSpPr>
            <p:spPr>
              <a:xfrm>
                <a:off x="3846556" y="167178"/>
                <a:ext cx="5083730" cy="5710377"/>
              </a:xfrm>
              <a:custGeom>
                <a:avLst/>
                <a:gdLst>
                  <a:gd name="connsiteX0" fmla="*/ 2191126 w 5083730"/>
                  <a:gd name="connsiteY0" fmla="*/ 5710377 h 5710377"/>
                  <a:gd name="connsiteX1" fmla="*/ 2190243 w 5083730"/>
                  <a:gd name="connsiteY1" fmla="*/ 5709766 h 5710377"/>
                  <a:gd name="connsiteX2" fmla="*/ 1988307 w 5083730"/>
                  <a:gd name="connsiteY2" fmla="*/ 5550833 h 5710377"/>
                  <a:gd name="connsiteX3" fmla="*/ 1940562 w 5083730"/>
                  <a:gd name="connsiteY3" fmla="*/ 5461678 h 5710377"/>
                  <a:gd name="connsiteX4" fmla="*/ 2125972 w 5083730"/>
                  <a:gd name="connsiteY4" fmla="*/ 5431463 h 5710377"/>
                  <a:gd name="connsiteX5" fmla="*/ 2372055 w 5083730"/>
                  <a:gd name="connsiteY5" fmla="*/ 5458600 h 5710377"/>
                  <a:gd name="connsiteX6" fmla="*/ 1450186 w 5083730"/>
                  <a:gd name="connsiteY6" fmla="*/ 4331308 h 5710377"/>
                  <a:gd name="connsiteX7" fmla="*/ 475321 w 5083730"/>
                  <a:gd name="connsiteY7" fmla="*/ 3340972 h 5710377"/>
                  <a:gd name="connsiteX8" fmla="*/ 0 w 5083730"/>
                  <a:gd name="connsiteY8" fmla="*/ 2304441 h 5710377"/>
                  <a:gd name="connsiteX9" fmla="*/ 33709 w 5083730"/>
                  <a:gd name="connsiteY9" fmla="*/ 2094310 h 5710377"/>
                  <a:gd name="connsiteX10" fmla="*/ 129470 w 5083730"/>
                  <a:gd name="connsiteY10" fmla="*/ 1928224 h 5710377"/>
                  <a:gd name="connsiteX11" fmla="*/ 474280 w 5083730"/>
                  <a:gd name="connsiteY11" fmla="*/ 1703268 h 5710377"/>
                  <a:gd name="connsiteX12" fmla="*/ 1549909 w 5083730"/>
                  <a:gd name="connsiteY12" fmla="*/ 1501964 h 5710377"/>
                  <a:gd name="connsiteX13" fmla="*/ 2894509 w 5083730"/>
                  <a:gd name="connsiteY13" fmla="*/ 1217821 h 5710377"/>
                  <a:gd name="connsiteX14" fmla="*/ 3497444 w 5083730"/>
                  <a:gd name="connsiteY14" fmla="*/ 240002 h 5710377"/>
                  <a:gd name="connsiteX15" fmla="*/ 3497444 w 5083730"/>
                  <a:gd name="connsiteY15" fmla="*/ 239323 h 5710377"/>
                  <a:gd name="connsiteX16" fmla="*/ 3497851 w 5083730"/>
                  <a:gd name="connsiteY16" fmla="*/ 238802 h 5710377"/>
                  <a:gd name="connsiteX17" fmla="*/ 3874196 w 5083730"/>
                  <a:gd name="connsiteY17" fmla="*/ 6083 h 5710377"/>
                  <a:gd name="connsiteX18" fmla="*/ 4259303 w 5083730"/>
                  <a:gd name="connsiteY18" fmla="*/ 1383613 h 5710377"/>
                  <a:gd name="connsiteX19" fmla="*/ 4660210 w 5083730"/>
                  <a:gd name="connsiteY19" fmla="*/ 3240728 h 5710377"/>
                  <a:gd name="connsiteX20" fmla="*/ 4947631 w 5083730"/>
                  <a:gd name="connsiteY20" fmla="*/ 3912608 h 5710377"/>
                  <a:gd name="connsiteX21" fmla="*/ 5073682 w 5083730"/>
                  <a:gd name="connsiteY21" fmla="*/ 4447600 h 5710377"/>
                  <a:gd name="connsiteX22" fmla="*/ 5060122 w 5083730"/>
                  <a:gd name="connsiteY22" fmla="*/ 4860257 h 5710377"/>
                  <a:gd name="connsiteX23" fmla="*/ 4928614 w 5083730"/>
                  <a:gd name="connsiteY23" fmla="*/ 5164974 h 5710377"/>
                  <a:gd name="connsiteX24" fmla="*/ 4480097 w 5083730"/>
                  <a:gd name="connsiteY24" fmla="*/ 5481573 h 5710377"/>
                  <a:gd name="connsiteX25" fmla="*/ 3855271 w 5083730"/>
                  <a:gd name="connsiteY25" fmla="*/ 5588472 h 5710377"/>
                  <a:gd name="connsiteX26" fmla="*/ 3700241 w 5083730"/>
                  <a:gd name="connsiteY26" fmla="*/ 5591596 h 5710377"/>
                  <a:gd name="connsiteX27" fmla="*/ 2546440 w 5083730"/>
                  <a:gd name="connsiteY27" fmla="*/ 5486372 h 5710377"/>
                  <a:gd name="connsiteX28" fmla="*/ 2375722 w 5083730"/>
                  <a:gd name="connsiteY28" fmla="*/ 5462719 h 5710377"/>
                  <a:gd name="connsiteX29" fmla="*/ 2373300 w 5083730"/>
                  <a:gd name="connsiteY29" fmla="*/ 5497304 h 5710377"/>
                  <a:gd name="connsiteX30" fmla="*/ 2192123 w 5083730"/>
                  <a:gd name="connsiteY30" fmla="*/ 5709902 h 5710377"/>
                  <a:gd name="connsiteX31" fmla="*/ 2191172 w 5083730"/>
                  <a:gd name="connsiteY31" fmla="*/ 5710377 h 5710377"/>
                  <a:gd name="connsiteX32" fmla="*/ 2055974 w 5083730"/>
                  <a:gd name="connsiteY32" fmla="*/ 5432368 h 5710377"/>
                  <a:gd name="connsiteX33" fmla="*/ 1943912 w 5083730"/>
                  <a:gd name="connsiteY33" fmla="*/ 5462991 h 5710377"/>
                  <a:gd name="connsiteX34" fmla="*/ 2191421 w 5083730"/>
                  <a:gd name="connsiteY34" fmla="*/ 5706190 h 5710377"/>
                  <a:gd name="connsiteX35" fmla="*/ 2369677 w 5083730"/>
                  <a:gd name="connsiteY35" fmla="*/ 5496783 h 5710377"/>
                  <a:gd name="connsiteX36" fmla="*/ 2372077 w 5083730"/>
                  <a:gd name="connsiteY36" fmla="*/ 5462221 h 5710377"/>
                  <a:gd name="connsiteX37" fmla="*/ 2055974 w 5083730"/>
                  <a:gd name="connsiteY37" fmla="*/ 5432368 h 5710377"/>
                  <a:gd name="connsiteX38" fmla="*/ 2375654 w 5083730"/>
                  <a:gd name="connsiteY38" fmla="*/ 5459076 h 5710377"/>
                  <a:gd name="connsiteX39" fmla="*/ 2546893 w 5083730"/>
                  <a:gd name="connsiteY39" fmla="*/ 5482796 h 5710377"/>
                  <a:gd name="connsiteX40" fmla="*/ 3700196 w 5083730"/>
                  <a:gd name="connsiteY40" fmla="*/ 5587974 h 5710377"/>
                  <a:gd name="connsiteX41" fmla="*/ 3855067 w 5083730"/>
                  <a:gd name="connsiteY41" fmla="*/ 5584851 h 5710377"/>
                  <a:gd name="connsiteX42" fmla="*/ 4925625 w 5083730"/>
                  <a:gd name="connsiteY42" fmla="*/ 5162869 h 5710377"/>
                  <a:gd name="connsiteX43" fmla="*/ 5070037 w 5083730"/>
                  <a:gd name="connsiteY43" fmla="*/ 4447984 h 5710377"/>
                  <a:gd name="connsiteX44" fmla="*/ 4656927 w 5083730"/>
                  <a:gd name="connsiteY44" fmla="*/ 3242334 h 5710377"/>
                  <a:gd name="connsiteX45" fmla="*/ 4255657 w 5083730"/>
                  <a:gd name="connsiteY45" fmla="*/ 1384043 h 5710377"/>
                  <a:gd name="connsiteX46" fmla="*/ 3873110 w 5083730"/>
                  <a:gd name="connsiteY46" fmla="*/ 9523 h 5710377"/>
                  <a:gd name="connsiteX47" fmla="*/ 3500998 w 5083730"/>
                  <a:gd name="connsiteY47" fmla="*/ 240567 h 5710377"/>
                  <a:gd name="connsiteX48" fmla="*/ 3466542 w 5083730"/>
                  <a:gd name="connsiteY48" fmla="*/ 587723 h 5710377"/>
                  <a:gd name="connsiteX49" fmla="*/ 3345199 w 5083730"/>
                  <a:gd name="connsiteY49" fmla="*/ 860209 h 5710377"/>
                  <a:gd name="connsiteX50" fmla="*/ 2895958 w 5083730"/>
                  <a:gd name="connsiteY50" fmla="*/ 1221103 h 5710377"/>
                  <a:gd name="connsiteX51" fmla="*/ 1550249 w 5083730"/>
                  <a:gd name="connsiteY51" fmla="*/ 1505563 h 5710377"/>
                  <a:gd name="connsiteX52" fmla="*/ 475525 w 5083730"/>
                  <a:gd name="connsiteY52" fmla="*/ 1706640 h 5710377"/>
                  <a:gd name="connsiteX53" fmla="*/ 3554 w 5083730"/>
                  <a:gd name="connsiteY53" fmla="*/ 2304463 h 5710377"/>
                  <a:gd name="connsiteX54" fmla="*/ 478083 w 5083730"/>
                  <a:gd name="connsiteY54" fmla="*/ 3338709 h 5710377"/>
                  <a:gd name="connsiteX55" fmla="*/ 1452609 w 5083730"/>
                  <a:gd name="connsiteY55" fmla="*/ 4328682 h 5710377"/>
                  <a:gd name="connsiteX56" fmla="*/ 2375631 w 5083730"/>
                  <a:gd name="connsiteY56" fmla="*/ 5459076 h 5710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083730" h="5710377">
                    <a:moveTo>
                      <a:pt x="2191126" y="5710377"/>
                    </a:moveTo>
                    <a:lnTo>
                      <a:pt x="2190243" y="5709766"/>
                    </a:lnTo>
                    <a:cubicBezTo>
                      <a:pt x="2095184" y="5643563"/>
                      <a:pt x="2029124" y="5591573"/>
                      <a:pt x="1988307" y="5550833"/>
                    </a:cubicBezTo>
                    <a:cubicBezTo>
                      <a:pt x="1948304" y="5510907"/>
                      <a:pt x="1932684" y="5481755"/>
                      <a:pt x="1940562" y="5461678"/>
                    </a:cubicBezTo>
                    <a:cubicBezTo>
                      <a:pt x="1951813" y="5433002"/>
                      <a:pt x="2008999" y="5423676"/>
                      <a:pt x="2125972" y="5431463"/>
                    </a:cubicBezTo>
                    <a:cubicBezTo>
                      <a:pt x="2193209" y="5435921"/>
                      <a:pt x="2276723" y="5445857"/>
                      <a:pt x="2372055" y="5458600"/>
                    </a:cubicBezTo>
                    <a:cubicBezTo>
                      <a:pt x="2368387" y="5184077"/>
                      <a:pt x="1941241" y="4787399"/>
                      <a:pt x="1450186" y="4331308"/>
                    </a:cubicBezTo>
                    <a:cubicBezTo>
                      <a:pt x="1124099" y="4028447"/>
                      <a:pt x="754501" y="3685185"/>
                      <a:pt x="475321" y="3340972"/>
                    </a:cubicBezTo>
                    <a:cubicBezTo>
                      <a:pt x="155482" y="2946626"/>
                      <a:pt x="0" y="2607573"/>
                      <a:pt x="0" y="2304441"/>
                    </a:cubicBezTo>
                    <a:cubicBezTo>
                      <a:pt x="0" y="2228324"/>
                      <a:pt x="11342" y="2157616"/>
                      <a:pt x="33709" y="2094310"/>
                    </a:cubicBezTo>
                    <a:cubicBezTo>
                      <a:pt x="55102" y="2033742"/>
                      <a:pt x="87317" y="1977859"/>
                      <a:pt x="129470" y="1928224"/>
                    </a:cubicBezTo>
                    <a:cubicBezTo>
                      <a:pt x="207506" y="1836331"/>
                      <a:pt x="320292" y="1762749"/>
                      <a:pt x="474280" y="1703268"/>
                    </a:cubicBezTo>
                    <a:cubicBezTo>
                      <a:pt x="761224" y="1592408"/>
                      <a:pt x="1144316" y="1548476"/>
                      <a:pt x="1549909" y="1501964"/>
                    </a:cubicBezTo>
                    <a:cubicBezTo>
                      <a:pt x="2027834" y="1447145"/>
                      <a:pt x="2522036" y="1390493"/>
                      <a:pt x="2894509" y="1217821"/>
                    </a:cubicBezTo>
                    <a:cubicBezTo>
                      <a:pt x="3316267" y="1022311"/>
                      <a:pt x="3513472" y="702475"/>
                      <a:pt x="3497444" y="240002"/>
                    </a:cubicBezTo>
                    <a:lnTo>
                      <a:pt x="3497444" y="239323"/>
                    </a:lnTo>
                    <a:cubicBezTo>
                      <a:pt x="3497444" y="239323"/>
                      <a:pt x="3497851" y="238802"/>
                      <a:pt x="3497851" y="238802"/>
                    </a:cubicBezTo>
                    <a:cubicBezTo>
                      <a:pt x="3651206" y="52957"/>
                      <a:pt x="3774292" y="-23183"/>
                      <a:pt x="3874196" y="6083"/>
                    </a:cubicBezTo>
                    <a:cubicBezTo>
                      <a:pt x="4101149" y="72535"/>
                      <a:pt x="4174453" y="680113"/>
                      <a:pt x="4259303" y="1383613"/>
                    </a:cubicBezTo>
                    <a:cubicBezTo>
                      <a:pt x="4338198" y="2037658"/>
                      <a:pt x="4427598" y="2778978"/>
                      <a:pt x="4660210" y="3240728"/>
                    </a:cubicBezTo>
                    <a:cubicBezTo>
                      <a:pt x="4781915" y="3482319"/>
                      <a:pt x="4878605" y="3708362"/>
                      <a:pt x="4947631" y="3912608"/>
                    </a:cubicBezTo>
                    <a:cubicBezTo>
                      <a:pt x="5013350" y="4107099"/>
                      <a:pt x="5055753" y="4287082"/>
                      <a:pt x="5073682" y="4447600"/>
                    </a:cubicBezTo>
                    <a:cubicBezTo>
                      <a:pt x="5090661" y="4599788"/>
                      <a:pt x="5086111" y="4738623"/>
                      <a:pt x="5060122" y="4860257"/>
                    </a:cubicBezTo>
                    <a:cubicBezTo>
                      <a:pt x="5035604" y="4974964"/>
                      <a:pt x="4991368" y="5077472"/>
                      <a:pt x="4928614" y="5164974"/>
                    </a:cubicBezTo>
                    <a:cubicBezTo>
                      <a:pt x="4828551" y="5304510"/>
                      <a:pt x="4677665" y="5411024"/>
                      <a:pt x="4480097" y="5481573"/>
                    </a:cubicBezTo>
                    <a:cubicBezTo>
                      <a:pt x="4310149" y="5542254"/>
                      <a:pt x="4099926" y="5578219"/>
                      <a:pt x="3855271" y="5588472"/>
                    </a:cubicBezTo>
                    <a:cubicBezTo>
                      <a:pt x="3804152" y="5590600"/>
                      <a:pt x="3752333" y="5591596"/>
                      <a:pt x="3700241" y="5591596"/>
                    </a:cubicBezTo>
                    <a:cubicBezTo>
                      <a:pt x="3294692" y="5591596"/>
                      <a:pt x="2867954" y="5531594"/>
                      <a:pt x="2546440" y="5486372"/>
                    </a:cubicBezTo>
                    <a:cubicBezTo>
                      <a:pt x="2486312" y="5477907"/>
                      <a:pt x="2429172" y="5469872"/>
                      <a:pt x="2375722" y="5462719"/>
                    </a:cubicBezTo>
                    <a:cubicBezTo>
                      <a:pt x="2375722" y="5474467"/>
                      <a:pt x="2374907" y="5486009"/>
                      <a:pt x="2373300" y="5497304"/>
                    </a:cubicBezTo>
                    <a:cubicBezTo>
                      <a:pt x="2360848" y="5585168"/>
                      <a:pt x="2301580" y="5654721"/>
                      <a:pt x="2192123" y="5709902"/>
                    </a:cubicBezTo>
                    <a:lnTo>
                      <a:pt x="2191172" y="5710377"/>
                    </a:lnTo>
                    <a:close/>
                    <a:moveTo>
                      <a:pt x="2055974" y="5432368"/>
                    </a:moveTo>
                    <a:cubicBezTo>
                      <a:pt x="1992042" y="5432368"/>
                      <a:pt x="1952470" y="5441172"/>
                      <a:pt x="1943912" y="5462991"/>
                    </a:cubicBezTo>
                    <a:cubicBezTo>
                      <a:pt x="1929039" y="5500880"/>
                      <a:pt x="2007685" y="5578151"/>
                      <a:pt x="2191421" y="5706190"/>
                    </a:cubicBezTo>
                    <a:cubicBezTo>
                      <a:pt x="2299135" y="5651665"/>
                      <a:pt x="2357452" y="5583154"/>
                      <a:pt x="2369677" y="5496783"/>
                    </a:cubicBezTo>
                    <a:cubicBezTo>
                      <a:pt x="2371285" y="5485489"/>
                      <a:pt x="2372055" y="5473969"/>
                      <a:pt x="2372077" y="5462221"/>
                    </a:cubicBezTo>
                    <a:cubicBezTo>
                      <a:pt x="2240275" y="5444590"/>
                      <a:pt x="2131247" y="5432368"/>
                      <a:pt x="2055974" y="5432368"/>
                    </a:cubicBezTo>
                    <a:close/>
                    <a:moveTo>
                      <a:pt x="2375654" y="5459076"/>
                    </a:moveTo>
                    <a:cubicBezTo>
                      <a:pt x="2429285" y="5466250"/>
                      <a:pt x="2486629" y="5474331"/>
                      <a:pt x="2546893" y="5482796"/>
                    </a:cubicBezTo>
                    <a:cubicBezTo>
                      <a:pt x="2868271" y="5527995"/>
                      <a:pt x="3294941" y="5587974"/>
                      <a:pt x="3700196" y="5587974"/>
                    </a:cubicBezTo>
                    <a:cubicBezTo>
                      <a:pt x="3752287" y="5587974"/>
                      <a:pt x="3803949" y="5586979"/>
                      <a:pt x="3855067" y="5584851"/>
                    </a:cubicBezTo>
                    <a:cubicBezTo>
                      <a:pt x="4387822" y="5562557"/>
                      <a:pt x="4737997" y="5424514"/>
                      <a:pt x="4925625" y="5162869"/>
                    </a:cubicBezTo>
                    <a:cubicBezTo>
                      <a:pt x="5054372" y="4983339"/>
                      <a:pt x="5102954" y="4742811"/>
                      <a:pt x="5070037" y="4447984"/>
                    </a:cubicBezTo>
                    <a:cubicBezTo>
                      <a:pt x="5033340" y="4119298"/>
                      <a:pt x="4894362" y="3713658"/>
                      <a:pt x="4656927" y="3242334"/>
                    </a:cubicBezTo>
                    <a:cubicBezTo>
                      <a:pt x="4424044" y="2780019"/>
                      <a:pt x="4334599" y="2038382"/>
                      <a:pt x="4255657" y="1384043"/>
                    </a:cubicBezTo>
                    <a:cubicBezTo>
                      <a:pt x="4170966" y="681788"/>
                      <a:pt x="4097798" y="75319"/>
                      <a:pt x="3873110" y="9523"/>
                    </a:cubicBezTo>
                    <a:cubicBezTo>
                      <a:pt x="3774858" y="-19244"/>
                      <a:pt x="3653130" y="56329"/>
                      <a:pt x="3500998" y="240567"/>
                    </a:cubicBezTo>
                    <a:cubicBezTo>
                      <a:pt x="3505300" y="366343"/>
                      <a:pt x="3493709" y="483155"/>
                      <a:pt x="3466542" y="587723"/>
                    </a:cubicBezTo>
                    <a:cubicBezTo>
                      <a:pt x="3440666" y="687288"/>
                      <a:pt x="3399849" y="778977"/>
                      <a:pt x="3345199" y="860209"/>
                    </a:cubicBezTo>
                    <a:cubicBezTo>
                      <a:pt x="3244774" y="1009478"/>
                      <a:pt x="3097827" y="1127535"/>
                      <a:pt x="2895958" y="1221103"/>
                    </a:cubicBezTo>
                    <a:cubicBezTo>
                      <a:pt x="2522964" y="1394002"/>
                      <a:pt x="2028468" y="1450722"/>
                      <a:pt x="1550249" y="1505563"/>
                    </a:cubicBezTo>
                    <a:cubicBezTo>
                      <a:pt x="1144904" y="1552052"/>
                      <a:pt x="762039" y="1595962"/>
                      <a:pt x="475525" y="1706640"/>
                    </a:cubicBezTo>
                    <a:cubicBezTo>
                      <a:pt x="153535" y="1831035"/>
                      <a:pt x="3554" y="2020999"/>
                      <a:pt x="3554" y="2304463"/>
                    </a:cubicBezTo>
                    <a:cubicBezTo>
                      <a:pt x="3554" y="2606713"/>
                      <a:pt x="158765" y="2945041"/>
                      <a:pt x="478083" y="3338709"/>
                    </a:cubicBezTo>
                    <a:cubicBezTo>
                      <a:pt x="757104" y="3682740"/>
                      <a:pt x="1126612" y="4025912"/>
                      <a:pt x="1452609" y="4328682"/>
                    </a:cubicBezTo>
                    <a:cubicBezTo>
                      <a:pt x="1944501" y="4785543"/>
                      <a:pt x="2372349" y="5182900"/>
                      <a:pt x="2375631" y="545907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21CB4C7-8103-742C-FCEC-13CEBB2DA28E}"/>
                  </a:ext>
                </a:extLst>
              </p:cNvPr>
              <p:cNvSpPr/>
              <p:nvPr/>
            </p:nvSpPr>
            <p:spPr>
              <a:xfrm>
                <a:off x="3891629" y="175076"/>
                <a:ext cx="5058051" cy="5672760"/>
              </a:xfrm>
              <a:custGeom>
                <a:avLst/>
                <a:gdLst>
                  <a:gd name="connsiteX0" fmla="*/ 2145849 w 5058051"/>
                  <a:gd name="connsiteY0" fmla="*/ 5672761 h 5672760"/>
                  <a:gd name="connsiteX1" fmla="*/ 2145080 w 5058051"/>
                  <a:gd name="connsiteY1" fmla="*/ 5672173 h 5672760"/>
                  <a:gd name="connsiteX2" fmla="*/ 1886116 w 5058051"/>
                  <a:gd name="connsiteY2" fmla="*/ 5385246 h 5672760"/>
                  <a:gd name="connsiteX3" fmla="*/ 2306086 w 5058051"/>
                  <a:gd name="connsiteY3" fmla="*/ 5380334 h 5672760"/>
                  <a:gd name="connsiteX4" fmla="*/ 2097470 w 5058051"/>
                  <a:gd name="connsiteY4" fmla="*/ 5049951 h 5672760"/>
                  <a:gd name="connsiteX5" fmla="*/ 1464381 w 5058051"/>
                  <a:gd name="connsiteY5" fmla="*/ 4385562 h 5672760"/>
                  <a:gd name="connsiteX6" fmla="*/ 484173 w 5058051"/>
                  <a:gd name="connsiteY6" fmla="*/ 3326329 h 5672760"/>
                  <a:gd name="connsiteX7" fmla="*/ 0 w 5058051"/>
                  <a:gd name="connsiteY7" fmla="*/ 2244463 h 5672760"/>
                  <a:gd name="connsiteX8" fmla="*/ 34184 w 5058051"/>
                  <a:gd name="connsiteY8" fmla="*/ 2031412 h 5672760"/>
                  <a:gd name="connsiteX9" fmla="*/ 131259 w 5058051"/>
                  <a:gd name="connsiteY9" fmla="*/ 1861931 h 5672760"/>
                  <a:gd name="connsiteX10" fmla="*/ 480664 w 5058051"/>
                  <a:gd name="connsiteY10" fmla="*/ 1628917 h 5672760"/>
                  <a:gd name="connsiteX11" fmla="*/ 1569560 w 5058051"/>
                  <a:gd name="connsiteY11" fmla="*/ 1408307 h 5672760"/>
                  <a:gd name="connsiteX12" fmla="*/ 2878164 w 5058051"/>
                  <a:gd name="connsiteY12" fmla="*/ 1122580 h 5672760"/>
                  <a:gd name="connsiteX13" fmla="*/ 3524973 w 5058051"/>
                  <a:gd name="connsiteY13" fmla="*/ 231923 h 5672760"/>
                  <a:gd name="connsiteX14" fmla="*/ 3524973 w 5058051"/>
                  <a:gd name="connsiteY14" fmla="*/ 231243 h 5672760"/>
                  <a:gd name="connsiteX15" fmla="*/ 3525471 w 5058051"/>
                  <a:gd name="connsiteY15" fmla="*/ 230746 h 5672760"/>
                  <a:gd name="connsiteX16" fmla="*/ 3930340 w 5058051"/>
                  <a:gd name="connsiteY16" fmla="*/ 8709 h 5672760"/>
                  <a:gd name="connsiteX17" fmla="*/ 4146200 w 5058051"/>
                  <a:gd name="connsiteY17" fmla="*/ 444045 h 5672760"/>
                  <a:gd name="connsiteX18" fmla="*/ 4235147 w 5058051"/>
                  <a:gd name="connsiteY18" fmla="*/ 1321620 h 5672760"/>
                  <a:gd name="connsiteX19" fmla="*/ 4585457 w 5058051"/>
                  <a:gd name="connsiteY19" fmla="*/ 3232762 h 5672760"/>
                  <a:gd name="connsiteX20" fmla="*/ 4898210 w 5058051"/>
                  <a:gd name="connsiteY20" fmla="*/ 3922387 h 5672760"/>
                  <a:gd name="connsiteX21" fmla="*/ 5042260 w 5058051"/>
                  <a:gd name="connsiteY21" fmla="*/ 4466659 h 5672760"/>
                  <a:gd name="connsiteX22" fmla="*/ 5040245 w 5058051"/>
                  <a:gd name="connsiteY22" fmla="*/ 4881398 h 5672760"/>
                  <a:gd name="connsiteX23" fmla="*/ 4914759 w 5058051"/>
                  <a:gd name="connsiteY23" fmla="*/ 5182267 h 5672760"/>
                  <a:gd name="connsiteX24" fmla="*/ 4727719 w 5058051"/>
                  <a:gd name="connsiteY24" fmla="*/ 5360168 h 5672760"/>
                  <a:gd name="connsiteX25" fmla="*/ 4481954 w 5058051"/>
                  <a:gd name="connsiteY25" fmla="*/ 5476346 h 5672760"/>
                  <a:gd name="connsiteX26" fmla="*/ 3870733 w 5058051"/>
                  <a:gd name="connsiteY26" fmla="*/ 5562784 h 5672760"/>
                  <a:gd name="connsiteX27" fmla="*/ 2561925 w 5058051"/>
                  <a:gd name="connsiteY27" fmla="*/ 5425217 h 5672760"/>
                  <a:gd name="connsiteX28" fmla="*/ 2311428 w 5058051"/>
                  <a:gd name="connsiteY28" fmla="*/ 5384838 h 5672760"/>
                  <a:gd name="connsiteX29" fmla="*/ 2322317 w 5058051"/>
                  <a:gd name="connsiteY29" fmla="*/ 5519056 h 5672760"/>
                  <a:gd name="connsiteX30" fmla="*/ 2146777 w 5058051"/>
                  <a:gd name="connsiteY30" fmla="*/ 5672422 h 5672760"/>
                  <a:gd name="connsiteX31" fmla="*/ 2145849 w 5058051"/>
                  <a:gd name="connsiteY31" fmla="*/ 5672716 h 5672760"/>
                  <a:gd name="connsiteX32" fmla="*/ 2006237 w 5058051"/>
                  <a:gd name="connsiteY32" fmla="*/ 5352970 h 5672760"/>
                  <a:gd name="connsiteX33" fmla="*/ 1889489 w 5058051"/>
                  <a:gd name="connsiteY33" fmla="*/ 5386717 h 5672760"/>
                  <a:gd name="connsiteX34" fmla="*/ 2146551 w 5058051"/>
                  <a:gd name="connsiteY34" fmla="*/ 5668664 h 5672760"/>
                  <a:gd name="connsiteX35" fmla="*/ 2318741 w 5058051"/>
                  <a:gd name="connsiteY35" fmla="*/ 5518241 h 5672760"/>
                  <a:gd name="connsiteX36" fmla="*/ 2307399 w 5058051"/>
                  <a:gd name="connsiteY36" fmla="*/ 5384272 h 5672760"/>
                  <a:gd name="connsiteX37" fmla="*/ 2096270 w 5058051"/>
                  <a:gd name="connsiteY37" fmla="*/ 5357519 h 5672760"/>
                  <a:gd name="connsiteX38" fmla="*/ 2006237 w 5058051"/>
                  <a:gd name="connsiteY38" fmla="*/ 5352993 h 5672760"/>
                  <a:gd name="connsiteX39" fmla="*/ 2310115 w 5058051"/>
                  <a:gd name="connsiteY39" fmla="*/ 5380945 h 5672760"/>
                  <a:gd name="connsiteX40" fmla="*/ 2562491 w 5058051"/>
                  <a:gd name="connsiteY40" fmla="*/ 5421618 h 5672760"/>
                  <a:gd name="connsiteX41" fmla="*/ 3870642 w 5058051"/>
                  <a:gd name="connsiteY41" fmla="*/ 5559118 h 5672760"/>
                  <a:gd name="connsiteX42" fmla="*/ 4911725 w 5058051"/>
                  <a:gd name="connsiteY42" fmla="*/ 5180117 h 5672760"/>
                  <a:gd name="connsiteX43" fmla="*/ 5038547 w 5058051"/>
                  <a:gd name="connsiteY43" fmla="*/ 4467202 h 5672760"/>
                  <a:gd name="connsiteX44" fmla="*/ 4582152 w 5058051"/>
                  <a:gd name="connsiteY44" fmla="*/ 3234504 h 5672760"/>
                  <a:gd name="connsiteX45" fmla="*/ 4231434 w 5058051"/>
                  <a:gd name="connsiteY45" fmla="*/ 1321915 h 5672760"/>
                  <a:gd name="connsiteX46" fmla="*/ 3929073 w 5058051"/>
                  <a:gd name="connsiteY46" fmla="*/ 12195 h 5672760"/>
                  <a:gd name="connsiteX47" fmla="*/ 3528595 w 5058051"/>
                  <a:gd name="connsiteY47" fmla="*/ 232783 h 5672760"/>
                  <a:gd name="connsiteX48" fmla="*/ 3470594 w 5058051"/>
                  <a:gd name="connsiteY48" fmla="*/ 544946 h 5672760"/>
                  <a:gd name="connsiteX49" fmla="*/ 3335012 w 5058051"/>
                  <a:gd name="connsiteY49" fmla="*/ 792106 h 5672760"/>
                  <a:gd name="connsiteX50" fmla="*/ 2879613 w 5058051"/>
                  <a:gd name="connsiteY50" fmla="*/ 1125975 h 5672760"/>
                  <a:gd name="connsiteX51" fmla="*/ 1570013 w 5058051"/>
                  <a:gd name="connsiteY51" fmla="*/ 1411974 h 5672760"/>
                  <a:gd name="connsiteX52" fmla="*/ 481999 w 5058051"/>
                  <a:gd name="connsiteY52" fmla="*/ 1632358 h 5672760"/>
                  <a:gd name="connsiteX53" fmla="*/ 3645 w 5058051"/>
                  <a:gd name="connsiteY53" fmla="*/ 2244508 h 5672760"/>
                  <a:gd name="connsiteX54" fmla="*/ 487048 w 5058051"/>
                  <a:gd name="connsiteY54" fmla="*/ 3324111 h 5672760"/>
                  <a:gd name="connsiteX55" fmla="*/ 1466939 w 5058051"/>
                  <a:gd name="connsiteY55" fmla="*/ 4382982 h 5672760"/>
                  <a:gd name="connsiteX56" fmla="*/ 2100278 w 5058051"/>
                  <a:gd name="connsiteY56" fmla="*/ 5047642 h 5672760"/>
                  <a:gd name="connsiteX57" fmla="*/ 2310092 w 5058051"/>
                  <a:gd name="connsiteY57" fmla="*/ 5380968 h 567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058051" h="5672760">
                    <a:moveTo>
                      <a:pt x="2145849" y="5672761"/>
                    </a:moveTo>
                    <a:lnTo>
                      <a:pt x="2145080" y="5672173"/>
                    </a:lnTo>
                    <a:cubicBezTo>
                      <a:pt x="1948689" y="5521953"/>
                      <a:pt x="1866398" y="5430785"/>
                      <a:pt x="1886116" y="5385246"/>
                    </a:cubicBezTo>
                    <a:cubicBezTo>
                      <a:pt x="1909094" y="5332170"/>
                      <a:pt x="2068515" y="5344505"/>
                      <a:pt x="2306086" y="5380334"/>
                    </a:cubicBezTo>
                    <a:cubicBezTo>
                      <a:pt x="2276134" y="5292222"/>
                      <a:pt x="2207426" y="5183874"/>
                      <a:pt x="2097470" y="5049951"/>
                    </a:cubicBezTo>
                    <a:cubicBezTo>
                      <a:pt x="1938706" y="4856614"/>
                      <a:pt x="1708312" y="4627810"/>
                      <a:pt x="1464381" y="4385562"/>
                    </a:cubicBezTo>
                    <a:cubicBezTo>
                      <a:pt x="1137728" y="4061154"/>
                      <a:pt x="767495" y="3693492"/>
                      <a:pt x="484173" y="3326329"/>
                    </a:cubicBezTo>
                    <a:cubicBezTo>
                      <a:pt x="158380" y="2904143"/>
                      <a:pt x="0" y="2550266"/>
                      <a:pt x="0" y="2244463"/>
                    </a:cubicBezTo>
                    <a:cubicBezTo>
                      <a:pt x="0" y="2167486"/>
                      <a:pt x="11500" y="2095805"/>
                      <a:pt x="34184" y="2031412"/>
                    </a:cubicBezTo>
                    <a:cubicBezTo>
                      <a:pt x="55872" y="1969826"/>
                      <a:pt x="88540" y="1912789"/>
                      <a:pt x="131259" y="1861931"/>
                    </a:cubicBezTo>
                    <a:cubicBezTo>
                      <a:pt x="210336" y="1767775"/>
                      <a:pt x="324638" y="1691545"/>
                      <a:pt x="480664" y="1628917"/>
                    </a:cubicBezTo>
                    <a:cubicBezTo>
                      <a:pt x="771389" y="1512241"/>
                      <a:pt x="1159099" y="1461745"/>
                      <a:pt x="1569560" y="1408307"/>
                    </a:cubicBezTo>
                    <a:cubicBezTo>
                      <a:pt x="2031660" y="1348147"/>
                      <a:pt x="2509494" y="1285927"/>
                      <a:pt x="2878164" y="1122580"/>
                    </a:cubicBezTo>
                    <a:cubicBezTo>
                      <a:pt x="3295304" y="937776"/>
                      <a:pt x="3506862" y="646435"/>
                      <a:pt x="3524973" y="231923"/>
                    </a:cubicBezTo>
                    <a:lnTo>
                      <a:pt x="3524973" y="231243"/>
                    </a:lnTo>
                    <a:cubicBezTo>
                      <a:pt x="3524973" y="231243"/>
                      <a:pt x="3525471" y="230746"/>
                      <a:pt x="3525471" y="230746"/>
                    </a:cubicBezTo>
                    <a:cubicBezTo>
                      <a:pt x="3697185" y="45874"/>
                      <a:pt x="3829621" y="-26758"/>
                      <a:pt x="3930340" y="8709"/>
                    </a:cubicBezTo>
                    <a:cubicBezTo>
                      <a:pt x="4029633" y="43656"/>
                      <a:pt x="4098206" y="181993"/>
                      <a:pt x="4146200" y="444045"/>
                    </a:cubicBezTo>
                    <a:cubicBezTo>
                      <a:pt x="4189236" y="679118"/>
                      <a:pt x="4211535" y="991214"/>
                      <a:pt x="4235147" y="1321620"/>
                    </a:cubicBezTo>
                    <a:cubicBezTo>
                      <a:pt x="4283435" y="1997575"/>
                      <a:pt x="4338176" y="2763724"/>
                      <a:pt x="4585457" y="3232762"/>
                    </a:cubicBezTo>
                    <a:cubicBezTo>
                      <a:pt x="4716648" y="3481619"/>
                      <a:pt x="4821873" y="3713659"/>
                      <a:pt x="4898210" y="3922387"/>
                    </a:cubicBezTo>
                    <a:cubicBezTo>
                      <a:pt x="4970880" y="4121178"/>
                      <a:pt x="5019349" y="4304285"/>
                      <a:pt x="5042260" y="4466659"/>
                    </a:cubicBezTo>
                    <a:cubicBezTo>
                      <a:pt x="5063970" y="4620613"/>
                      <a:pt x="5063291" y="4760149"/>
                      <a:pt x="5040245" y="4881398"/>
                    </a:cubicBezTo>
                    <a:cubicBezTo>
                      <a:pt x="5018512" y="4995721"/>
                      <a:pt x="4976291" y="5096961"/>
                      <a:pt x="4914759" y="5182267"/>
                    </a:cubicBezTo>
                    <a:cubicBezTo>
                      <a:pt x="4865475" y="5250575"/>
                      <a:pt x="4802562" y="5310419"/>
                      <a:pt x="4727719" y="5360168"/>
                    </a:cubicBezTo>
                    <a:cubicBezTo>
                      <a:pt x="4657516" y="5406838"/>
                      <a:pt x="4574817" y="5445927"/>
                      <a:pt x="4481954" y="5476346"/>
                    </a:cubicBezTo>
                    <a:cubicBezTo>
                      <a:pt x="4316556" y="5530531"/>
                      <a:pt x="4110906" y="5559615"/>
                      <a:pt x="3870733" y="5562784"/>
                    </a:cubicBezTo>
                    <a:cubicBezTo>
                      <a:pt x="3428849" y="5568669"/>
                      <a:pt x="2948140" y="5489112"/>
                      <a:pt x="2561925" y="5425217"/>
                    </a:cubicBezTo>
                    <a:cubicBezTo>
                      <a:pt x="2471846" y="5410324"/>
                      <a:pt x="2387698" y="5396404"/>
                      <a:pt x="2311428" y="5384838"/>
                    </a:cubicBezTo>
                    <a:cubicBezTo>
                      <a:pt x="2328022" y="5435991"/>
                      <a:pt x="2331509" y="5480398"/>
                      <a:pt x="2322317" y="5519056"/>
                    </a:cubicBezTo>
                    <a:cubicBezTo>
                      <a:pt x="2305723" y="5589039"/>
                      <a:pt x="2248289" y="5639218"/>
                      <a:pt x="2146777" y="5672422"/>
                    </a:cubicBezTo>
                    <a:lnTo>
                      <a:pt x="2145849" y="5672716"/>
                    </a:lnTo>
                    <a:close/>
                    <a:moveTo>
                      <a:pt x="2006237" y="5352970"/>
                    </a:moveTo>
                    <a:cubicBezTo>
                      <a:pt x="1936962" y="5352970"/>
                      <a:pt x="1899292" y="5364038"/>
                      <a:pt x="1889489" y="5386717"/>
                    </a:cubicBezTo>
                    <a:cubicBezTo>
                      <a:pt x="1870586" y="5430377"/>
                      <a:pt x="1952266" y="5519984"/>
                      <a:pt x="2146551" y="5668664"/>
                    </a:cubicBezTo>
                    <a:cubicBezTo>
                      <a:pt x="2246184" y="5635868"/>
                      <a:pt x="2302509" y="5586662"/>
                      <a:pt x="2318741" y="5518241"/>
                    </a:cubicBezTo>
                    <a:cubicBezTo>
                      <a:pt x="2327864" y="5479764"/>
                      <a:pt x="2324264" y="5435470"/>
                      <a:pt x="2307399" y="5384272"/>
                    </a:cubicBezTo>
                    <a:cubicBezTo>
                      <a:pt x="2227484" y="5372186"/>
                      <a:pt x="2156354" y="5362748"/>
                      <a:pt x="2096270" y="5357519"/>
                    </a:cubicBezTo>
                    <a:cubicBezTo>
                      <a:pt x="2061815" y="5354509"/>
                      <a:pt x="2031864" y="5352993"/>
                      <a:pt x="2006237" y="5352993"/>
                    </a:cubicBezTo>
                    <a:close/>
                    <a:moveTo>
                      <a:pt x="2310115" y="5380945"/>
                    </a:moveTo>
                    <a:cubicBezTo>
                      <a:pt x="2386837" y="5392556"/>
                      <a:pt x="2471619" y="5406589"/>
                      <a:pt x="2562491" y="5421618"/>
                    </a:cubicBezTo>
                    <a:cubicBezTo>
                      <a:pt x="2948570" y="5485467"/>
                      <a:pt x="3429075" y="5564957"/>
                      <a:pt x="3870642" y="5559118"/>
                    </a:cubicBezTo>
                    <a:cubicBezTo>
                      <a:pt x="4392168" y="5552237"/>
                      <a:pt x="4732699" y="5428272"/>
                      <a:pt x="4911725" y="5180117"/>
                    </a:cubicBezTo>
                    <a:cubicBezTo>
                      <a:pt x="5037936" y="5005181"/>
                      <a:pt x="5080610" y="4765310"/>
                      <a:pt x="5038547" y="4467202"/>
                    </a:cubicBezTo>
                    <a:cubicBezTo>
                      <a:pt x="4991662" y="4134758"/>
                      <a:pt x="4838104" y="3720019"/>
                      <a:pt x="4582152" y="3234504"/>
                    </a:cubicBezTo>
                    <a:cubicBezTo>
                      <a:pt x="4334508" y="2764765"/>
                      <a:pt x="4279745" y="1998231"/>
                      <a:pt x="4231434" y="1321915"/>
                    </a:cubicBezTo>
                    <a:cubicBezTo>
                      <a:pt x="4184119" y="659586"/>
                      <a:pt x="4143234" y="87588"/>
                      <a:pt x="3929073" y="12195"/>
                    </a:cubicBezTo>
                    <a:cubicBezTo>
                      <a:pt x="3829961" y="-22684"/>
                      <a:pt x="3698973" y="49473"/>
                      <a:pt x="3528595" y="232783"/>
                    </a:cubicBezTo>
                    <a:cubicBezTo>
                      <a:pt x="3523614" y="345521"/>
                      <a:pt x="3504100" y="450541"/>
                      <a:pt x="3470594" y="544946"/>
                    </a:cubicBezTo>
                    <a:cubicBezTo>
                      <a:pt x="3438697" y="634870"/>
                      <a:pt x="3393080" y="718026"/>
                      <a:pt x="3335012" y="792106"/>
                    </a:cubicBezTo>
                    <a:cubicBezTo>
                      <a:pt x="3228293" y="928270"/>
                      <a:pt x="3079331" y="1037477"/>
                      <a:pt x="2879613" y="1125975"/>
                    </a:cubicBezTo>
                    <a:cubicBezTo>
                      <a:pt x="2510467" y="1289526"/>
                      <a:pt x="2032362" y="1351791"/>
                      <a:pt x="1570013" y="1411974"/>
                    </a:cubicBezTo>
                    <a:cubicBezTo>
                      <a:pt x="1159778" y="1465389"/>
                      <a:pt x="772295" y="1515840"/>
                      <a:pt x="481999" y="1632358"/>
                    </a:cubicBezTo>
                    <a:cubicBezTo>
                      <a:pt x="155641" y="1763339"/>
                      <a:pt x="3645" y="1957853"/>
                      <a:pt x="3645" y="2244508"/>
                    </a:cubicBezTo>
                    <a:cubicBezTo>
                      <a:pt x="3645" y="2549451"/>
                      <a:pt x="161776" y="2902604"/>
                      <a:pt x="487048" y="3324111"/>
                    </a:cubicBezTo>
                    <a:cubicBezTo>
                      <a:pt x="770212" y="3691071"/>
                      <a:pt x="1140376" y="4058664"/>
                      <a:pt x="1466939" y="4382982"/>
                    </a:cubicBezTo>
                    <a:cubicBezTo>
                      <a:pt x="1710938" y="4625298"/>
                      <a:pt x="1941399" y="4854170"/>
                      <a:pt x="2100278" y="5047642"/>
                    </a:cubicBezTo>
                    <a:cubicBezTo>
                      <a:pt x="2211162" y="5182674"/>
                      <a:pt x="2280255" y="5291972"/>
                      <a:pt x="2310092" y="5380968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7F2230F-9F32-443B-8BC5-E577773897A6}"/>
                  </a:ext>
                </a:extLst>
              </p:cNvPr>
              <p:cNvSpPr/>
              <p:nvPr/>
            </p:nvSpPr>
            <p:spPr>
              <a:xfrm>
                <a:off x="3936703" y="182857"/>
                <a:ext cx="5035073" cy="5635239"/>
              </a:xfrm>
              <a:custGeom>
                <a:avLst/>
                <a:gdLst>
                  <a:gd name="connsiteX0" fmla="*/ 2100572 w 5035073"/>
                  <a:gd name="connsiteY0" fmla="*/ 5635239 h 5635239"/>
                  <a:gd name="connsiteX1" fmla="*/ 2099938 w 5035073"/>
                  <a:gd name="connsiteY1" fmla="*/ 5634696 h 5635239"/>
                  <a:gd name="connsiteX2" fmla="*/ 1832010 w 5035073"/>
                  <a:gd name="connsiteY2" fmla="*/ 5308251 h 5635239"/>
                  <a:gd name="connsiteX3" fmla="*/ 2205343 w 5035073"/>
                  <a:gd name="connsiteY3" fmla="*/ 5295146 h 5635239"/>
                  <a:gd name="connsiteX4" fmla="*/ 2074854 w 5035073"/>
                  <a:gd name="connsiteY4" fmla="*/ 5108758 h 5635239"/>
                  <a:gd name="connsiteX5" fmla="*/ 1482039 w 5035073"/>
                  <a:gd name="connsiteY5" fmla="*/ 4449439 h 5635239"/>
                  <a:gd name="connsiteX6" fmla="*/ 494971 w 5035073"/>
                  <a:gd name="connsiteY6" fmla="*/ 3317281 h 5635239"/>
                  <a:gd name="connsiteX7" fmla="*/ 0 w 5035073"/>
                  <a:gd name="connsiteY7" fmla="*/ 2184647 h 5635239"/>
                  <a:gd name="connsiteX8" fmla="*/ 34818 w 5035073"/>
                  <a:gd name="connsiteY8" fmla="*/ 1967997 h 5635239"/>
                  <a:gd name="connsiteX9" fmla="*/ 133704 w 5035073"/>
                  <a:gd name="connsiteY9" fmla="*/ 1794555 h 5635239"/>
                  <a:gd name="connsiteX10" fmla="*/ 489470 w 5035073"/>
                  <a:gd name="connsiteY10" fmla="*/ 1552692 h 5635239"/>
                  <a:gd name="connsiteX11" fmla="*/ 1596590 w 5035073"/>
                  <a:gd name="connsiteY11" fmla="*/ 1311960 h 5635239"/>
                  <a:gd name="connsiteX12" fmla="*/ 2866233 w 5035073"/>
                  <a:gd name="connsiteY12" fmla="*/ 1026980 h 5635239"/>
                  <a:gd name="connsiteX13" fmla="*/ 3552569 w 5035073"/>
                  <a:gd name="connsiteY13" fmla="*/ 223938 h 5635239"/>
                  <a:gd name="connsiteX14" fmla="*/ 3552660 w 5035073"/>
                  <a:gd name="connsiteY14" fmla="*/ 223281 h 5635239"/>
                  <a:gd name="connsiteX15" fmla="*/ 3553135 w 5035073"/>
                  <a:gd name="connsiteY15" fmla="*/ 222829 h 5635239"/>
                  <a:gd name="connsiteX16" fmla="*/ 3986394 w 5035073"/>
                  <a:gd name="connsiteY16" fmla="*/ 11724 h 5635239"/>
                  <a:gd name="connsiteX17" fmla="*/ 4174883 w 5035073"/>
                  <a:gd name="connsiteY17" fmla="*/ 436038 h 5635239"/>
                  <a:gd name="connsiteX18" fmla="*/ 4218349 w 5035073"/>
                  <a:gd name="connsiteY18" fmla="*/ 1273393 h 5635239"/>
                  <a:gd name="connsiteX19" fmla="*/ 4510750 w 5035073"/>
                  <a:gd name="connsiteY19" fmla="*/ 3224935 h 5635239"/>
                  <a:gd name="connsiteX20" fmla="*/ 4849560 w 5035073"/>
                  <a:gd name="connsiteY20" fmla="*/ 3931535 h 5635239"/>
                  <a:gd name="connsiteX21" fmla="*/ 5012218 w 5035073"/>
                  <a:gd name="connsiteY21" fmla="*/ 4484498 h 5635239"/>
                  <a:gd name="connsiteX22" fmla="*/ 5022292 w 5035073"/>
                  <a:gd name="connsiteY22" fmla="*/ 4900913 h 5635239"/>
                  <a:gd name="connsiteX23" fmla="*/ 4903213 w 5035073"/>
                  <a:gd name="connsiteY23" fmla="*/ 5197685 h 5635239"/>
                  <a:gd name="connsiteX24" fmla="*/ 4723553 w 5035073"/>
                  <a:gd name="connsiteY24" fmla="*/ 5364812 h 5635239"/>
                  <a:gd name="connsiteX25" fmla="*/ 4485191 w 5035073"/>
                  <a:gd name="connsiteY25" fmla="*/ 5470693 h 5635239"/>
                  <a:gd name="connsiteX26" fmla="*/ 3886466 w 5035073"/>
                  <a:gd name="connsiteY26" fmla="*/ 5537892 h 5635239"/>
                  <a:gd name="connsiteX27" fmla="*/ 2577840 w 5035073"/>
                  <a:gd name="connsiteY27" fmla="*/ 5366080 h 5635239"/>
                  <a:gd name="connsiteX28" fmla="*/ 2212678 w 5035073"/>
                  <a:gd name="connsiteY28" fmla="*/ 5300216 h 5635239"/>
                  <a:gd name="connsiteX29" fmla="*/ 2271675 w 5035073"/>
                  <a:gd name="connsiteY29" fmla="*/ 5533750 h 5635239"/>
                  <a:gd name="connsiteX30" fmla="*/ 2101477 w 5035073"/>
                  <a:gd name="connsiteY30" fmla="*/ 5635081 h 5635239"/>
                  <a:gd name="connsiteX31" fmla="*/ 2100640 w 5035073"/>
                  <a:gd name="connsiteY31" fmla="*/ 5635194 h 5635239"/>
                  <a:gd name="connsiteX32" fmla="*/ 1956069 w 5035073"/>
                  <a:gd name="connsiteY32" fmla="*/ 5273440 h 5635239"/>
                  <a:gd name="connsiteX33" fmla="*/ 1835428 w 5035073"/>
                  <a:gd name="connsiteY33" fmla="*/ 5309858 h 5635239"/>
                  <a:gd name="connsiteX34" fmla="*/ 1880388 w 5035073"/>
                  <a:gd name="connsiteY34" fmla="*/ 5421736 h 5635239"/>
                  <a:gd name="connsiteX35" fmla="*/ 2101726 w 5035073"/>
                  <a:gd name="connsiteY35" fmla="*/ 5631279 h 5635239"/>
                  <a:gd name="connsiteX36" fmla="*/ 2268098 w 5035073"/>
                  <a:gd name="connsiteY36" fmla="*/ 5532573 h 5635239"/>
                  <a:gd name="connsiteX37" fmla="*/ 2207947 w 5035073"/>
                  <a:gd name="connsiteY37" fmla="*/ 5299537 h 5635239"/>
                  <a:gd name="connsiteX38" fmla="*/ 1956115 w 5035073"/>
                  <a:gd name="connsiteY38" fmla="*/ 5273463 h 5635239"/>
                  <a:gd name="connsiteX39" fmla="*/ 2210097 w 5035073"/>
                  <a:gd name="connsiteY39" fmla="*/ 5295893 h 5635239"/>
                  <a:gd name="connsiteX40" fmla="*/ 2578496 w 5035073"/>
                  <a:gd name="connsiteY40" fmla="*/ 5362413 h 5635239"/>
                  <a:gd name="connsiteX41" fmla="*/ 3886489 w 5035073"/>
                  <a:gd name="connsiteY41" fmla="*/ 5534157 h 5635239"/>
                  <a:gd name="connsiteX42" fmla="*/ 4900134 w 5035073"/>
                  <a:gd name="connsiteY42" fmla="*/ 5195490 h 5635239"/>
                  <a:gd name="connsiteX43" fmla="*/ 5008483 w 5035073"/>
                  <a:gd name="connsiteY43" fmla="*/ 4485155 h 5635239"/>
                  <a:gd name="connsiteX44" fmla="*/ 4507422 w 5035073"/>
                  <a:gd name="connsiteY44" fmla="*/ 3226768 h 5635239"/>
                  <a:gd name="connsiteX45" fmla="*/ 4268562 w 5035073"/>
                  <a:gd name="connsiteY45" fmla="*/ 2328348 h 5635239"/>
                  <a:gd name="connsiteX46" fmla="*/ 4214546 w 5035073"/>
                  <a:gd name="connsiteY46" fmla="*/ 1273506 h 5635239"/>
                  <a:gd name="connsiteX47" fmla="*/ 4171102 w 5035073"/>
                  <a:gd name="connsiteY47" fmla="*/ 436581 h 5635239"/>
                  <a:gd name="connsiteX48" fmla="*/ 3984922 w 5035073"/>
                  <a:gd name="connsiteY48" fmla="*/ 15233 h 5635239"/>
                  <a:gd name="connsiteX49" fmla="*/ 3556169 w 5035073"/>
                  <a:gd name="connsiteY49" fmla="*/ 225115 h 5635239"/>
                  <a:gd name="connsiteX50" fmla="*/ 3475892 w 5035073"/>
                  <a:gd name="connsiteY50" fmla="*/ 502490 h 5635239"/>
                  <a:gd name="connsiteX51" fmla="*/ 3327201 w 5035073"/>
                  <a:gd name="connsiteY51" fmla="*/ 724277 h 5635239"/>
                  <a:gd name="connsiteX52" fmla="*/ 2867660 w 5035073"/>
                  <a:gd name="connsiteY52" fmla="*/ 1030466 h 5635239"/>
                  <a:gd name="connsiteX53" fmla="*/ 1597111 w 5035073"/>
                  <a:gd name="connsiteY53" fmla="*/ 1315718 h 5635239"/>
                  <a:gd name="connsiteX54" fmla="*/ 490896 w 5035073"/>
                  <a:gd name="connsiteY54" fmla="*/ 1556200 h 5635239"/>
                  <a:gd name="connsiteX55" fmla="*/ 3758 w 5035073"/>
                  <a:gd name="connsiteY55" fmla="*/ 2184669 h 5635239"/>
                  <a:gd name="connsiteX56" fmla="*/ 498005 w 5035073"/>
                  <a:gd name="connsiteY56" fmla="*/ 3315062 h 5635239"/>
                  <a:gd name="connsiteX57" fmla="*/ 1484778 w 5035073"/>
                  <a:gd name="connsiteY57" fmla="*/ 4446859 h 5635239"/>
                  <a:gd name="connsiteX58" fmla="*/ 2077820 w 5035073"/>
                  <a:gd name="connsiteY58" fmla="*/ 5106449 h 5635239"/>
                  <a:gd name="connsiteX59" fmla="*/ 2210075 w 5035073"/>
                  <a:gd name="connsiteY59" fmla="*/ 5295915 h 563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035073" h="5635239">
                    <a:moveTo>
                      <a:pt x="2100572" y="5635239"/>
                    </a:moveTo>
                    <a:lnTo>
                      <a:pt x="2099938" y="5634696"/>
                    </a:lnTo>
                    <a:cubicBezTo>
                      <a:pt x="1893043" y="5463224"/>
                      <a:pt x="1807899" y="5359493"/>
                      <a:pt x="1832010" y="5308251"/>
                    </a:cubicBezTo>
                    <a:cubicBezTo>
                      <a:pt x="1856912" y="5255311"/>
                      <a:pt x="1995393" y="5262010"/>
                      <a:pt x="2205343" y="5295146"/>
                    </a:cubicBezTo>
                    <a:cubicBezTo>
                      <a:pt x="2173242" y="5240735"/>
                      <a:pt x="2129866" y="5178854"/>
                      <a:pt x="2074854" y="5108758"/>
                    </a:cubicBezTo>
                    <a:cubicBezTo>
                      <a:pt x="1928790" y="4922573"/>
                      <a:pt x="1711776" y="4692751"/>
                      <a:pt x="1482039" y="4449439"/>
                    </a:cubicBezTo>
                    <a:cubicBezTo>
                      <a:pt x="1154548" y="4102623"/>
                      <a:pt x="783365" y="3709544"/>
                      <a:pt x="494971" y="3317281"/>
                    </a:cubicBezTo>
                    <a:cubicBezTo>
                      <a:pt x="161912" y="2864268"/>
                      <a:pt x="0" y="2493777"/>
                      <a:pt x="0" y="2184647"/>
                    </a:cubicBezTo>
                    <a:cubicBezTo>
                      <a:pt x="0" y="2106583"/>
                      <a:pt x="11727" y="2033680"/>
                      <a:pt x="34818" y="1967997"/>
                    </a:cubicBezTo>
                    <a:cubicBezTo>
                      <a:pt x="56914" y="1905189"/>
                      <a:pt x="90192" y="1846839"/>
                      <a:pt x="133704" y="1794555"/>
                    </a:cubicBezTo>
                    <a:cubicBezTo>
                      <a:pt x="214252" y="1697796"/>
                      <a:pt x="330615" y="1618692"/>
                      <a:pt x="489470" y="1552692"/>
                    </a:cubicBezTo>
                    <a:cubicBezTo>
                      <a:pt x="785380" y="1429769"/>
                      <a:pt x="1179405" y="1372528"/>
                      <a:pt x="1596590" y="1311960"/>
                    </a:cubicBezTo>
                    <a:cubicBezTo>
                      <a:pt x="2042006" y="1247273"/>
                      <a:pt x="2502566" y="1180391"/>
                      <a:pt x="2866233" y="1026980"/>
                    </a:cubicBezTo>
                    <a:cubicBezTo>
                      <a:pt x="3277328" y="853538"/>
                      <a:pt x="3501836" y="590875"/>
                      <a:pt x="3552569" y="223938"/>
                    </a:cubicBezTo>
                    <a:lnTo>
                      <a:pt x="3552660" y="223281"/>
                    </a:lnTo>
                    <a:lnTo>
                      <a:pt x="3553135" y="222829"/>
                    </a:lnTo>
                    <a:cubicBezTo>
                      <a:pt x="3743571" y="39134"/>
                      <a:pt x="3885289" y="-29922"/>
                      <a:pt x="3986394" y="11724"/>
                    </a:cubicBezTo>
                    <a:cubicBezTo>
                      <a:pt x="4081227" y="50790"/>
                      <a:pt x="4141128" y="185641"/>
                      <a:pt x="4174883" y="436038"/>
                    </a:cubicBezTo>
                    <a:cubicBezTo>
                      <a:pt x="4205196" y="660926"/>
                      <a:pt x="4211580" y="958423"/>
                      <a:pt x="4218349" y="1273393"/>
                    </a:cubicBezTo>
                    <a:cubicBezTo>
                      <a:pt x="4233246" y="1966413"/>
                      <a:pt x="4250111" y="2751892"/>
                      <a:pt x="4510750" y="3224935"/>
                    </a:cubicBezTo>
                    <a:cubicBezTo>
                      <a:pt x="4651721" y="3480786"/>
                      <a:pt x="4765706" y="3718530"/>
                      <a:pt x="4849560" y="3931535"/>
                    </a:cubicBezTo>
                    <a:cubicBezTo>
                      <a:pt x="4929429" y="4134401"/>
                      <a:pt x="4984147" y="4320450"/>
                      <a:pt x="5012218" y="4484498"/>
                    </a:cubicBezTo>
                    <a:cubicBezTo>
                      <a:pt x="5038841" y="4640060"/>
                      <a:pt x="5042214" y="4780162"/>
                      <a:pt x="5022292" y="4900913"/>
                    </a:cubicBezTo>
                    <a:cubicBezTo>
                      <a:pt x="5003503" y="5014783"/>
                      <a:pt x="4963432" y="5114620"/>
                      <a:pt x="4903213" y="5197685"/>
                    </a:cubicBezTo>
                    <a:cubicBezTo>
                      <a:pt x="4856238" y="5262463"/>
                      <a:pt x="4795793" y="5318707"/>
                      <a:pt x="4723553" y="5364812"/>
                    </a:cubicBezTo>
                    <a:cubicBezTo>
                      <a:pt x="4655705" y="5408133"/>
                      <a:pt x="4575496" y="5443758"/>
                      <a:pt x="4485191" y="5470693"/>
                    </a:cubicBezTo>
                    <a:cubicBezTo>
                      <a:pt x="4324026" y="5518789"/>
                      <a:pt x="4122565" y="5541400"/>
                      <a:pt x="3886466" y="5537892"/>
                    </a:cubicBezTo>
                    <a:cubicBezTo>
                      <a:pt x="3451125" y="5531441"/>
                      <a:pt x="2966907" y="5439752"/>
                      <a:pt x="2577840" y="5366080"/>
                    </a:cubicBezTo>
                    <a:cubicBezTo>
                      <a:pt x="2444091" y="5340753"/>
                      <a:pt x="2319873" y="5317236"/>
                      <a:pt x="2212678" y="5300216"/>
                    </a:cubicBezTo>
                    <a:cubicBezTo>
                      <a:pt x="2271992" y="5402747"/>
                      <a:pt x="2290850" y="5478795"/>
                      <a:pt x="2271675" y="5533750"/>
                    </a:cubicBezTo>
                    <a:cubicBezTo>
                      <a:pt x="2252636" y="5588252"/>
                      <a:pt x="2196967" y="5621387"/>
                      <a:pt x="2101477" y="5635081"/>
                    </a:cubicBezTo>
                    <a:lnTo>
                      <a:pt x="2100640" y="5635194"/>
                    </a:lnTo>
                    <a:close/>
                    <a:moveTo>
                      <a:pt x="1956069" y="5273440"/>
                    </a:moveTo>
                    <a:cubicBezTo>
                      <a:pt x="1890100" y="5273440"/>
                      <a:pt x="1847540" y="5284100"/>
                      <a:pt x="1835428" y="5309858"/>
                    </a:cubicBezTo>
                    <a:cubicBezTo>
                      <a:pt x="1824086" y="5333963"/>
                      <a:pt x="1838779" y="5370562"/>
                      <a:pt x="1880388" y="5421736"/>
                    </a:cubicBezTo>
                    <a:cubicBezTo>
                      <a:pt x="1924081" y="5475468"/>
                      <a:pt x="1996479" y="5544026"/>
                      <a:pt x="2101726" y="5631279"/>
                    </a:cubicBezTo>
                    <a:cubicBezTo>
                      <a:pt x="2195201" y="5617744"/>
                      <a:pt x="2249625" y="5585445"/>
                      <a:pt x="2268098" y="5532573"/>
                    </a:cubicBezTo>
                    <a:cubicBezTo>
                      <a:pt x="2287114" y="5478161"/>
                      <a:pt x="2267871" y="5402271"/>
                      <a:pt x="2207947" y="5299537"/>
                    </a:cubicBezTo>
                    <a:cubicBezTo>
                      <a:pt x="2106299" y="5283512"/>
                      <a:pt x="2020159" y="5273463"/>
                      <a:pt x="1956115" y="5273463"/>
                    </a:cubicBezTo>
                    <a:close/>
                    <a:moveTo>
                      <a:pt x="2210097" y="5295893"/>
                    </a:moveTo>
                    <a:cubicBezTo>
                      <a:pt x="2316567" y="5312823"/>
                      <a:pt x="2441193" y="5336407"/>
                      <a:pt x="2578496" y="5362413"/>
                    </a:cubicBezTo>
                    <a:cubicBezTo>
                      <a:pt x="2967428" y="5436063"/>
                      <a:pt x="3451465" y="5527707"/>
                      <a:pt x="3886489" y="5534157"/>
                    </a:cubicBezTo>
                    <a:cubicBezTo>
                      <a:pt x="4397851" y="5541740"/>
                      <a:pt x="4729394" y="5430948"/>
                      <a:pt x="4900134" y="5195490"/>
                    </a:cubicBezTo>
                    <a:cubicBezTo>
                      <a:pt x="5023560" y="5025262"/>
                      <a:pt x="5060009" y="4786273"/>
                      <a:pt x="5008483" y="4485155"/>
                    </a:cubicBezTo>
                    <a:cubicBezTo>
                      <a:pt x="4951026" y="4149294"/>
                      <a:pt x="4782436" y="3725909"/>
                      <a:pt x="4507422" y="3226768"/>
                    </a:cubicBezTo>
                    <a:cubicBezTo>
                      <a:pt x="4391014" y="3015483"/>
                      <a:pt x="4312888" y="2721608"/>
                      <a:pt x="4268562" y="2328348"/>
                    </a:cubicBezTo>
                    <a:cubicBezTo>
                      <a:pt x="4229827" y="1984678"/>
                      <a:pt x="4221722" y="1606854"/>
                      <a:pt x="4214546" y="1273506"/>
                    </a:cubicBezTo>
                    <a:cubicBezTo>
                      <a:pt x="4207777" y="958649"/>
                      <a:pt x="4201393" y="661243"/>
                      <a:pt x="4171102" y="436581"/>
                    </a:cubicBezTo>
                    <a:cubicBezTo>
                      <a:pt x="4137552" y="187633"/>
                      <a:pt x="4078397" y="53755"/>
                      <a:pt x="3984922" y="15233"/>
                    </a:cubicBezTo>
                    <a:cubicBezTo>
                      <a:pt x="3885425" y="-25757"/>
                      <a:pt x="3745156" y="42891"/>
                      <a:pt x="3556169" y="225115"/>
                    </a:cubicBezTo>
                    <a:cubicBezTo>
                      <a:pt x="3542314" y="324906"/>
                      <a:pt x="3515306" y="418225"/>
                      <a:pt x="3475892" y="502490"/>
                    </a:cubicBezTo>
                    <a:cubicBezTo>
                      <a:pt x="3438334" y="582772"/>
                      <a:pt x="3388326" y="657372"/>
                      <a:pt x="3327201" y="724277"/>
                    </a:cubicBezTo>
                    <a:cubicBezTo>
                      <a:pt x="3214869" y="847246"/>
                      <a:pt x="3064548" y="947400"/>
                      <a:pt x="2867660" y="1030466"/>
                    </a:cubicBezTo>
                    <a:cubicBezTo>
                      <a:pt x="2503562" y="1184080"/>
                      <a:pt x="2042753" y="1250985"/>
                      <a:pt x="1597111" y="1315718"/>
                    </a:cubicBezTo>
                    <a:cubicBezTo>
                      <a:pt x="1180175" y="1376263"/>
                      <a:pt x="786376" y="1433458"/>
                      <a:pt x="490896" y="1556200"/>
                    </a:cubicBezTo>
                    <a:cubicBezTo>
                      <a:pt x="158538" y="1694266"/>
                      <a:pt x="3758" y="1893985"/>
                      <a:pt x="3758" y="2184669"/>
                    </a:cubicBezTo>
                    <a:cubicBezTo>
                      <a:pt x="3758" y="2492962"/>
                      <a:pt x="165421" y="2862729"/>
                      <a:pt x="498005" y="3315062"/>
                    </a:cubicBezTo>
                    <a:cubicBezTo>
                      <a:pt x="786263" y="3707123"/>
                      <a:pt x="1157355" y="4100134"/>
                      <a:pt x="1484778" y="4446859"/>
                    </a:cubicBezTo>
                    <a:cubicBezTo>
                      <a:pt x="1714605" y="4690239"/>
                      <a:pt x="1931665" y="4920129"/>
                      <a:pt x="2077820" y="5106449"/>
                    </a:cubicBezTo>
                    <a:cubicBezTo>
                      <a:pt x="2133760" y="5177768"/>
                      <a:pt x="2177724" y="5240644"/>
                      <a:pt x="2210075" y="529591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ED3DC6C3-557D-8ADF-CD05-52D92053AFAC}"/>
                  </a:ext>
                </a:extLst>
              </p:cNvPr>
              <p:cNvSpPr/>
              <p:nvPr/>
            </p:nvSpPr>
            <p:spPr>
              <a:xfrm>
                <a:off x="3981799" y="190532"/>
                <a:ext cx="5014680" cy="5598524"/>
              </a:xfrm>
              <a:custGeom>
                <a:avLst/>
                <a:gdLst>
                  <a:gd name="connsiteX0" fmla="*/ 2081963 w 5014680"/>
                  <a:gd name="connsiteY0" fmla="*/ 5598502 h 5598524"/>
                  <a:gd name="connsiteX1" fmla="*/ 2055951 w 5014680"/>
                  <a:gd name="connsiteY1" fmla="*/ 5597846 h 5598524"/>
                  <a:gd name="connsiteX2" fmla="*/ 2055272 w 5014680"/>
                  <a:gd name="connsiteY2" fmla="*/ 5597846 h 5598524"/>
                  <a:gd name="connsiteX3" fmla="*/ 2054774 w 5014680"/>
                  <a:gd name="connsiteY3" fmla="*/ 5597370 h 5598524"/>
                  <a:gd name="connsiteX4" fmla="*/ 1778220 w 5014680"/>
                  <a:gd name="connsiteY4" fmla="*/ 5230750 h 5598524"/>
                  <a:gd name="connsiteX5" fmla="*/ 2040625 w 5014680"/>
                  <a:gd name="connsiteY5" fmla="*/ 5199471 h 5598524"/>
                  <a:gd name="connsiteX6" fmla="*/ 2078341 w 5014680"/>
                  <a:gd name="connsiteY6" fmla="*/ 5204608 h 5598524"/>
                  <a:gd name="connsiteX7" fmla="*/ 1504044 w 5014680"/>
                  <a:gd name="connsiteY7" fmla="*/ 4524852 h 5598524"/>
                  <a:gd name="connsiteX8" fmla="*/ 508328 w 5014680"/>
                  <a:gd name="connsiteY8" fmla="*/ 3315173 h 5598524"/>
                  <a:gd name="connsiteX9" fmla="*/ 0 w 5014680"/>
                  <a:gd name="connsiteY9" fmla="*/ 2124936 h 5598524"/>
                  <a:gd name="connsiteX10" fmla="*/ 1633016 w 5014680"/>
                  <a:gd name="connsiteY10" fmla="*/ 1212302 h 5598524"/>
                  <a:gd name="connsiteX11" fmla="*/ 2859827 w 5014680"/>
                  <a:gd name="connsiteY11" fmla="*/ 930875 h 5598524"/>
                  <a:gd name="connsiteX12" fmla="*/ 3580143 w 5014680"/>
                  <a:gd name="connsiteY12" fmla="*/ 216013 h 5598524"/>
                  <a:gd name="connsiteX13" fmla="*/ 3580301 w 5014680"/>
                  <a:gd name="connsiteY13" fmla="*/ 215425 h 5598524"/>
                  <a:gd name="connsiteX14" fmla="*/ 3580754 w 5014680"/>
                  <a:gd name="connsiteY14" fmla="*/ 215040 h 5598524"/>
                  <a:gd name="connsiteX15" fmla="*/ 4042197 w 5014680"/>
                  <a:gd name="connsiteY15" fmla="*/ 15094 h 5598524"/>
                  <a:gd name="connsiteX16" fmla="*/ 4205400 w 5014680"/>
                  <a:gd name="connsiteY16" fmla="*/ 431418 h 5598524"/>
                  <a:gd name="connsiteX17" fmla="*/ 4206894 w 5014680"/>
                  <a:gd name="connsiteY17" fmla="*/ 1235682 h 5598524"/>
                  <a:gd name="connsiteX18" fmla="*/ 4435975 w 5014680"/>
                  <a:gd name="connsiteY18" fmla="*/ 3217260 h 5598524"/>
                  <a:gd name="connsiteX19" fmla="*/ 4801566 w 5014680"/>
                  <a:gd name="connsiteY19" fmla="*/ 3939998 h 5598524"/>
                  <a:gd name="connsiteX20" fmla="*/ 4983445 w 5014680"/>
                  <a:gd name="connsiteY20" fmla="*/ 4501064 h 5598524"/>
                  <a:gd name="connsiteX21" fmla="*/ 5006083 w 5014680"/>
                  <a:gd name="connsiteY21" fmla="*/ 4918745 h 5598524"/>
                  <a:gd name="connsiteX22" fmla="*/ 4893796 w 5014680"/>
                  <a:gd name="connsiteY22" fmla="*/ 5211218 h 5598524"/>
                  <a:gd name="connsiteX23" fmla="*/ 4721267 w 5014680"/>
                  <a:gd name="connsiteY23" fmla="*/ 5368182 h 5598524"/>
                  <a:gd name="connsiteX24" fmla="*/ 4489922 w 5014680"/>
                  <a:gd name="connsiteY24" fmla="*/ 5464398 h 5598524"/>
                  <a:gd name="connsiteX25" fmla="*/ 3902993 w 5014680"/>
                  <a:gd name="connsiteY25" fmla="*/ 5513535 h 5598524"/>
                  <a:gd name="connsiteX26" fmla="*/ 2594842 w 5014680"/>
                  <a:gd name="connsiteY26" fmla="*/ 5308859 h 5598524"/>
                  <a:gd name="connsiteX27" fmla="*/ 2086649 w 5014680"/>
                  <a:gd name="connsiteY27" fmla="*/ 5209837 h 5598524"/>
                  <a:gd name="connsiteX28" fmla="*/ 2221983 w 5014680"/>
                  <a:gd name="connsiteY28" fmla="*/ 5542665 h 5598524"/>
                  <a:gd name="connsiteX29" fmla="*/ 2082008 w 5014680"/>
                  <a:gd name="connsiteY29" fmla="*/ 5598525 h 5598524"/>
                  <a:gd name="connsiteX30" fmla="*/ 2056811 w 5014680"/>
                  <a:gd name="connsiteY30" fmla="*/ 5594043 h 5598524"/>
                  <a:gd name="connsiteX31" fmla="*/ 2218474 w 5014680"/>
                  <a:gd name="connsiteY31" fmla="*/ 5540990 h 5598524"/>
                  <a:gd name="connsiteX32" fmla="*/ 2081555 w 5014680"/>
                  <a:gd name="connsiteY32" fmla="*/ 5209090 h 5598524"/>
                  <a:gd name="connsiteX33" fmla="*/ 1781639 w 5014680"/>
                  <a:gd name="connsiteY33" fmla="*/ 5232493 h 5598524"/>
                  <a:gd name="connsiteX34" fmla="*/ 1825173 w 5014680"/>
                  <a:gd name="connsiteY34" fmla="*/ 5357771 h 5598524"/>
                  <a:gd name="connsiteX35" fmla="*/ 2056811 w 5014680"/>
                  <a:gd name="connsiteY35" fmla="*/ 5594043 h 5598524"/>
                  <a:gd name="connsiteX36" fmla="*/ 2083389 w 5014680"/>
                  <a:gd name="connsiteY36" fmla="*/ 5205355 h 5598524"/>
                  <a:gd name="connsiteX37" fmla="*/ 2595611 w 5014680"/>
                  <a:gd name="connsiteY37" fmla="*/ 5305102 h 5598524"/>
                  <a:gd name="connsiteX38" fmla="*/ 3903128 w 5014680"/>
                  <a:gd name="connsiteY38" fmla="*/ 5509688 h 5598524"/>
                  <a:gd name="connsiteX39" fmla="*/ 4031535 w 5014680"/>
                  <a:gd name="connsiteY39" fmla="*/ 5512472 h 5598524"/>
                  <a:gd name="connsiteX40" fmla="*/ 4890694 w 5014680"/>
                  <a:gd name="connsiteY40" fmla="*/ 5208954 h 5598524"/>
                  <a:gd name="connsiteX41" fmla="*/ 4979687 w 5014680"/>
                  <a:gd name="connsiteY41" fmla="*/ 4501833 h 5598524"/>
                  <a:gd name="connsiteX42" fmla="*/ 4432647 w 5014680"/>
                  <a:gd name="connsiteY42" fmla="*/ 3219183 h 5598524"/>
                  <a:gd name="connsiteX43" fmla="*/ 4207732 w 5014680"/>
                  <a:gd name="connsiteY43" fmla="*/ 2308178 h 5598524"/>
                  <a:gd name="connsiteX44" fmla="*/ 4203045 w 5014680"/>
                  <a:gd name="connsiteY44" fmla="*/ 1235592 h 5598524"/>
                  <a:gd name="connsiteX45" fmla="*/ 4201551 w 5014680"/>
                  <a:gd name="connsiteY45" fmla="*/ 431757 h 5598524"/>
                  <a:gd name="connsiteX46" fmla="*/ 4040522 w 5014680"/>
                  <a:gd name="connsiteY46" fmla="*/ 18602 h 5598524"/>
                  <a:gd name="connsiteX47" fmla="*/ 3583697 w 5014680"/>
                  <a:gd name="connsiteY47" fmla="*/ 217575 h 5598524"/>
                  <a:gd name="connsiteX48" fmla="*/ 3482684 w 5014680"/>
                  <a:gd name="connsiteY48" fmla="*/ 460389 h 5598524"/>
                  <a:gd name="connsiteX49" fmla="*/ 3322357 w 5014680"/>
                  <a:gd name="connsiteY49" fmla="*/ 656713 h 5598524"/>
                  <a:gd name="connsiteX50" fmla="*/ 2861230 w 5014680"/>
                  <a:gd name="connsiteY50" fmla="*/ 934473 h 5598524"/>
                  <a:gd name="connsiteX51" fmla="*/ 1633604 w 5014680"/>
                  <a:gd name="connsiteY51" fmla="*/ 1216127 h 5598524"/>
                  <a:gd name="connsiteX52" fmla="*/ 502895 w 5014680"/>
                  <a:gd name="connsiteY52" fmla="*/ 1477659 h 5598524"/>
                  <a:gd name="connsiteX53" fmla="*/ 3849 w 5014680"/>
                  <a:gd name="connsiteY53" fmla="*/ 2124936 h 5598524"/>
                  <a:gd name="connsiteX54" fmla="*/ 511475 w 5014680"/>
                  <a:gd name="connsiteY54" fmla="*/ 3312977 h 5598524"/>
                  <a:gd name="connsiteX55" fmla="*/ 1506919 w 5014680"/>
                  <a:gd name="connsiteY55" fmla="*/ 4522317 h 5598524"/>
                  <a:gd name="connsiteX56" fmla="*/ 2083412 w 5014680"/>
                  <a:gd name="connsiteY56" fmla="*/ 5205355 h 5598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014680" h="5598524">
                    <a:moveTo>
                      <a:pt x="2081963" y="5598502"/>
                    </a:moveTo>
                    <a:cubicBezTo>
                      <a:pt x="2073654" y="5598502"/>
                      <a:pt x="2064984" y="5598276"/>
                      <a:pt x="2055951" y="5597846"/>
                    </a:cubicBezTo>
                    <a:lnTo>
                      <a:pt x="2055272" y="5597846"/>
                    </a:lnTo>
                    <a:cubicBezTo>
                      <a:pt x="2055272" y="5597846"/>
                      <a:pt x="2054774" y="5597370"/>
                      <a:pt x="2054774" y="5597370"/>
                    </a:cubicBezTo>
                    <a:cubicBezTo>
                      <a:pt x="1837330" y="5404147"/>
                      <a:pt x="1749469" y="5287652"/>
                      <a:pt x="1778220" y="5230750"/>
                    </a:cubicBezTo>
                    <a:cubicBezTo>
                      <a:pt x="1799184" y="5189308"/>
                      <a:pt x="1882562" y="5179349"/>
                      <a:pt x="2040625" y="5199471"/>
                    </a:cubicBezTo>
                    <a:cubicBezTo>
                      <a:pt x="2052850" y="5201033"/>
                      <a:pt x="2065437" y="5202753"/>
                      <a:pt x="2078341" y="5204608"/>
                    </a:cubicBezTo>
                    <a:cubicBezTo>
                      <a:pt x="1946425" y="5023154"/>
                      <a:pt x="1738489" y="4788941"/>
                      <a:pt x="1504044" y="4524852"/>
                    </a:cubicBezTo>
                    <a:cubicBezTo>
                      <a:pt x="1175444" y="4154746"/>
                      <a:pt x="803015" y="3735254"/>
                      <a:pt x="508328" y="3315173"/>
                    </a:cubicBezTo>
                    <a:cubicBezTo>
                      <a:pt x="166281" y="2827576"/>
                      <a:pt x="0" y="2438231"/>
                      <a:pt x="0" y="2124936"/>
                    </a:cubicBezTo>
                    <a:cubicBezTo>
                      <a:pt x="0" y="1472657"/>
                      <a:pt x="793213" y="1346203"/>
                      <a:pt x="1633016" y="1212302"/>
                    </a:cubicBezTo>
                    <a:cubicBezTo>
                      <a:pt x="2060592" y="1144129"/>
                      <a:pt x="2502725" y="1073648"/>
                      <a:pt x="2859827" y="930875"/>
                    </a:cubicBezTo>
                    <a:cubicBezTo>
                      <a:pt x="3263089" y="769655"/>
                      <a:pt x="3498712" y="535827"/>
                      <a:pt x="3580143" y="216013"/>
                    </a:cubicBezTo>
                    <a:lnTo>
                      <a:pt x="3580301" y="215425"/>
                    </a:lnTo>
                    <a:lnTo>
                      <a:pt x="3580754" y="215040"/>
                    </a:lnTo>
                    <a:cubicBezTo>
                      <a:pt x="3790185" y="32703"/>
                      <a:pt x="3941139" y="-32686"/>
                      <a:pt x="4042197" y="15094"/>
                    </a:cubicBezTo>
                    <a:cubicBezTo>
                      <a:pt x="4132865" y="57962"/>
                      <a:pt x="4184731" y="190233"/>
                      <a:pt x="4205400" y="431418"/>
                    </a:cubicBezTo>
                    <a:cubicBezTo>
                      <a:pt x="4223986" y="648135"/>
                      <a:pt x="4215678" y="933523"/>
                      <a:pt x="4206894" y="1235682"/>
                    </a:cubicBezTo>
                    <a:cubicBezTo>
                      <a:pt x="4186338" y="1942056"/>
                      <a:pt x="4163043" y="2742677"/>
                      <a:pt x="4435975" y="3217260"/>
                    </a:cubicBezTo>
                    <a:cubicBezTo>
                      <a:pt x="4586952" y="3479787"/>
                      <a:pt x="4709970" y="3722964"/>
                      <a:pt x="4801566" y="3939998"/>
                    </a:cubicBezTo>
                    <a:cubicBezTo>
                      <a:pt x="4888815" y="4146734"/>
                      <a:pt x="4950007" y="4335498"/>
                      <a:pt x="4983445" y="4501064"/>
                    </a:cubicBezTo>
                    <a:cubicBezTo>
                      <a:pt x="5015139" y="4658073"/>
                      <a:pt x="5022768" y="4798606"/>
                      <a:pt x="5006083" y="4918745"/>
                    </a:cubicBezTo>
                    <a:cubicBezTo>
                      <a:pt x="4990349" y="5032072"/>
                      <a:pt x="4952566" y="5130460"/>
                      <a:pt x="4893796" y="5211218"/>
                    </a:cubicBezTo>
                    <a:cubicBezTo>
                      <a:pt x="4849062" y="5272668"/>
                      <a:pt x="4791016" y="5325495"/>
                      <a:pt x="4721267" y="5368182"/>
                    </a:cubicBezTo>
                    <a:cubicBezTo>
                      <a:pt x="4655682" y="5408334"/>
                      <a:pt x="4577851" y="5440700"/>
                      <a:pt x="4489922" y="5464398"/>
                    </a:cubicBezTo>
                    <a:cubicBezTo>
                      <a:pt x="4330546" y="5507356"/>
                      <a:pt x="4138570" y="5523426"/>
                      <a:pt x="3902993" y="5513535"/>
                    </a:cubicBezTo>
                    <a:cubicBezTo>
                      <a:pt x="3473832" y="5495519"/>
                      <a:pt x="2986467" y="5392015"/>
                      <a:pt x="2594842" y="5308859"/>
                    </a:cubicBezTo>
                    <a:cubicBezTo>
                      <a:pt x="2400738" y="5267643"/>
                      <a:pt x="2225016" y="5230320"/>
                      <a:pt x="2086649" y="5209837"/>
                    </a:cubicBezTo>
                    <a:cubicBezTo>
                      <a:pt x="2197261" y="5363407"/>
                      <a:pt x="2252500" y="5478951"/>
                      <a:pt x="2221983" y="5542665"/>
                    </a:cubicBezTo>
                    <a:cubicBezTo>
                      <a:pt x="2204031" y="5580169"/>
                      <a:pt x="2158119" y="5598525"/>
                      <a:pt x="2082008" y="5598525"/>
                    </a:cubicBezTo>
                    <a:close/>
                    <a:moveTo>
                      <a:pt x="2056811" y="5594043"/>
                    </a:moveTo>
                    <a:cubicBezTo>
                      <a:pt x="2146460" y="5598299"/>
                      <a:pt x="2199344" y="5580916"/>
                      <a:pt x="2218474" y="5540990"/>
                    </a:cubicBezTo>
                    <a:cubicBezTo>
                      <a:pt x="2248583" y="5478136"/>
                      <a:pt x="2192779" y="5362795"/>
                      <a:pt x="2081555" y="5209090"/>
                    </a:cubicBezTo>
                    <a:cubicBezTo>
                      <a:pt x="1916406" y="5184940"/>
                      <a:pt x="1805500" y="5185302"/>
                      <a:pt x="1781639" y="5232493"/>
                    </a:cubicBezTo>
                    <a:cubicBezTo>
                      <a:pt x="1768078" y="5259314"/>
                      <a:pt x="1782318" y="5300281"/>
                      <a:pt x="1825173" y="5357771"/>
                    </a:cubicBezTo>
                    <a:cubicBezTo>
                      <a:pt x="1870314" y="5418338"/>
                      <a:pt x="1946086" y="5495632"/>
                      <a:pt x="2056811" y="5594043"/>
                    </a:cubicBezTo>
                    <a:close/>
                    <a:moveTo>
                      <a:pt x="2083389" y="5205355"/>
                    </a:moveTo>
                    <a:cubicBezTo>
                      <a:pt x="2221259" y="5225613"/>
                      <a:pt x="2396142" y="5262732"/>
                      <a:pt x="2595611" y="5305102"/>
                    </a:cubicBezTo>
                    <a:cubicBezTo>
                      <a:pt x="2987078" y="5388236"/>
                      <a:pt x="3474285" y="5491671"/>
                      <a:pt x="3903128" y="5509688"/>
                    </a:cubicBezTo>
                    <a:cubicBezTo>
                      <a:pt x="3947296" y="5511544"/>
                      <a:pt x="3990106" y="5512472"/>
                      <a:pt x="4031535" y="5512472"/>
                    </a:cubicBezTo>
                    <a:cubicBezTo>
                      <a:pt x="4460650" y="5512472"/>
                      <a:pt x="4742366" y="5412725"/>
                      <a:pt x="4890694" y="5208954"/>
                    </a:cubicBezTo>
                    <a:cubicBezTo>
                      <a:pt x="5011087" y="5043570"/>
                      <a:pt x="5041038" y="4805645"/>
                      <a:pt x="4979687" y="4501833"/>
                    </a:cubicBezTo>
                    <a:cubicBezTo>
                      <a:pt x="4911250" y="4162917"/>
                      <a:pt x="4727198" y="3731383"/>
                      <a:pt x="4432647" y="3219183"/>
                    </a:cubicBezTo>
                    <a:cubicBezTo>
                      <a:pt x="4310760" y="3007264"/>
                      <a:pt x="4237207" y="2709270"/>
                      <a:pt x="4207732" y="2308178"/>
                    </a:cubicBezTo>
                    <a:cubicBezTo>
                      <a:pt x="4182036" y="1958239"/>
                      <a:pt x="4193198" y="1574327"/>
                      <a:pt x="4203045" y="1235592"/>
                    </a:cubicBezTo>
                    <a:cubicBezTo>
                      <a:pt x="4211829" y="933546"/>
                      <a:pt x="4220138" y="648248"/>
                      <a:pt x="4201551" y="431757"/>
                    </a:cubicBezTo>
                    <a:cubicBezTo>
                      <a:pt x="4180995" y="192089"/>
                      <a:pt x="4129832" y="60814"/>
                      <a:pt x="4040522" y="18602"/>
                    </a:cubicBezTo>
                    <a:cubicBezTo>
                      <a:pt x="3941048" y="-28430"/>
                      <a:pt x="3791633" y="36664"/>
                      <a:pt x="3583697" y="217575"/>
                    </a:cubicBezTo>
                    <a:cubicBezTo>
                      <a:pt x="3561489" y="304556"/>
                      <a:pt x="3527508" y="386241"/>
                      <a:pt x="3482684" y="460389"/>
                    </a:cubicBezTo>
                    <a:cubicBezTo>
                      <a:pt x="3439965" y="531028"/>
                      <a:pt x="3386039" y="597096"/>
                      <a:pt x="3322357" y="656713"/>
                    </a:cubicBezTo>
                    <a:cubicBezTo>
                      <a:pt x="3205270" y="766373"/>
                      <a:pt x="3054428" y="857247"/>
                      <a:pt x="2861230" y="934473"/>
                    </a:cubicBezTo>
                    <a:cubicBezTo>
                      <a:pt x="2503743" y="1077405"/>
                      <a:pt x="2061384" y="1147909"/>
                      <a:pt x="1633604" y="1216127"/>
                    </a:cubicBezTo>
                    <a:cubicBezTo>
                      <a:pt x="1207681" y="1284028"/>
                      <a:pt x="805370" y="1348172"/>
                      <a:pt x="502895" y="1477659"/>
                    </a:cubicBezTo>
                    <a:cubicBezTo>
                      <a:pt x="162410" y="1623420"/>
                      <a:pt x="3849" y="1829114"/>
                      <a:pt x="3849" y="2124936"/>
                    </a:cubicBezTo>
                    <a:cubicBezTo>
                      <a:pt x="3849" y="2437439"/>
                      <a:pt x="169903" y="2826037"/>
                      <a:pt x="511475" y="3312977"/>
                    </a:cubicBezTo>
                    <a:cubicBezTo>
                      <a:pt x="806026" y="3732877"/>
                      <a:pt x="1178387" y="4152279"/>
                      <a:pt x="1506919" y="4522317"/>
                    </a:cubicBezTo>
                    <a:cubicBezTo>
                      <a:pt x="1742519" y="4787696"/>
                      <a:pt x="1951428" y="5022996"/>
                      <a:pt x="2083412" y="520535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7C71CD99-9BE1-5984-6D32-8D89416BAE55}"/>
                  </a:ext>
                </a:extLst>
              </p:cNvPr>
              <p:cNvSpPr/>
              <p:nvPr/>
            </p:nvSpPr>
            <p:spPr>
              <a:xfrm>
                <a:off x="4026850" y="198036"/>
                <a:ext cx="4996956" cy="5574792"/>
              </a:xfrm>
              <a:custGeom>
                <a:avLst/>
                <a:gdLst>
                  <a:gd name="connsiteX0" fmla="*/ 2105168 w 4996956"/>
                  <a:gd name="connsiteY0" fmla="*/ 5574793 h 5574792"/>
                  <a:gd name="connsiteX1" fmla="*/ 2010515 w 4996956"/>
                  <a:gd name="connsiteY1" fmla="*/ 5560647 h 5574792"/>
                  <a:gd name="connsiteX2" fmla="*/ 2010017 w 4996956"/>
                  <a:gd name="connsiteY2" fmla="*/ 5560511 h 5574792"/>
                  <a:gd name="connsiteX3" fmla="*/ 2009632 w 4996956"/>
                  <a:gd name="connsiteY3" fmla="*/ 5560149 h 5574792"/>
                  <a:gd name="connsiteX4" fmla="*/ 1724793 w 4996956"/>
                  <a:gd name="connsiteY4" fmla="*/ 5152788 h 5574792"/>
                  <a:gd name="connsiteX5" fmla="*/ 1940494 w 4996956"/>
                  <a:gd name="connsiteY5" fmla="*/ 5113519 h 5574792"/>
                  <a:gd name="connsiteX6" fmla="*/ 1531663 w 4996956"/>
                  <a:gd name="connsiteY6" fmla="*/ 4614514 h 5574792"/>
                  <a:gd name="connsiteX7" fmla="*/ 525149 w 4996956"/>
                  <a:gd name="connsiteY7" fmla="*/ 3322155 h 5574792"/>
                  <a:gd name="connsiteX8" fmla="*/ 149121 w 4996956"/>
                  <a:gd name="connsiteY8" fmla="*/ 2659486 h 5574792"/>
                  <a:gd name="connsiteX9" fmla="*/ 0 w 4996956"/>
                  <a:gd name="connsiteY9" fmla="*/ 2065330 h 5574792"/>
                  <a:gd name="connsiteX10" fmla="*/ 1681825 w 4996956"/>
                  <a:gd name="connsiteY10" fmla="*/ 1108582 h 5574792"/>
                  <a:gd name="connsiteX11" fmla="*/ 2860596 w 4996956"/>
                  <a:gd name="connsiteY11" fmla="*/ 834262 h 5574792"/>
                  <a:gd name="connsiteX12" fmla="*/ 3607785 w 4996956"/>
                  <a:gd name="connsiteY12" fmla="*/ 208193 h 5574792"/>
                  <a:gd name="connsiteX13" fmla="*/ 3607988 w 4996956"/>
                  <a:gd name="connsiteY13" fmla="*/ 207717 h 5574792"/>
                  <a:gd name="connsiteX14" fmla="*/ 3608396 w 4996956"/>
                  <a:gd name="connsiteY14" fmla="*/ 207400 h 5574792"/>
                  <a:gd name="connsiteX15" fmla="*/ 4097753 w 4996956"/>
                  <a:gd name="connsiteY15" fmla="*/ 18726 h 5574792"/>
                  <a:gd name="connsiteX16" fmla="*/ 4237275 w 4996956"/>
                  <a:gd name="connsiteY16" fmla="*/ 429256 h 5574792"/>
                  <a:gd name="connsiteX17" fmla="*/ 4199468 w 4996956"/>
                  <a:gd name="connsiteY17" fmla="*/ 1206134 h 5574792"/>
                  <a:gd name="connsiteX18" fmla="*/ 4152765 w 4996956"/>
                  <a:gd name="connsiteY18" fmla="*/ 2291893 h 5574792"/>
                  <a:gd name="connsiteX19" fmla="*/ 4361267 w 4996956"/>
                  <a:gd name="connsiteY19" fmla="*/ 3209665 h 5574792"/>
                  <a:gd name="connsiteX20" fmla="*/ 4754342 w 4996956"/>
                  <a:gd name="connsiteY20" fmla="*/ 3947704 h 5574792"/>
                  <a:gd name="connsiteX21" fmla="*/ 4956029 w 4996956"/>
                  <a:gd name="connsiteY21" fmla="*/ 4516239 h 5574792"/>
                  <a:gd name="connsiteX22" fmla="*/ 4991730 w 4996956"/>
                  <a:gd name="connsiteY22" fmla="*/ 4934803 h 5574792"/>
                  <a:gd name="connsiteX23" fmla="*/ 4886619 w 4996956"/>
                  <a:gd name="connsiteY23" fmla="*/ 5222749 h 5574792"/>
                  <a:gd name="connsiteX24" fmla="*/ 4116407 w 4996956"/>
                  <a:gd name="connsiteY24" fmla="*/ 5496548 h 5574792"/>
                  <a:gd name="connsiteX25" fmla="*/ 2613699 w 4996956"/>
                  <a:gd name="connsiteY25" fmla="*/ 5253327 h 5574792"/>
                  <a:gd name="connsiteX26" fmla="*/ 1949346 w 4996956"/>
                  <a:gd name="connsiteY26" fmla="*/ 5118317 h 5574792"/>
                  <a:gd name="connsiteX27" fmla="*/ 2026045 w 4996956"/>
                  <a:gd name="connsiteY27" fmla="*/ 5220282 h 5574792"/>
                  <a:gd name="connsiteX28" fmla="*/ 2173830 w 4996956"/>
                  <a:gd name="connsiteY28" fmla="*/ 5547791 h 5574792"/>
                  <a:gd name="connsiteX29" fmla="*/ 2105213 w 4996956"/>
                  <a:gd name="connsiteY29" fmla="*/ 5574793 h 5574792"/>
                  <a:gd name="connsiteX30" fmla="*/ 2011964 w 4996956"/>
                  <a:gd name="connsiteY30" fmla="*/ 5556957 h 5574792"/>
                  <a:gd name="connsiteX31" fmla="*/ 2170480 w 4996956"/>
                  <a:gd name="connsiteY31" fmla="*/ 5545731 h 5574792"/>
                  <a:gd name="connsiteX32" fmla="*/ 1943777 w 4996956"/>
                  <a:gd name="connsiteY32" fmla="*/ 5117752 h 5574792"/>
                  <a:gd name="connsiteX33" fmla="*/ 1728279 w 4996956"/>
                  <a:gd name="connsiteY33" fmla="*/ 5154667 h 5574792"/>
                  <a:gd name="connsiteX34" fmla="*/ 2011987 w 4996956"/>
                  <a:gd name="connsiteY34" fmla="*/ 5556957 h 5574792"/>
                  <a:gd name="connsiteX35" fmla="*/ 1946040 w 4996956"/>
                  <a:gd name="connsiteY35" fmla="*/ 5114107 h 5574792"/>
                  <a:gd name="connsiteX36" fmla="*/ 2014454 w 4996956"/>
                  <a:gd name="connsiteY36" fmla="*/ 5122731 h 5574792"/>
                  <a:gd name="connsiteX37" fmla="*/ 2614582 w 4996956"/>
                  <a:gd name="connsiteY37" fmla="*/ 5249547 h 5574792"/>
                  <a:gd name="connsiteX38" fmla="*/ 3921104 w 4996956"/>
                  <a:gd name="connsiteY38" fmla="*/ 5485435 h 5574792"/>
                  <a:gd name="connsiteX39" fmla="*/ 4883427 w 4996956"/>
                  <a:gd name="connsiteY39" fmla="*/ 5220485 h 5574792"/>
                  <a:gd name="connsiteX40" fmla="*/ 4952203 w 4996956"/>
                  <a:gd name="connsiteY40" fmla="*/ 4517167 h 5574792"/>
                  <a:gd name="connsiteX41" fmla="*/ 4357894 w 4996956"/>
                  <a:gd name="connsiteY41" fmla="*/ 3211725 h 5574792"/>
                  <a:gd name="connsiteX42" fmla="*/ 4148825 w 4996956"/>
                  <a:gd name="connsiteY42" fmla="*/ 2292074 h 5574792"/>
                  <a:gd name="connsiteX43" fmla="*/ 4195552 w 4996956"/>
                  <a:gd name="connsiteY43" fmla="*/ 1205862 h 5574792"/>
                  <a:gd name="connsiteX44" fmla="*/ 4233336 w 4996956"/>
                  <a:gd name="connsiteY44" fmla="*/ 429437 h 5574792"/>
                  <a:gd name="connsiteX45" fmla="*/ 4095874 w 4996956"/>
                  <a:gd name="connsiteY45" fmla="*/ 22212 h 5574792"/>
                  <a:gd name="connsiteX46" fmla="*/ 3611226 w 4996956"/>
                  <a:gd name="connsiteY46" fmla="*/ 210162 h 5574792"/>
                  <a:gd name="connsiteX47" fmla="*/ 3491490 w 4996956"/>
                  <a:gd name="connsiteY47" fmla="*/ 418708 h 5574792"/>
                  <a:gd name="connsiteX48" fmla="*/ 3321406 w 4996956"/>
                  <a:gd name="connsiteY48" fmla="*/ 589525 h 5574792"/>
                  <a:gd name="connsiteX49" fmla="*/ 2861977 w 4996956"/>
                  <a:gd name="connsiteY49" fmla="*/ 837952 h 5574792"/>
                  <a:gd name="connsiteX50" fmla="*/ 1682481 w 4996956"/>
                  <a:gd name="connsiteY50" fmla="*/ 1112475 h 5574792"/>
                  <a:gd name="connsiteX51" fmla="*/ 3939 w 4996956"/>
                  <a:gd name="connsiteY51" fmla="*/ 2065353 h 5574792"/>
                  <a:gd name="connsiteX52" fmla="*/ 528431 w 4996956"/>
                  <a:gd name="connsiteY52" fmla="*/ 3320004 h 5574792"/>
                  <a:gd name="connsiteX53" fmla="*/ 1534696 w 4996956"/>
                  <a:gd name="connsiteY53" fmla="*/ 4612025 h 5574792"/>
                  <a:gd name="connsiteX54" fmla="*/ 1946063 w 4996956"/>
                  <a:gd name="connsiteY54" fmla="*/ 5114107 h 557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4996956" h="5574792">
                    <a:moveTo>
                      <a:pt x="2105168" y="5574793"/>
                    </a:moveTo>
                    <a:cubicBezTo>
                      <a:pt x="2080016" y="5574793"/>
                      <a:pt x="2048526" y="5570062"/>
                      <a:pt x="2010515" y="5560647"/>
                    </a:cubicBezTo>
                    <a:lnTo>
                      <a:pt x="2010017" y="5560511"/>
                    </a:lnTo>
                    <a:lnTo>
                      <a:pt x="2009632" y="5560149"/>
                    </a:lnTo>
                    <a:cubicBezTo>
                      <a:pt x="1781639" y="5344767"/>
                      <a:pt x="1691129" y="5215325"/>
                      <a:pt x="1724793" y="5152788"/>
                    </a:cubicBezTo>
                    <a:cubicBezTo>
                      <a:pt x="1745666" y="5113994"/>
                      <a:pt x="1814850" y="5101184"/>
                      <a:pt x="1940494" y="5113519"/>
                    </a:cubicBezTo>
                    <a:cubicBezTo>
                      <a:pt x="1829180" y="4969976"/>
                      <a:pt x="1686919" y="4799997"/>
                      <a:pt x="1531663" y="4614514"/>
                    </a:cubicBezTo>
                    <a:cubicBezTo>
                      <a:pt x="1218050" y="4239837"/>
                      <a:pt x="827759" y="3773515"/>
                      <a:pt x="525149" y="3322155"/>
                    </a:cubicBezTo>
                    <a:cubicBezTo>
                      <a:pt x="359366" y="3074859"/>
                      <a:pt x="236347" y="2858097"/>
                      <a:pt x="149121" y="2659486"/>
                    </a:cubicBezTo>
                    <a:cubicBezTo>
                      <a:pt x="50167" y="2434213"/>
                      <a:pt x="0" y="2234313"/>
                      <a:pt x="0" y="2065330"/>
                    </a:cubicBezTo>
                    <a:cubicBezTo>
                      <a:pt x="0" y="1398474"/>
                      <a:pt x="816915" y="1257648"/>
                      <a:pt x="1681825" y="1108582"/>
                    </a:cubicBezTo>
                    <a:cubicBezTo>
                      <a:pt x="2089999" y="1038214"/>
                      <a:pt x="2512075" y="965470"/>
                      <a:pt x="2860596" y="834262"/>
                    </a:cubicBezTo>
                    <a:cubicBezTo>
                      <a:pt x="3253716" y="686261"/>
                      <a:pt x="3498100" y="481471"/>
                      <a:pt x="3607785" y="208193"/>
                    </a:cubicBezTo>
                    <a:lnTo>
                      <a:pt x="3607988" y="207717"/>
                    </a:lnTo>
                    <a:lnTo>
                      <a:pt x="3608396" y="207400"/>
                    </a:lnTo>
                    <a:cubicBezTo>
                      <a:pt x="3837069" y="26671"/>
                      <a:pt x="3997147" y="-35029"/>
                      <a:pt x="4097753" y="18726"/>
                    </a:cubicBezTo>
                    <a:cubicBezTo>
                      <a:pt x="4184459" y="65057"/>
                      <a:pt x="4228785" y="195518"/>
                      <a:pt x="4237275" y="429256"/>
                    </a:cubicBezTo>
                    <a:cubicBezTo>
                      <a:pt x="4244904" y="639364"/>
                      <a:pt x="4222832" y="914680"/>
                      <a:pt x="4199468" y="1206134"/>
                    </a:cubicBezTo>
                    <a:cubicBezTo>
                      <a:pt x="4171985" y="1548898"/>
                      <a:pt x="4140834" y="1937427"/>
                      <a:pt x="4152765" y="2291893"/>
                    </a:cubicBezTo>
                    <a:cubicBezTo>
                      <a:pt x="4166416" y="2698258"/>
                      <a:pt x="4234626" y="2998471"/>
                      <a:pt x="4361267" y="3209665"/>
                    </a:cubicBezTo>
                    <a:cubicBezTo>
                      <a:pt x="4522522" y="3478576"/>
                      <a:pt x="4654777" y="3726890"/>
                      <a:pt x="4754342" y="3947704"/>
                    </a:cubicBezTo>
                    <a:cubicBezTo>
                      <a:pt x="4849198" y="4158061"/>
                      <a:pt x="4917068" y="4349361"/>
                      <a:pt x="4956029" y="4516239"/>
                    </a:cubicBezTo>
                    <a:cubicBezTo>
                      <a:pt x="4992976" y="4674516"/>
                      <a:pt x="5004997" y="4815343"/>
                      <a:pt x="4991730" y="4934803"/>
                    </a:cubicBezTo>
                    <a:cubicBezTo>
                      <a:pt x="4979211" y="5047474"/>
                      <a:pt x="4943850" y="5144346"/>
                      <a:pt x="4886619" y="5222749"/>
                    </a:cubicBezTo>
                    <a:cubicBezTo>
                      <a:pt x="4738585" y="5425547"/>
                      <a:pt x="4455262" y="5496526"/>
                      <a:pt x="4116407" y="5496548"/>
                    </a:cubicBezTo>
                    <a:cubicBezTo>
                      <a:pt x="3651817" y="5496571"/>
                      <a:pt x="3082727" y="5363213"/>
                      <a:pt x="2613699" y="5253327"/>
                    </a:cubicBezTo>
                    <a:cubicBezTo>
                      <a:pt x="2346201" y="5190654"/>
                      <a:pt x="2110940" y="5135541"/>
                      <a:pt x="1949346" y="5118317"/>
                    </a:cubicBezTo>
                    <a:cubicBezTo>
                      <a:pt x="1976965" y="5154010"/>
                      <a:pt x="2002592" y="5188051"/>
                      <a:pt x="2026045" y="5220282"/>
                    </a:cubicBezTo>
                    <a:cubicBezTo>
                      <a:pt x="2155357" y="5398137"/>
                      <a:pt x="2202332" y="5502207"/>
                      <a:pt x="2173830" y="5547791"/>
                    </a:cubicBezTo>
                    <a:cubicBezTo>
                      <a:pt x="2162579" y="5565807"/>
                      <a:pt x="2139895" y="5574793"/>
                      <a:pt x="2105213" y="5574793"/>
                    </a:cubicBezTo>
                    <a:close/>
                    <a:moveTo>
                      <a:pt x="2011964" y="5556957"/>
                    </a:moveTo>
                    <a:cubicBezTo>
                      <a:pt x="2100255" y="5578799"/>
                      <a:pt x="2152097" y="5575110"/>
                      <a:pt x="2170480" y="5545731"/>
                    </a:cubicBezTo>
                    <a:cubicBezTo>
                      <a:pt x="2206453" y="5488174"/>
                      <a:pt x="2110397" y="5333065"/>
                      <a:pt x="1943777" y="5117752"/>
                    </a:cubicBezTo>
                    <a:cubicBezTo>
                      <a:pt x="1827188" y="5105824"/>
                      <a:pt x="1750035" y="5114221"/>
                      <a:pt x="1728279" y="5154667"/>
                    </a:cubicBezTo>
                    <a:cubicBezTo>
                      <a:pt x="1696064" y="5214533"/>
                      <a:pt x="1788860" y="5346102"/>
                      <a:pt x="2011987" y="5556957"/>
                    </a:cubicBezTo>
                    <a:close/>
                    <a:moveTo>
                      <a:pt x="1946040" y="5114107"/>
                    </a:moveTo>
                    <a:cubicBezTo>
                      <a:pt x="1967253" y="5116280"/>
                      <a:pt x="1990050" y="5119155"/>
                      <a:pt x="2014454" y="5122731"/>
                    </a:cubicBezTo>
                    <a:cubicBezTo>
                      <a:pt x="2171204" y="5145658"/>
                      <a:pt x="2376673" y="5193800"/>
                      <a:pt x="2614582" y="5249547"/>
                    </a:cubicBezTo>
                    <a:cubicBezTo>
                      <a:pt x="3008268" y="5341779"/>
                      <a:pt x="3498236" y="5456577"/>
                      <a:pt x="3921104" y="5485435"/>
                    </a:cubicBezTo>
                    <a:cubicBezTo>
                      <a:pt x="4413947" y="5519091"/>
                      <a:pt x="4728715" y="5432404"/>
                      <a:pt x="4883427" y="5220485"/>
                    </a:cubicBezTo>
                    <a:cubicBezTo>
                      <a:pt x="5000560" y="5060036"/>
                      <a:pt x="5023696" y="4823401"/>
                      <a:pt x="4952203" y="4517167"/>
                    </a:cubicBezTo>
                    <a:cubicBezTo>
                      <a:pt x="4872447" y="4175580"/>
                      <a:pt x="4672503" y="3736351"/>
                      <a:pt x="4357894" y="3211725"/>
                    </a:cubicBezTo>
                    <a:cubicBezTo>
                      <a:pt x="4230891" y="2999942"/>
                      <a:pt x="4162522" y="2699118"/>
                      <a:pt x="4148825" y="2292074"/>
                    </a:cubicBezTo>
                    <a:cubicBezTo>
                      <a:pt x="4136895" y="1937359"/>
                      <a:pt x="4168046" y="1548739"/>
                      <a:pt x="4195552" y="1205862"/>
                    </a:cubicBezTo>
                    <a:cubicBezTo>
                      <a:pt x="4218915" y="914521"/>
                      <a:pt x="4240965" y="639341"/>
                      <a:pt x="4233336" y="429437"/>
                    </a:cubicBezTo>
                    <a:cubicBezTo>
                      <a:pt x="4224892" y="197238"/>
                      <a:pt x="4181221" y="67841"/>
                      <a:pt x="4095874" y="22212"/>
                    </a:cubicBezTo>
                    <a:cubicBezTo>
                      <a:pt x="3996853" y="-30706"/>
                      <a:pt x="3838314" y="30767"/>
                      <a:pt x="3611226" y="210162"/>
                    </a:cubicBezTo>
                    <a:cubicBezTo>
                      <a:pt x="3581343" y="284491"/>
                      <a:pt x="3541069" y="354655"/>
                      <a:pt x="3491490" y="418708"/>
                    </a:cubicBezTo>
                    <a:cubicBezTo>
                      <a:pt x="3444243" y="479751"/>
                      <a:pt x="3387013" y="537241"/>
                      <a:pt x="3321406" y="589525"/>
                    </a:cubicBezTo>
                    <a:cubicBezTo>
                      <a:pt x="3200697" y="685763"/>
                      <a:pt x="3050421" y="767018"/>
                      <a:pt x="2861977" y="837952"/>
                    </a:cubicBezTo>
                    <a:cubicBezTo>
                      <a:pt x="2513116" y="969295"/>
                      <a:pt x="2090837" y="1042085"/>
                      <a:pt x="1682481" y="1112475"/>
                    </a:cubicBezTo>
                    <a:cubicBezTo>
                      <a:pt x="819270" y="1261269"/>
                      <a:pt x="3939" y="1401802"/>
                      <a:pt x="3939" y="2065353"/>
                    </a:cubicBezTo>
                    <a:cubicBezTo>
                      <a:pt x="3939" y="2383152"/>
                      <a:pt x="175495" y="2793545"/>
                      <a:pt x="528431" y="3320004"/>
                    </a:cubicBezTo>
                    <a:cubicBezTo>
                      <a:pt x="830929" y="3771184"/>
                      <a:pt x="1221151" y="4237415"/>
                      <a:pt x="1534696" y="4612025"/>
                    </a:cubicBezTo>
                    <a:cubicBezTo>
                      <a:pt x="1693665" y="4801967"/>
                      <a:pt x="1835451" y="4971357"/>
                      <a:pt x="1946063" y="5114107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B3A008B9-169C-ED8E-8445-A83D6B6AEFE8}"/>
                  </a:ext>
                </a:extLst>
              </p:cNvPr>
              <p:cNvSpPr/>
              <p:nvPr/>
            </p:nvSpPr>
            <p:spPr>
              <a:xfrm>
                <a:off x="4071901" y="205405"/>
                <a:ext cx="4981689" cy="5563846"/>
              </a:xfrm>
              <a:custGeom>
                <a:avLst/>
                <a:gdLst>
                  <a:gd name="connsiteX0" fmla="*/ 2094890 w 4981689"/>
                  <a:gd name="connsiteY0" fmla="*/ 5563847 h 5563846"/>
                  <a:gd name="connsiteX1" fmla="*/ 1965080 w 4981689"/>
                  <a:gd name="connsiteY1" fmla="*/ 5523514 h 5563846"/>
                  <a:gd name="connsiteX2" fmla="*/ 1964740 w 4981689"/>
                  <a:gd name="connsiteY2" fmla="*/ 5523356 h 5563846"/>
                  <a:gd name="connsiteX3" fmla="*/ 1964491 w 4981689"/>
                  <a:gd name="connsiteY3" fmla="*/ 5523107 h 5563846"/>
                  <a:gd name="connsiteX4" fmla="*/ 1711753 w 4981689"/>
                  <a:gd name="connsiteY4" fmla="*/ 5230974 h 5563846"/>
                  <a:gd name="connsiteX5" fmla="*/ 1671683 w 4981689"/>
                  <a:gd name="connsiteY5" fmla="*/ 5074462 h 5563846"/>
                  <a:gd name="connsiteX6" fmla="*/ 1807424 w 4981689"/>
                  <a:gd name="connsiteY6" fmla="*/ 5028290 h 5563846"/>
                  <a:gd name="connsiteX7" fmla="*/ 1566798 w 4981689"/>
                  <a:gd name="connsiteY7" fmla="*/ 4722305 h 5563846"/>
                  <a:gd name="connsiteX8" fmla="*/ 546904 w 4981689"/>
                  <a:gd name="connsiteY8" fmla="*/ 3341561 h 5563846"/>
                  <a:gd name="connsiteX9" fmla="*/ 156184 w 4981689"/>
                  <a:gd name="connsiteY9" fmla="*/ 2629280 h 5563846"/>
                  <a:gd name="connsiteX10" fmla="*/ 0 w 4981689"/>
                  <a:gd name="connsiteY10" fmla="*/ 2005926 h 5563846"/>
                  <a:gd name="connsiteX11" fmla="*/ 38508 w 4981689"/>
                  <a:gd name="connsiteY11" fmla="*/ 1772460 h 5563846"/>
                  <a:gd name="connsiteX12" fmla="*/ 147649 w 4981689"/>
                  <a:gd name="connsiteY12" fmla="*/ 1582246 h 5563846"/>
                  <a:gd name="connsiteX13" fmla="*/ 539162 w 4981689"/>
                  <a:gd name="connsiteY13" fmla="*/ 1306976 h 5563846"/>
                  <a:gd name="connsiteX14" fmla="*/ 1747364 w 4981689"/>
                  <a:gd name="connsiteY14" fmla="*/ 999814 h 5563846"/>
                  <a:gd name="connsiteX15" fmla="*/ 3635449 w 4981689"/>
                  <a:gd name="connsiteY15" fmla="*/ 200506 h 5563846"/>
                  <a:gd name="connsiteX16" fmla="*/ 3635653 w 4981689"/>
                  <a:gd name="connsiteY16" fmla="*/ 200144 h 5563846"/>
                  <a:gd name="connsiteX17" fmla="*/ 3635993 w 4981689"/>
                  <a:gd name="connsiteY17" fmla="*/ 199895 h 5563846"/>
                  <a:gd name="connsiteX18" fmla="*/ 4152878 w 4981689"/>
                  <a:gd name="connsiteY18" fmla="*/ 22583 h 5563846"/>
                  <a:gd name="connsiteX19" fmla="*/ 4269965 w 4981689"/>
                  <a:gd name="connsiteY19" fmla="*/ 429038 h 5563846"/>
                  <a:gd name="connsiteX20" fmla="*/ 4194895 w 4981689"/>
                  <a:gd name="connsiteY20" fmla="*/ 1183124 h 5563846"/>
                  <a:gd name="connsiteX21" fmla="*/ 4095308 w 4981689"/>
                  <a:gd name="connsiteY21" fmla="*/ 2279227 h 5563846"/>
                  <a:gd name="connsiteX22" fmla="*/ 4286469 w 4981689"/>
                  <a:gd name="connsiteY22" fmla="*/ 3202251 h 5563846"/>
                  <a:gd name="connsiteX23" fmla="*/ 4707706 w 4981689"/>
                  <a:gd name="connsiteY23" fmla="*/ 3954707 h 5563846"/>
                  <a:gd name="connsiteX24" fmla="*/ 4929768 w 4981689"/>
                  <a:gd name="connsiteY24" fmla="*/ 4530100 h 5563846"/>
                  <a:gd name="connsiteX25" fmla="*/ 4978985 w 4981689"/>
                  <a:gd name="connsiteY25" fmla="*/ 4949162 h 5563846"/>
                  <a:gd name="connsiteX26" fmla="*/ 4881412 w 4981689"/>
                  <a:gd name="connsiteY26" fmla="*/ 5232400 h 5563846"/>
                  <a:gd name="connsiteX27" fmla="*/ 4722602 w 4981689"/>
                  <a:gd name="connsiteY27" fmla="*/ 5370533 h 5563846"/>
                  <a:gd name="connsiteX28" fmla="*/ 4504683 w 4981689"/>
                  <a:gd name="connsiteY28" fmla="*/ 5449004 h 5563846"/>
                  <a:gd name="connsiteX29" fmla="*/ 3940256 w 4981689"/>
                  <a:gd name="connsiteY29" fmla="*/ 5465210 h 5563846"/>
                  <a:gd name="connsiteX30" fmla="*/ 2634821 w 4981689"/>
                  <a:gd name="connsiteY30" fmla="*/ 5199559 h 5563846"/>
                  <a:gd name="connsiteX31" fmla="*/ 1988986 w 4981689"/>
                  <a:gd name="connsiteY31" fmla="*/ 5050176 h 5563846"/>
                  <a:gd name="connsiteX32" fmla="*/ 1815483 w 4981689"/>
                  <a:gd name="connsiteY32" fmla="*/ 5032183 h 5563846"/>
                  <a:gd name="connsiteX33" fmla="*/ 1998358 w 4981689"/>
                  <a:gd name="connsiteY33" fmla="*/ 5276920 h 5563846"/>
                  <a:gd name="connsiteX34" fmla="*/ 2126878 w 4981689"/>
                  <a:gd name="connsiteY34" fmla="*/ 5551897 h 5563846"/>
                  <a:gd name="connsiteX35" fmla="*/ 2094867 w 4981689"/>
                  <a:gd name="connsiteY35" fmla="*/ 5563825 h 5563846"/>
                  <a:gd name="connsiteX36" fmla="*/ 1967072 w 4981689"/>
                  <a:gd name="connsiteY36" fmla="*/ 5520029 h 5563846"/>
                  <a:gd name="connsiteX37" fmla="*/ 2123731 w 4981689"/>
                  <a:gd name="connsiteY37" fmla="*/ 5549453 h 5563846"/>
                  <a:gd name="connsiteX38" fmla="*/ 1995098 w 4981689"/>
                  <a:gd name="connsiteY38" fmla="*/ 5279274 h 5563846"/>
                  <a:gd name="connsiteX39" fmla="*/ 1810412 w 4981689"/>
                  <a:gd name="connsiteY39" fmla="*/ 5032183 h 5563846"/>
                  <a:gd name="connsiteX40" fmla="*/ 1675169 w 4981689"/>
                  <a:gd name="connsiteY40" fmla="*/ 5076476 h 5563846"/>
                  <a:gd name="connsiteX41" fmla="*/ 1967072 w 4981689"/>
                  <a:gd name="connsiteY41" fmla="*/ 5520051 h 5563846"/>
                  <a:gd name="connsiteX42" fmla="*/ 1812495 w 4981689"/>
                  <a:gd name="connsiteY42" fmla="*/ 5028312 h 5563846"/>
                  <a:gd name="connsiteX43" fmla="*/ 2635863 w 4981689"/>
                  <a:gd name="connsiteY43" fmla="*/ 5195688 h 5563846"/>
                  <a:gd name="connsiteX44" fmla="*/ 3940664 w 4981689"/>
                  <a:gd name="connsiteY44" fmla="*/ 5461226 h 5563846"/>
                  <a:gd name="connsiteX45" fmla="*/ 4878198 w 4981689"/>
                  <a:gd name="connsiteY45" fmla="*/ 5230046 h 5563846"/>
                  <a:gd name="connsiteX46" fmla="*/ 4925920 w 4981689"/>
                  <a:gd name="connsiteY46" fmla="*/ 4531164 h 5563846"/>
                  <a:gd name="connsiteX47" fmla="*/ 4283096 w 4981689"/>
                  <a:gd name="connsiteY47" fmla="*/ 3204401 h 5563846"/>
                  <a:gd name="connsiteX48" fmla="*/ 4091323 w 4981689"/>
                  <a:gd name="connsiteY48" fmla="*/ 2279227 h 5563846"/>
                  <a:gd name="connsiteX49" fmla="*/ 4190933 w 4981689"/>
                  <a:gd name="connsiteY49" fmla="*/ 1182626 h 5563846"/>
                  <a:gd name="connsiteX50" fmla="*/ 4265958 w 4981689"/>
                  <a:gd name="connsiteY50" fmla="*/ 429016 h 5563846"/>
                  <a:gd name="connsiteX51" fmla="*/ 4150818 w 4981689"/>
                  <a:gd name="connsiteY51" fmla="*/ 26046 h 5563846"/>
                  <a:gd name="connsiteX52" fmla="*/ 3638664 w 4981689"/>
                  <a:gd name="connsiteY52" fmla="*/ 202928 h 5563846"/>
                  <a:gd name="connsiteX53" fmla="*/ 1748065 w 4981689"/>
                  <a:gd name="connsiteY53" fmla="*/ 1003775 h 5563846"/>
                  <a:gd name="connsiteX54" fmla="*/ 540792 w 4981689"/>
                  <a:gd name="connsiteY54" fmla="*/ 1310665 h 5563846"/>
                  <a:gd name="connsiteX55" fmla="*/ 3984 w 4981689"/>
                  <a:gd name="connsiteY55" fmla="*/ 2005948 h 5563846"/>
                  <a:gd name="connsiteX56" fmla="*/ 550277 w 4981689"/>
                  <a:gd name="connsiteY56" fmla="*/ 3339411 h 5563846"/>
                  <a:gd name="connsiteX57" fmla="*/ 1569922 w 4981689"/>
                  <a:gd name="connsiteY57" fmla="*/ 4719838 h 5563846"/>
                  <a:gd name="connsiteX58" fmla="*/ 1812472 w 4981689"/>
                  <a:gd name="connsiteY58" fmla="*/ 5028312 h 556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981689" h="5563846">
                    <a:moveTo>
                      <a:pt x="2094890" y="5563847"/>
                    </a:moveTo>
                    <a:cubicBezTo>
                      <a:pt x="2067112" y="5563847"/>
                      <a:pt x="2024121" y="5550448"/>
                      <a:pt x="1965080" y="5523514"/>
                    </a:cubicBezTo>
                    <a:lnTo>
                      <a:pt x="1964740" y="5523356"/>
                    </a:lnTo>
                    <a:lnTo>
                      <a:pt x="1964491" y="5523107"/>
                    </a:lnTo>
                    <a:cubicBezTo>
                      <a:pt x="1842469" y="5401383"/>
                      <a:pt x="1759792" y="5305846"/>
                      <a:pt x="1711753" y="5230974"/>
                    </a:cubicBezTo>
                    <a:cubicBezTo>
                      <a:pt x="1665706" y="5159225"/>
                      <a:pt x="1652598" y="5108028"/>
                      <a:pt x="1671683" y="5074462"/>
                    </a:cubicBezTo>
                    <a:cubicBezTo>
                      <a:pt x="1689884" y="5042481"/>
                      <a:pt x="1737108" y="5028629"/>
                      <a:pt x="1807424" y="5028290"/>
                    </a:cubicBezTo>
                    <a:cubicBezTo>
                      <a:pt x="1735252" y="4935152"/>
                      <a:pt x="1653979" y="4832463"/>
                      <a:pt x="1566798" y="4722305"/>
                    </a:cubicBezTo>
                    <a:cubicBezTo>
                      <a:pt x="1251759" y="4324224"/>
                      <a:pt x="859702" y="3828796"/>
                      <a:pt x="546904" y="3341561"/>
                    </a:cubicBezTo>
                    <a:cubicBezTo>
                      <a:pt x="377341" y="3077426"/>
                      <a:pt x="245878" y="2837781"/>
                      <a:pt x="156184" y="2629280"/>
                    </a:cubicBezTo>
                    <a:cubicBezTo>
                      <a:pt x="52544" y="2388389"/>
                      <a:pt x="0" y="2178666"/>
                      <a:pt x="0" y="2005926"/>
                    </a:cubicBezTo>
                    <a:cubicBezTo>
                      <a:pt x="0" y="1922430"/>
                      <a:pt x="12949" y="1843869"/>
                      <a:pt x="38508" y="1772460"/>
                    </a:cubicBezTo>
                    <a:cubicBezTo>
                      <a:pt x="62913" y="1704242"/>
                      <a:pt x="99633" y="1640256"/>
                      <a:pt x="147649" y="1582246"/>
                    </a:cubicBezTo>
                    <a:cubicBezTo>
                      <a:pt x="236415" y="1475031"/>
                      <a:pt x="364482" y="1384994"/>
                      <a:pt x="539162" y="1306976"/>
                    </a:cubicBezTo>
                    <a:cubicBezTo>
                      <a:pt x="864185" y="1161803"/>
                      <a:pt x="1293187" y="1083129"/>
                      <a:pt x="1747364" y="999814"/>
                    </a:cubicBezTo>
                    <a:cubicBezTo>
                      <a:pt x="2527763" y="856656"/>
                      <a:pt x="3334740" y="708655"/>
                      <a:pt x="3635449" y="200506"/>
                    </a:cubicBezTo>
                    <a:lnTo>
                      <a:pt x="3635653" y="200144"/>
                    </a:lnTo>
                    <a:lnTo>
                      <a:pt x="3635993" y="199895"/>
                    </a:lnTo>
                    <a:cubicBezTo>
                      <a:pt x="3884067" y="21021"/>
                      <a:pt x="4053155" y="-36989"/>
                      <a:pt x="4152878" y="22583"/>
                    </a:cubicBezTo>
                    <a:cubicBezTo>
                      <a:pt x="4235826" y="72106"/>
                      <a:pt x="4273021" y="201253"/>
                      <a:pt x="4269965" y="429038"/>
                    </a:cubicBezTo>
                    <a:cubicBezTo>
                      <a:pt x="4267226" y="633805"/>
                      <a:pt x="4232091" y="900633"/>
                      <a:pt x="4194895" y="1183124"/>
                    </a:cubicBezTo>
                    <a:cubicBezTo>
                      <a:pt x="4149346" y="1529102"/>
                      <a:pt x="4097730" y="1921253"/>
                      <a:pt x="4095308" y="2279227"/>
                    </a:cubicBezTo>
                    <a:cubicBezTo>
                      <a:pt x="4092546" y="2689960"/>
                      <a:pt x="4155074" y="2991893"/>
                      <a:pt x="4286469" y="3202251"/>
                    </a:cubicBezTo>
                    <a:cubicBezTo>
                      <a:pt x="4458228" y="3477227"/>
                      <a:pt x="4599946" y="3730385"/>
                      <a:pt x="4707706" y="3954707"/>
                    </a:cubicBezTo>
                    <a:cubicBezTo>
                      <a:pt x="4810372" y="4168459"/>
                      <a:pt x="4885102" y="4362068"/>
                      <a:pt x="4929768" y="4530100"/>
                    </a:cubicBezTo>
                    <a:cubicBezTo>
                      <a:pt x="4972148" y="4689509"/>
                      <a:pt x="4988720" y="4830494"/>
                      <a:pt x="4978985" y="4949162"/>
                    </a:cubicBezTo>
                    <a:cubicBezTo>
                      <a:pt x="4969816" y="5061086"/>
                      <a:pt x="4936990" y="5156396"/>
                      <a:pt x="4881412" y="5232400"/>
                    </a:cubicBezTo>
                    <a:cubicBezTo>
                      <a:pt x="4841025" y="5287649"/>
                      <a:pt x="4787598" y="5334116"/>
                      <a:pt x="4722602" y="5370533"/>
                    </a:cubicBezTo>
                    <a:cubicBezTo>
                      <a:pt x="4661365" y="5404846"/>
                      <a:pt x="4588061" y="5431236"/>
                      <a:pt x="4504683" y="5449004"/>
                    </a:cubicBezTo>
                    <a:cubicBezTo>
                      <a:pt x="4353140" y="5481280"/>
                      <a:pt x="4168499" y="5486576"/>
                      <a:pt x="3940256" y="5465210"/>
                    </a:cubicBezTo>
                    <a:cubicBezTo>
                      <a:pt x="3522980" y="5426144"/>
                      <a:pt x="3051123" y="5305778"/>
                      <a:pt x="2634821" y="5199559"/>
                    </a:cubicBezTo>
                    <a:cubicBezTo>
                      <a:pt x="2379525" y="5134419"/>
                      <a:pt x="2159070" y="5078174"/>
                      <a:pt x="1988986" y="5050176"/>
                    </a:cubicBezTo>
                    <a:cubicBezTo>
                      <a:pt x="1919304" y="5038701"/>
                      <a:pt x="1861689" y="5032681"/>
                      <a:pt x="1815483" y="5032183"/>
                    </a:cubicBezTo>
                    <a:cubicBezTo>
                      <a:pt x="1886410" y="5123804"/>
                      <a:pt x="1948372" y="5206054"/>
                      <a:pt x="1998358" y="5276920"/>
                    </a:cubicBezTo>
                    <a:cubicBezTo>
                      <a:pt x="2111031" y="5436737"/>
                      <a:pt x="2150671" y="5521545"/>
                      <a:pt x="2126878" y="5551897"/>
                    </a:cubicBezTo>
                    <a:cubicBezTo>
                      <a:pt x="2120652" y="5559841"/>
                      <a:pt x="2110012" y="5563825"/>
                      <a:pt x="2094867" y="5563825"/>
                    </a:cubicBezTo>
                    <a:close/>
                    <a:moveTo>
                      <a:pt x="1967072" y="5520029"/>
                    </a:moveTo>
                    <a:cubicBezTo>
                      <a:pt x="2054932" y="5560090"/>
                      <a:pt x="2107635" y="5569981"/>
                      <a:pt x="2123731" y="5549453"/>
                    </a:cubicBezTo>
                    <a:cubicBezTo>
                      <a:pt x="2145940" y="5521115"/>
                      <a:pt x="2105077" y="5435265"/>
                      <a:pt x="1995098" y="5279274"/>
                    </a:cubicBezTo>
                    <a:cubicBezTo>
                      <a:pt x="1944727" y="5207820"/>
                      <a:pt x="1882109" y="5124754"/>
                      <a:pt x="1810412" y="5032183"/>
                    </a:cubicBezTo>
                    <a:cubicBezTo>
                      <a:pt x="1736044" y="5032047"/>
                      <a:pt x="1692103" y="5046691"/>
                      <a:pt x="1675169" y="5076476"/>
                    </a:cubicBezTo>
                    <a:cubicBezTo>
                      <a:pt x="1637974" y="5141888"/>
                      <a:pt x="1733464" y="5286969"/>
                      <a:pt x="1967072" y="5520051"/>
                    </a:cubicBezTo>
                    <a:close/>
                    <a:moveTo>
                      <a:pt x="1812495" y="5028312"/>
                    </a:moveTo>
                    <a:cubicBezTo>
                      <a:pt x="1982647" y="5029036"/>
                      <a:pt x="2283334" y="5105765"/>
                      <a:pt x="2635863" y="5195688"/>
                    </a:cubicBezTo>
                    <a:cubicBezTo>
                      <a:pt x="3052029" y="5301863"/>
                      <a:pt x="3523705" y="5422206"/>
                      <a:pt x="3940664" y="5461226"/>
                    </a:cubicBezTo>
                    <a:cubicBezTo>
                      <a:pt x="4424677" y="5506539"/>
                      <a:pt x="4731341" y="5430897"/>
                      <a:pt x="4878198" y="5230046"/>
                    </a:cubicBezTo>
                    <a:cubicBezTo>
                      <a:pt x="4991821" y="5074621"/>
                      <a:pt x="5007872" y="4839479"/>
                      <a:pt x="4925920" y="4531164"/>
                    </a:cubicBezTo>
                    <a:cubicBezTo>
                      <a:pt x="4834482" y="4187268"/>
                      <a:pt x="4618215" y="3740887"/>
                      <a:pt x="4283096" y="3204401"/>
                    </a:cubicBezTo>
                    <a:cubicBezTo>
                      <a:pt x="4151271" y="2993387"/>
                      <a:pt x="4088561" y="2690752"/>
                      <a:pt x="4091323" y="2279227"/>
                    </a:cubicBezTo>
                    <a:cubicBezTo>
                      <a:pt x="4093746" y="1920982"/>
                      <a:pt x="4145385" y="1528718"/>
                      <a:pt x="4190933" y="1182626"/>
                    </a:cubicBezTo>
                    <a:cubicBezTo>
                      <a:pt x="4228106" y="900271"/>
                      <a:pt x="4263219" y="633556"/>
                      <a:pt x="4265958" y="429016"/>
                    </a:cubicBezTo>
                    <a:cubicBezTo>
                      <a:pt x="4268992" y="202815"/>
                      <a:pt x="4232408" y="74776"/>
                      <a:pt x="4150818" y="26046"/>
                    </a:cubicBezTo>
                    <a:cubicBezTo>
                      <a:pt x="4052634" y="-32575"/>
                      <a:pt x="3885131" y="25254"/>
                      <a:pt x="3638664" y="202928"/>
                    </a:cubicBezTo>
                    <a:cubicBezTo>
                      <a:pt x="3336845" y="712344"/>
                      <a:pt x="2529167" y="860504"/>
                      <a:pt x="1748065" y="1003775"/>
                    </a:cubicBezTo>
                    <a:cubicBezTo>
                      <a:pt x="1294138" y="1087044"/>
                      <a:pt x="865362" y="1165674"/>
                      <a:pt x="540792" y="1310665"/>
                    </a:cubicBezTo>
                    <a:cubicBezTo>
                      <a:pt x="174567" y="1474238"/>
                      <a:pt x="3984" y="1695166"/>
                      <a:pt x="3984" y="2005948"/>
                    </a:cubicBezTo>
                    <a:cubicBezTo>
                      <a:pt x="3984" y="2316731"/>
                      <a:pt x="182671" y="2766802"/>
                      <a:pt x="550277" y="3339411"/>
                    </a:cubicBezTo>
                    <a:cubicBezTo>
                      <a:pt x="862962" y="3826487"/>
                      <a:pt x="1254951" y="4321825"/>
                      <a:pt x="1569922" y="4719838"/>
                    </a:cubicBezTo>
                    <a:cubicBezTo>
                      <a:pt x="1657873" y="4830969"/>
                      <a:pt x="1739802" y="4934518"/>
                      <a:pt x="1812472" y="5028312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0837DF86-3FDD-A447-2A9F-EBAF57418C9A}"/>
                  </a:ext>
                </a:extLst>
              </p:cNvPr>
              <p:cNvSpPr/>
              <p:nvPr/>
            </p:nvSpPr>
            <p:spPr>
              <a:xfrm>
                <a:off x="4116974" y="149810"/>
                <a:ext cx="4953722" cy="5645380"/>
              </a:xfrm>
              <a:custGeom>
                <a:avLst/>
                <a:gdLst>
                  <a:gd name="connsiteX0" fmla="*/ 2057038 w 4953722"/>
                  <a:gd name="connsiteY0" fmla="*/ 5645358 h 5645380"/>
                  <a:gd name="connsiteX1" fmla="*/ 1919530 w 4953722"/>
                  <a:gd name="connsiteY1" fmla="*/ 5549188 h 5645380"/>
                  <a:gd name="connsiteX2" fmla="*/ 1557720 w 4953722"/>
                  <a:gd name="connsiteY2" fmla="*/ 5123472 h 5645380"/>
                  <a:gd name="connsiteX3" fmla="*/ 1685628 w 4953722"/>
                  <a:gd name="connsiteY3" fmla="*/ 5092418 h 5645380"/>
                  <a:gd name="connsiteX4" fmla="*/ 629988 w 4953722"/>
                  <a:gd name="connsiteY4" fmla="*/ 3568516 h 5645380"/>
                  <a:gd name="connsiteX5" fmla="*/ 183101 w 4953722"/>
                  <a:gd name="connsiteY5" fmla="*/ 2725503 h 5645380"/>
                  <a:gd name="connsiteX6" fmla="*/ 0 w 4953722"/>
                  <a:gd name="connsiteY6" fmla="*/ 2009464 h 5645380"/>
                  <a:gd name="connsiteX7" fmla="*/ 42878 w 4953722"/>
                  <a:gd name="connsiteY7" fmla="*/ 1754677 h 5645380"/>
                  <a:gd name="connsiteX8" fmla="*/ 164175 w 4953722"/>
                  <a:gd name="connsiteY8" fmla="*/ 1544863 h 5645380"/>
                  <a:gd name="connsiteX9" fmla="*/ 597683 w 4953722"/>
                  <a:gd name="connsiteY9" fmla="*/ 1234668 h 5645380"/>
                  <a:gd name="connsiteX10" fmla="*/ 1212503 w 4953722"/>
                  <a:gd name="connsiteY10" fmla="*/ 1026869 h 5645380"/>
                  <a:gd name="connsiteX11" fmla="*/ 1921319 w 4953722"/>
                  <a:gd name="connsiteY11" fmla="*/ 869474 h 5645380"/>
                  <a:gd name="connsiteX12" fmla="*/ 3663431 w 4953722"/>
                  <a:gd name="connsiteY12" fmla="*/ 255559 h 5645380"/>
                  <a:gd name="connsiteX13" fmla="*/ 3967128 w 4953722"/>
                  <a:gd name="connsiteY13" fmla="*/ 34722 h 5645380"/>
                  <a:gd name="connsiteX14" fmla="*/ 4147988 w 4953722"/>
                  <a:gd name="connsiteY14" fmla="*/ 13854 h 5645380"/>
                  <a:gd name="connsiteX15" fmla="*/ 4238068 w 4953722"/>
                  <a:gd name="connsiteY15" fmla="*/ 385793 h 5645380"/>
                  <a:gd name="connsiteX16" fmla="*/ 4149460 w 4953722"/>
                  <a:gd name="connsiteY16" fmla="*/ 1113193 h 5645380"/>
                  <a:gd name="connsiteX17" fmla="*/ 4211784 w 4953722"/>
                  <a:gd name="connsiteY17" fmla="*/ 3257801 h 5645380"/>
                  <a:gd name="connsiteX18" fmla="*/ 4658173 w 4953722"/>
                  <a:gd name="connsiteY18" fmla="*/ 4023045 h 5645380"/>
                  <a:gd name="connsiteX19" fmla="*/ 4895562 w 4953722"/>
                  <a:gd name="connsiteY19" fmla="*/ 4609416 h 5645380"/>
                  <a:gd name="connsiteX20" fmla="*/ 4951683 w 4953722"/>
                  <a:gd name="connsiteY20" fmla="*/ 5037554 h 5645380"/>
                  <a:gd name="connsiteX21" fmla="*/ 4853929 w 4953722"/>
                  <a:gd name="connsiteY21" fmla="*/ 5327944 h 5645380"/>
                  <a:gd name="connsiteX22" fmla="*/ 4682102 w 4953722"/>
                  <a:gd name="connsiteY22" fmla="*/ 5475131 h 5645380"/>
                  <a:gd name="connsiteX23" fmla="*/ 4443355 w 4953722"/>
                  <a:gd name="connsiteY23" fmla="*/ 5556250 h 5645380"/>
                  <a:gd name="connsiteX24" fmla="*/ 3823599 w 4953722"/>
                  <a:gd name="connsiteY24" fmla="*/ 5563922 h 5645380"/>
                  <a:gd name="connsiteX25" fmla="*/ 2420976 w 4953722"/>
                  <a:gd name="connsiteY25" fmla="*/ 5262306 h 5645380"/>
                  <a:gd name="connsiteX26" fmla="*/ 1694186 w 4953722"/>
                  <a:gd name="connsiteY26" fmla="*/ 5097080 h 5645380"/>
                  <a:gd name="connsiteX27" fmla="*/ 1706026 w 4953722"/>
                  <a:gd name="connsiteY27" fmla="*/ 5113037 h 5645380"/>
                  <a:gd name="connsiteX28" fmla="*/ 1977463 w 4953722"/>
                  <a:gd name="connsiteY28" fmla="*/ 5484591 h 5645380"/>
                  <a:gd name="connsiteX29" fmla="*/ 2062946 w 4953722"/>
                  <a:gd name="connsiteY29" fmla="*/ 5643276 h 5645380"/>
                  <a:gd name="connsiteX30" fmla="*/ 2057038 w 4953722"/>
                  <a:gd name="connsiteY30" fmla="*/ 5645381 h 5645380"/>
                  <a:gd name="connsiteX31" fmla="*/ 1653413 w 4953722"/>
                  <a:gd name="connsiteY31" fmla="*/ 5095315 h 5645380"/>
                  <a:gd name="connsiteX32" fmla="*/ 1561365 w 4953722"/>
                  <a:gd name="connsiteY32" fmla="*/ 5125350 h 5645380"/>
                  <a:gd name="connsiteX33" fmla="*/ 1623712 w 4953722"/>
                  <a:gd name="connsiteY33" fmla="*/ 5264026 h 5645380"/>
                  <a:gd name="connsiteX34" fmla="*/ 1922179 w 4953722"/>
                  <a:gd name="connsiteY34" fmla="*/ 5546042 h 5645380"/>
                  <a:gd name="connsiteX35" fmla="*/ 2060139 w 4953722"/>
                  <a:gd name="connsiteY35" fmla="*/ 5640266 h 5645380"/>
                  <a:gd name="connsiteX36" fmla="*/ 1974090 w 4953722"/>
                  <a:gd name="connsiteY36" fmla="*/ 5486900 h 5645380"/>
                  <a:gd name="connsiteX37" fmla="*/ 1702720 w 4953722"/>
                  <a:gd name="connsiteY37" fmla="*/ 5115437 h 5645380"/>
                  <a:gd name="connsiteX38" fmla="*/ 1688775 w 4953722"/>
                  <a:gd name="connsiteY38" fmla="*/ 5096628 h 5645380"/>
                  <a:gd name="connsiteX39" fmla="*/ 1653413 w 4953722"/>
                  <a:gd name="connsiteY39" fmla="*/ 5095292 h 5645380"/>
                  <a:gd name="connsiteX40" fmla="*/ 1691016 w 4953722"/>
                  <a:gd name="connsiteY40" fmla="*/ 5092780 h 5645380"/>
                  <a:gd name="connsiteX41" fmla="*/ 1832892 w 4953722"/>
                  <a:gd name="connsiteY41" fmla="*/ 5112833 h 5645380"/>
                  <a:gd name="connsiteX42" fmla="*/ 2422040 w 4953722"/>
                  <a:gd name="connsiteY42" fmla="*/ 5258323 h 5645380"/>
                  <a:gd name="connsiteX43" fmla="*/ 3824029 w 4953722"/>
                  <a:gd name="connsiteY43" fmla="*/ 5559826 h 5645380"/>
                  <a:gd name="connsiteX44" fmla="*/ 4442585 w 4953722"/>
                  <a:gd name="connsiteY44" fmla="*/ 5552221 h 5645380"/>
                  <a:gd name="connsiteX45" fmla="*/ 4850624 w 4953722"/>
                  <a:gd name="connsiteY45" fmla="*/ 5325545 h 5645380"/>
                  <a:gd name="connsiteX46" fmla="*/ 4891645 w 4953722"/>
                  <a:gd name="connsiteY46" fmla="*/ 4610547 h 5645380"/>
                  <a:gd name="connsiteX47" fmla="*/ 4208365 w 4953722"/>
                  <a:gd name="connsiteY47" fmla="*/ 3260042 h 5645380"/>
                  <a:gd name="connsiteX48" fmla="*/ 4145430 w 4953722"/>
                  <a:gd name="connsiteY48" fmla="*/ 1112605 h 5645380"/>
                  <a:gd name="connsiteX49" fmla="*/ 4233993 w 4953722"/>
                  <a:gd name="connsiteY49" fmla="*/ 385612 h 5645380"/>
                  <a:gd name="connsiteX50" fmla="*/ 4146041 w 4953722"/>
                  <a:gd name="connsiteY50" fmla="*/ 17452 h 5645380"/>
                  <a:gd name="connsiteX51" fmla="*/ 3666170 w 4953722"/>
                  <a:gd name="connsiteY51" fmla="*/ 258614 h 5645380"/>
                  <a:gd name="connsiteX52" fmla="*/ 3330280 w 4953722"/>
                  <a:gd name="connsiteY52" fmla="*/ 475852 h 5645380"/>
                  <a:gd name="connsiteX53" fmla="*/ 2907617 w 4953722"/>
                  <a:gd name="connsiteY53" fmla="*/ 638814 h 5645380"/>
                  <a:gd name="connsiteX54" fmla="*/ 1922179 w 4953722"/>
                  <a:gd name="connsiteY54" fmla="*/ 873503 h 5645380"/>
                  <a:gd name="connsiteX55" fmla="*/ 599449 w 4953722"/>
                  <a:gd name="connsiteY55" fmla="*/ 1238403 h 5645380"/>
                  <a:gd name="connsiteX56" fmla="*/ 4143 w 4953722"/>
                  <a:gd name="connsiteY56" fmla="*/ 2009487 h 5645380"/>
                  <a:gd name="connsiteX57" fmla="*/ 633542 w 4953722"/>
                  <a:gd name="connsiteY57" fmla="*/ 3566411 h 5645380"/>
                  <a:gd name="connsiteX58" fmla="*/ 1691039 w 4953722"/>
                  <a:gd name="connsiteY58" fmla="*/ 5092826 h 564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953722" h="5645380">
                    <a:moveTo>
                      <a:pt x="2057038" y="5645358"/>
                    </a:moveTo>
                    <a:cubicBezTo>
                      <a:pt x="2044428" y="5645358"/>
                      <a:pt x="2012417" y="5627523"/>
                      <a:pt x="1919530" y="5549188"/>
                    </a:cubicBezTo>
                    <a:cubicBezTo>
                      <a:pt x="1642886" y="5315880"/>
                      <a:pt x="1527927" y="5180599"/>
                      <a:pt x="1557720" y="5123472"/>
                    </a:cubicBezTo>
                    <a:cubicBezTo>
                      <a:pt x="1570918" y="5098167"/>
                      <a:pt x="1612392" y="5087869"/>
                      <a:pt x="1685628" y="5092418"/>
                    </a:cubicBezTo>
                    <a:cubicBezTo>
                      <a:pt x="1398615" y="4705609"/>
                      <a:pt x="974888" y="4132637"/>
                      <a:pt x="629988" y="3568516"/>
                    </a:cubicBezTo>
                    <a:cubicBezTo>
                      <a:pt x="437152" y="3253093"/>
                      <a:pt x="286786" y="2969471"/>
                      <a:pt x="183101" y="2725503"/>
                    </a:cubicBezTo>
                    <a:cubicBezTo>
                      <a:pt x="61600" y="2439685"/>
                      <a:pt x="0" y="2198772"/>
                      <a:pt x="0" y="2009464"/>
                    </a:cubicBezTo>
                    <a:cubicBezTo>
                      <a:pt x="0" y="1918793"/>
                      <a:pt x="14421" y="1833057"/>
                      <a:pt x="42878" y="1754677"/>
                    </a:cubicBezTo>
                    <a:cubicBezTo>
                      <a:pt x="70021" y="1679895"/>
                      <a:pt x="110816" y="1609301"/>
                      <a:pt x="164175" y="1544863"/>
                    </a:cubicBezTo>
                    <a:cubicBezTo>
                      <a:pt x="262654" y="1425900"/>
                      <a:pt x="404462" y="1324433"/>
                      <a:pt x="597683" y="1234668"/>
                    </a:cubicBezTo>
                    <a:cubicBezTo>
                      <a:pt x="758825" y="1159796"/>
                      <a:pt x="959924" y="1091827"/>
                      <a:pt x="1212503" y="1026869"/>
                    </a:cubicBezTo>
                    <a:cubicBezTo>
                      <a:pt x="1437939" y="968881"/>
                      <a:pt x="1683681" y="918340"/>
                      <a:pt x="1921319" y="869474"/>
                    </a:cubicBezTo>
                    <a:cubicBezTo>
                      <a:pt x="2593189" y="731273"/>
                      <a:pt x="3287946" y="588387"/>
                      <a:pt x="3663431" y="255559"/>
                    </a:cubicBezTo>
                    <a:cubicBezTo>
                      <a:pt x="3786427" y="146532"/>
                      <a:pt x="3885765" y="74286"/>
                      <a:pt x="3967128" y="34722"/>
                    </a:cubicBezTo>
                    <a:cubicBezTo>
                      <a:pt x="4044937" y="-3122"/>
                      <a:pt x="4104092" y="-9957"/>
                      <a:pt x="4147988" y="13854"/>
                    </a:cubicBezTo>
                    <a:cubicBezTo>
                      <a:pt x="4218870" y="52308"/>
                      <a:pt x="4247485" y="170501"/>
                      <a:pt x="4238068" y="385793"/>
                    </a:cubicBezTo>
                    <a:cubicBezTo>
                      <a:pt x="4229578" y="579967"/>
                      <a:pt x="4190662" y="838987"/>
                      <a:pt x="4149460" y="1113193"/>
                    </a:cubicBezTo>
                    <a:cubicBezTo>
                      <a:pt x="4038078" y="1854650"/>
                      <a:pt x="3899461" y="2777402"/>
                      <a:pt x="4211784" y="3257801"/>
                    </a:cubicBezTo>
                    <a:cubicBezTo>
                      <a:pt x="4393391" y="3537123"/>
                      <a:pt x="4543576" y="3794604"/>
                      <a:pt x="4658173" y="4023045"/>
                    </a:cubicBezTo>
                    <a:cubicBezTo>
                      <a:pt x="4767291" y="4240600"/>
                      <a:pt x="4847160" y="4437875"/>
                      <a:pt x="4895562" y="4609416"/>
                    </a:cubicBezTo>
                    <a:cubicBezTo>
                      <a:pt x="4941450" y="4772061"/>
                      <a:pt x="4960330" y="4916102"/>
                      <a:pt x="4951683" y="5037554"/>
                    </a:cubicBezTo>
                    <a:cubicBezTo>
                      <a:pt x="4943510" y="5152103"/>
                      <a:pt x="4910639" y="5249812"/>
                      <a:pt x="4853929" y="5327944"/>
                    </a:cubicBezTo>
                    <a:cubicBezTo>
                      <a:pt x="4810915" y="5387222"/>
                      <a:pt x="4753097" y="5436744"/>
                      <a:pt x="4682102" y="5475131"/>
                    </a:cubicBezTo>
                    <a:cubicBezTo>
                      <a:pt x="4615363" y="5511208"/>
                      <a:pt x="4535041" y="5538505"/>
                      <a:pt x="4443355" y="5556250"/>
                    </a:cubicBezTo>
                    <a:cubicBezTo>
                      <a:pt x="4277232" y="5588412"/>
                      <a:pt x="4074503" y="5590902"/>
                      <a:pt x="3823599" y="5563922"/>
                    </a:cubicBezTo>
                    <a:cubicBezTo>
                      <a:pt x="3366593" y="5514762"/>
                      <a:pt x="2842282" y="5374773"/>
                      <a:pt x="2420976" y="5262306"/>
                    </a:cubicBezTo>
                    <a:cubicBezTo>
                      <a:pt x="2111619" y="5179716"/>
                      <a:pt x="1846295" y="5108895"/>
                      <a:pt x="1694186" y="5097080"/>
                    </a:cubicBezTo>
                    <a:cubicBezTo>
                      <a:pt x="1698170" y="5102445"/>
                      <a:pt x="1702109" y="5107763"/>
                      <a:pt x="1706026" y="5113037"/>
                    </a:cubicBezTo>
                    <a:cubicBezTo>
                      <a:pt x="1817634" y="5263460"/>
                      <a:pt x="1914029" y="5393355"/>
                      <a:pt x="1977463" y="5484591"/>
                    </a:cubicBezTo>
                    <a:cubicBezTo>
                      <a:pt x="2065799" y="5611657"/>
                      <a:pt x="2070757" y="5635965"/>
                      <a:pt x="2062946" y="5643276"/>
                    </a:cubicBezTo>
                    <a:cubicBezTo>
                      <a:pt x="2061611" y="5644521"/>
                      <a:pt x="2059800" y="5645381"/>
                      <a:pt x="2057038" y="5645381"/>
                    </a:cubicBezTo>
                    <a:close/>
                    <a:moveTo>
                      <a:pt x="1653413" y="5095315"/>
                    </a:moveTo>
                    <a:cubicBezTo>
                      <a:pt x="1604197" y="5095315"/>
                      <a:pt x="1572276" y="5104459"/>
                      <a:pt x="1561365" y="5125350"/>
                    </a:cubicBezTo>
                    <a:cubicBezTo>
                      <a:pt x="1547374" y="5152171"/>
                      <a:pt x="1567749" y="5197529"/>
                      <a:pt x="1623712" y="5264026"/>
                    </a:cubicBezTo>
                    <a:cubicBezTo>
                      <a:pt x="1682844" y="5334281"/>
                      <a:pt x="1780461" y="5426536"/>
                      <a:pt x="1922179" y="5546042"/>
                    </a:cubicBezTo>
                    <a:cubicBezTo>
                      <a:pt x="2025955" y="5633566"/>
                      <a:pt x="2054479" y="5645585"/>
                      <a:pt x="2060139" y="5640266"/>
                    </a:cubicBezTo>
                    <a:cubicBezTo>
                      <a:pt x="2068402" y="5632525"/>
                      <a:pt x="2039447" y="5580920"/>
                      <a:pt x="1974090" y="5486900"/>
                    </a:cubicBezTo>
                    <a:cubicBezTo>
                      <a:pt x="1910701" y="5395709"/>
                      <a:pt x="1814329" y="5265814"/>
                      <a:pt x="1702720" y="5115437"/>
                    </a:cubicBezTo>
                    <a:cubicBezTo>
                      <a:pt x="1698102" y="5109235"/>
                      <a:pt x="1693461" y="5102943"/>
                      <a:pt x="1688775" y="5096628"/>
                    </a:cubicBezTo>
                    <a:cubicBezTo>
                      <a:pt x="1676165" y="5095745"/>
                      <a:pt x="1664348" y="5095292"/>
                      <a:pt x="1653413" y="5095292"/>
                    </a:cubicBezTo>
                    <a:close/>
                    <a:moveTo>
                      <a:pt x="1691016" y="5092780"/>
                    </a:moveTo>
                    <a:cubicBezTo>
                      <a:pt x="1729638" y="5095496"/>
                      <a:pt x="1776771" y="5102196"/>
                      <a:pt x="1832892" y="5112833"/>
                    </a:cubicBezTo>
                    <a:cubicBezTo>
                      <a:pt x="1985002" y="5141646"/>
                      <a:pt x="2187527" y="5195718"/>
                      <a:pt x="2422040" y="5258323"/>
                    </a:cubicBezTo>
                    <a:cubicBezTo>
                      <a:pt x="2843187" y="5370767"/>
                      <a:pt x="3367340" y="5510688"/>
                      <a:pt x="3824029" y="5559826"/>
                    </a:cubicBezTo>
                    <a:cubicBezTo>
                      <a:pt x="4074548" y="5586783"/>
                      <a:pt x="4276870" y="5584293"/>
                      <a:pt x="4442585" y="5552221"/>
                    </a:cubicBezTo>
                    <a:cubicBezTo>
                      <a:pt x="4630599" y="5515826"/>
                      <a:pt x="4767879" y="5439573"/>
                      <a:pt x="4850624" y="5325545"/>
                    </a:cubicBezTo>
                    <a:cubicBezTo>
                      <a:pt x="4966601" y="5165728"/>
                      <a:pt x="4980411" y="4925155"/>
                      <a:pt x="4891645" y="4610547"/>
                    </a:cubicBezTo>
                    <a:cubicBezTo>
                      <a:pt x="4792556" y="4259341"/>
                      <a:pt x="4562660" y="3804970"/>
                      <a:pt x="4208365" y="3260042"/>
                    </a:cubicBezTo>
                    <a:cubicBezTo>
                      <a:pt x="3895182" y="2778352"/>
                      <a:pt x="4033934" y="1854740"/>
                      <a:pt x="4145430" y="1112605"/>
                    </a:cubicBezTo>
                    <a:cubicBezTo>
                      <a:pt x="4186609" y="838489"/>
                      <a:pt x="4225503" y="579582"/>
                      <a:pt x="4233993" y="385612"/>
                    </a:cubicBezTo>
                    <a:cubicBezTo>
                      <a:pt x="4243342" y="172063"/>
                      <a:pt x="4215406" y="55092"/>
                      <a:pt x="4146041" y="17452"/>
                    </a:cubicBezTo>
                    <a:cubicBezTo>
                      <a:pt x="4059290" y="-29626"/>
                      <a:pt x="3902336" y="49275"/>
                      <a:pt x="3666170" y="258614"/>
                    </a:cubicBezTo>
                    <a:cubicBezTo>
                      <a:pt x="3575729" y="338783"/>
                      <a:pt x="3465863" y="409830"/>
                      <a:pt x="3330280" y="475852"/>
                    </a:cubicBezTo>
                    <a:cubicBezTo>
                      <a:pt x="3209662" y="534564"/>
                      <a:pt x="3071407" y="587866"/>
                      <a:pt x="2907617" y="638814"/>
                    </a:cubicBezTo>
                    <a:cubicBezTo>
                      <a:pt x="2603625" y="733333"/>
                      <a:pt x="2257209" y="804583"/>
                      <a:pt x="1922179" y="873503"/>
                    </a:cubicBezTo>
                    <a:cubicBezTo>
                      <a:pt x="1448171" y="971009"/>
                      <a:pt x="958022" y="1071819"/>
                      <a:pt x="599449" y="1238403"/>
                    </a:cubicBezTo>
                    <a:cubicBezTo>
                      <a:pt x="193311" y="1427077"/>
                      <a:pt x="4143" y="1672109"/>
                      <a:pt x="4143" y="2009487"/>
                    </a:cubicBezTo>
                    <a:cubicBezTo>
                      <a:pt x="4143" y="2346864"/>
                      <a:pt x="215905" y="2883282"/>
                      <a:pt x="633542" y="3566411"/>
                    </a:cubicBezTo>
                    <a:cubicBezTo>
                      <a:pt x="979189" y="4131755"/>
                      <a:pt x="1404049" y="4706039"/>
                      <a:pt x="1691039" y="509282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2DC89EA-FE09-57B0-54FE-1E65CA01714D}"/>
                  </a:ext>
                </a:extLst>
              </p:cNvPr>
              <p:cNvSpPr/>
              <p:nvPr/>
            </p:nvSpPr>
            <p:spPr>
              <a:xfrm>
                <a:off x="4162070" y="185926"/>
                <a:ext cx="4950595" cy="5610576"/>
              </a:xfrm>
              <a:custGeom>
                <a:avLst/>
                <a:gdLst>
                  <a:gd name="connsiteX0" fmla="*/ 2020386 w 4950595"/>
                  <a:gd name="connsiteY0" fmla="*/ 5610577 h 5610576"/>
                  <a:gd name="connsiteX1" fmla="*/ 1874299 w 4950595"/>
                  <a:gd name="connsiteY1" fmla="*/ 5483331 h 5610576"/>
                  <a:gd name="connsiteX2" fmla="*/ 1583618 w 4950595"/>
                  <a:gd name="connsiteY2" fmla="*/ 5151951 h 5610576"/>
                  <a:gd name="connsiteX3" fmla="*/ 1535579 w 4950595"/>
                  <a:gd name="connsiteY3" fmla="*/ 4980048 h 5610576"/>
                  <a:gd name="connsiteX4" fmla="*/ 1572276 w 4950595"/>
                  <a:gd name="connsiteY4" fmla="*/ 4950353 h 5610576"/>
                  <a:gd name="connsiteX5" fmla="*/ 0 w 4950595"/>
                  <a:gd name="connsiteY5" fmla="*/ 1921313 h 5610576"/>
                  <a:gd name="connsiteX6" fmla="*/ 45730 w 4950595"/>
                  <a:gd name="connsiteY6" fmla="*/ 1659192 h 5610576"/>
                  <a:gd name="connsiteX7" fmla="*/ 174952 w 4950595"/>
                  <a:gd name="connsiteY7" fmla="*/ 1443108 h 5610576"/>
                  <a:gd name="connsiteX8" fmla="*/ 635421 w 4950595"/>
                  <a:gd name="connsiteY8" fmla="*/ 1123227 h 5610576"/>
                  <a:gd name="connsiteX9" fmla="*/ 2029668 w 4950595"/>
                  <a:gd name="connsiteY9" fmla="*/ 747101 h 5610576"/>
                  <a:gd name="connsiteX10" fmla="*/ 3691163 w 4950595"/>
                  <a:gd name="connsiteY10" fmla="*/ 219238 h 5610576"/>
                  <a:gd name="connsiteX11" fmla="*/ 4036561 w 4950595"/>
                  <a:gd name="connsiteY11" fmla="*/ 22869 h 5610576"/>
                  <a:gd name="connsiteX12" fmla="*/ 4233698 w 4950595"/>
                  <a:gd name="connsiteY12" fmla="*/ 22642 h 5610576"/>
                  <a:gd name="connsiteX13" fmla="*/ 4307002 w 4950595"/>
                  <a:gd name="connsiteY13" fmla="*/ 408410 h 5610576"/>
                  <a:gd name="connsiteX14" fmla="*/ 4172959 w 4950595"/>
                  <a:gd name="connsiteY14" fmla="*/ 1124879 h 5610576"/>
                  <a:gd name="connsiteX15" fmla="*/ 4137053 w 4950595"/>
                  <a:gd name="connsiteY15" fmla="*/ 3221639 h 5610576"/>
                  <a:gd name="connsiteX16" fmla="*/ 4614435 w 4950595"/>
                  <a:gd name="connsiteY16" fmla="*/ 3999467 h 5610576"/>
                  <a:gd name="connsiteX17" fmla="*/ 4876070 w 4950595"/>
                  <a:gd name="connsiteY17" fmla="*/ 4588645 h 5610576"/>
                  <a:gd name="connsiteX18" fmla="*/ 4950279 w 4950595"/>
                  <a:gd name="connsiteY18" fmla="*/ 5011532 h 5610576"/>
                  <a:gd name="connsiteX19" fmla="*/ 4865090 w 4950595"/>
                  <a:gd name="connsiteY19" fmla="*/ 5290379 h 5610576"/>
                  <a:gd name="connsiteX20" fmla="*/ 3923141 w 4950595"/>
                  <a:gd name="connsiteY20" fmla="*/ 5476405 h 5610576"/>
                  <a:gd name="connsiteX21" fmla="*/ 2576300 w 4950595"/>
                  <a:gd name="connsiteY21" fmla="*/ 5152857 h 5610576"/>
                  <a:gd name="connsiteX22" fmla="*/ 1879234 w 4950595"/>
                  <a:gd name="connsiteY22" fmla="*/ 4967917 h 5610576"/>
                  <a:gd name="connsiteX23" fmla="*/ 1578706 w 4950595"/>
                  <a:gd name="connsiteY23" fmla="*/ 4952119 h 5610576"/>
                  <a:gd name="connsiteX24" fmla="*/ 1733939 w 4950595"/>
                  <a:gd name="connsiteY24" fmla="*/ 5170058 h 5610576"/>
                  <a:gd name="connsiteX25" fmla="*/ 1953534 w 4950595"/>
                  <a:gd name="connsiteY25" fmla="*/ 5481407 h 5610576"/>
                  <a:gd name="connsiteX26" fmla="*/ 2023804 w 4950595"/>
                  <a:gd name="connsiteY26" fmla="*/ 5609355 h 5610576"/>
                  <a:gd name="connsiteX27" fmla="*/ 2020454 w 4950595"/>
                  <a:gd name="connsiteY27" fmla="*/ 5610532 h 5610576"/>
                  <a:gd name="connsiteX28" fmla="*/ 1574654 w 4950595"/>
                  <a:gd name="connsiteY28" fmla="*/ 4953703 h 5610576"/>
                  <a:gd name="connsiteX29" fmla="*/ 1539179 w 4950595"/>
                  <a:gd name="connsiteY29" fmla="*/ 4982154 h 5610576"/>
                  <a:gd name="connsiteX30" fmla="*/ 1877242 w 4950595"/>
                  <a:gd name="connsiteY30" fmla="*/ 5480343 h 5610576"/>
                  <a:gd name="connsiteX31" fmla="*/ 1982964 w 4950595"/>
                  <a:gd name="connsiteY31" fmla="*/ 5580474 h 5610576"/>
                  <a:gd name="connsiteX32" fmla="*/ 2021020 w 4950595"/>
                  <a:gd name="connsiteY32" fmla="*/ 5606186 h 5610576"/>
                  <a:gd name="connsiteX33" fmla="*/ 2006893 w 4950595"/>
                  <a:gd name="connsiteY33" fmla="*/ 5572327 h 5610576"/>
                  <a:gd name="connsiteX34" fmla="*/ 1950025 w 4950595"/>
                  <a:gd name="connsiteY34" fmla="*/ 5483761 h 5610576"/>
                  <a:gd name="connsiteX35" fmla="*/ 1730498 w 4950595"/>
                  <a:gd name="connsiteY35" fmla="*/ 5172480 h 5610576"/>
                  <a:gd name="connsiteX36" fmla="*/ 1574654 w 4950595"/>
                  <a:gd name="connsiteY36" fmla="*/ 4953680 h 5610576"/>
                  <a:gd name="connsiteX37" fmla="*/ 1663306 w 4950595"/>
                  <a:gd name="connsiteY37" fmla="*/ 4936524 h 5610576"/>
                  <a:gd name="connsiteX38" fmla="*/ 2577432 w 4950595"/>
                  <a:gd name="connsiteY38" fmla="*/ 5148873 h 5610576"/>
                  <a:gd name="connsiteX39" fmla="*/ 3923684 w 4950595"/>
                  <a:gd name="connsiteY39" fmla="*/ 5472285 h 5610576"/>
                  <a:gd name="connsiteX40" fmla="*/ 4861694 w 4950595"/>
                  <a:gd name="connsiteY40" fmla="*/ 5287934 h 5610576"/>
                  <a:gd name="connsiteX41" fmla="*/ 4872063 w 4950595"/>
                  <a:gd name="connsiteY41" fmla="*/ 4589958 h 5610576"/>
                  <a:gd name="connsiteX42" fmla="*/ 4133567 w 4950595"/>
                  <a:gd name="connsiteY42" fmla="*/ 3223993 h 5610576"/>
                  <a:gd name="connsiteX43" fmla="*/ 3971701 w 4950595"/>
                  <a:gd name="connsiteY43" fmla="*/ 2269441 h 5610576"/>
                  <a:gd name="connsiteX44" fmla="*/ 4168861 w 4950595"/>
                  <a:gd name="connsiteY44" fmla="*/ 1123996 h 5610576"/>
                  <a:gd name="connsiteX45" fmla="*/ 4302814 w 4950595"/>
                  <a:gd name="connsiteY45" fmla="*/ 408003 h 5610576"/>
                  <a:gd name="connsiteX46" fmla="*/ 4231367 w 4950595"/>
                  <a:gd name="connsiteY46" fmla="*/ 26150 h 5610576"/>
                  <a:gd name="connsiteX47" fmla="*/ 3693540 w 4950595"/>
                  <a:gd name="connsiteY47" fmla="*/ 222656 h 5610576"/>
                  <a:gd name="connsiteX48" fmla="*/ 2959188 w 4950595"/>
                  <a:gd name="connsiteY48" fmla="*/ 540093 h 5610576"/>
                  <a:gd name="connsiteX49" fmla="*/ 2030460 w 4950595"/>
                  <a:gd name="connsiteY49" fmla="*/ 751197 h 5610576"/>
                  <a:gd name="connsiteX50" fmla="*/ 637097 w 4950595"/>
                  <a:gd name="connsiteY50" fmla="*/ 1127029 h 5610576"/>
                  <a:gd name="connsiteX51" fmla="*/ 4143 w 4950595"/>
                  <a:gd name="connsiteY51" fmla="*/ 1921290 h 5610576"/>
                  <a:gd name="connsiteX52" fmla="*/ 1576238 w 4950595"/>
                  <a:gd name="connsiteY52" fmla="*/ 4948746 h 5610576"/>
                  <a:gd name="connsiteX53" fmla="*/ 1663284 w 4950595"/>
                  <a:gd name="connsiteY53" fmla="*/ 4936524 h 5610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950595" h="5610576">
                    <a:moveTo>
                      <a:pt x="2020386" y="5610577"/>
                    </a:moveTo>
                    <a:cubicBezTo>
                      <a:pt x="2011081" y="5610577"/>
                      <a:pt x="1983417" y="5591655"/>
                      <a:pt x="1874299" y="5483331"/>
                    </a:cubicBezTo>
                    <a:cubicBezTo>
                      <a:pt x="1734279" y="5344337"/>
                      <a:pt x="1639196" y="5235945"/>
                      <a:pt x="1583618" y="5151951"/>
                    </a:cubicBezTo>
                    <a:cubicBezTo>
                      <a:pt x="1530486" y="5071669"/>
                      <a:pt x="1514774" y="5015448"/>
                      <a:pt x="1535579" y="4980048"/>
                    </a:cubicBezTo>
                    <a:cubicBezTo>
                      <a:pt x="1543163" y="4967147"/>
                      <a:pt x="1555524" y="4957347"/>
                      <a:pt x="1572276" y="4950353"/>
                    </a:cubicBezTo>
                    <a:cubicBezTo>
                      <a:pt x="975363" y="4108539"/>
                      <a:pt x="0" y="2676869"/>
                      <a:pt x="0" y="1921313"/>
                    </a:cubicBezTo>
                    <a:cubicBezTo>
                      <a:pt x="0" y="1828107"/>
                      <a:pt x="15394" y="1739926"/>
                      <a:pt x="45730" y="1659192"/>
                    </a:cubicBezTo>
                    <a:cubicBezTo>
                      <a:pt x="74662" y="1582238"/>
                      <a:pt x="118128" y="1509561"/>
                      <a:pt x="174952" y="1443108"/>
                    </a:cubicBezTo>
                    <a:cubicBezTo>
                      <a:pt x="279723" y="1320615"/>
                      <a:pt x="430338" y="1215980"/>
                      <a:pt x="635421" y="1123227"/>
                    </a:cubicBezTo>
                    <a:cubicBezTo>
                      <a:pt x="1016022" y="951075"/>
                      <a:pt x="1531323" y="847368"/>
                      <a:pt x="2029668" y="747101"/>
                    </a:cubicBezTo>
                    <a:cubicBezTo>
                      <a:pt x="2659271" y="620397"/>
                      <a:pt x="3310313" y="489394"/>
                      <a:pt x="3691163" y="219238"/>
                    </a:cubicBezTo>
                    <a:cubicBezTo>
                      <a:pt x="3832473" y="119016"/>
                      <a:pt x="3945463" y="54782"/>
                      <a:pt x="4036561" y="22869"/>
                    </a:cubicBezTo>
                    <a:cubicBezTo>
                      <a:pt x="4123425" y="-7551"/>
                      <a:pt x="4187922" y="-7619"/>
                      <a:pt x="4233698" y="22642"/>
                    </a:cubicBezTo>
                    <a:cubicBezTo>
                      <a:pt x="4305915" y="70399"/>
                      <a:pt x="4329211" y="192983"/>
                      <a:pt x="4307002" y="408410"/>
                    </a:cubicBezTo>
                    <a:cubicBezTo>
                      <a:pt x="4286989" y="602358"/>
                      <a:pt x="4231615" y="856172"/>
                      <a:pt x="4172959" y="1124879"/>
                    </a:cubicBezTo>
                    <a:cubicBezTo>
                      <a:pt x="4014941" y="1848998"/>
                      <a:pt x="3818256" y="2750203"/>
                      <a:pt x="4137053" y="3221639"/>
                    </a:cubicBezTo>
                    <a:cubicBezTo>
                      <a:pt x="4329957" y="3506914"/>
                      <a:pt x="4490579" y="3768604"/>
                      <a:pt x="4614435" y="3999467"/>
                    </a:cubicBezTo>
                    <a:cubicBezTo>
                      <a:pt x="4732495" y="4219490"/>
                      <a:pt x="4820515" y="4417715"/>
                      <a:pt x="4876070" y="4588645"/>
                    </a:cubicBezTo>
                    <a:cubicBezTo>
                      <a:pt x="4928772" y="4750815"/>
                      <a:pt x="4953743" y="4893113"/>
                      <a:pt x="4950279" y="5011532"/>
                    </a:cubicBezTo>
                    <a:cubicBezTo>
                      <a:pt x="4947019" y="5123297"/>
                      <a:pt x="4918359" y="5217113"/>
                      <a:pt x="4865090" y="5290379"/>
                    </a:cubicBezTo>
                    <a:cubicBezTo>
                      <a:pt x="4725387" y="5482448"/>
                      <a:pt x="4417275" y="5543310"/>
                      <a:pt x="3923141" y="5476405"/>
                    </a:cubicBezTo>
                    <a:cubicBezTo>
                      <a:pt x="3497512" y="5418780"/>
                      <a:pt x="3008110" y="5277523"/>
                      <a:pt x="2576300" y="5152857"/>
                    </a:cubicBezTo>
                    <a:cubicBezTo>
                      <a:pt x="2312583" y="5076739"/>
                      <a:pt x="2063467" y="5004832"/>
                      <a:pt x="1879234" y="4967917"/>
                    </a:cubicBezTo>
                    <a:cubicBezTo>
                      <a:pt x="1729660" y="4937950"/>
                      <a:pt x="1631612" y="4932608"/>
                      <a:pt x="1578706" y="4952119"/>
                    </a:cubicBezTo>
                    <a:cubicBezTo>
                      <a:pt x="1634125" y="5030250"/>
                      <a:pt x="1686194" y="5103199"/>
                      <a:pt x="1733939" y="5170058"/>
                    </a:cubicBezTo>
                    <a:cubicBezTo>
                      <a:pt x="1828093" y="5301944"/>
                      <a:pt x="1902461" y="5406127"/>
                      <a:pt x="1953534" y="5481407"/>
                    </a:cubicBezTo>
                    <a:cubicBezTo>
                      <a:pt x="2028037" y="5591248"/>
                      <a:pt x="2028875" y="5605055"/>
                      <a:pt x="2023804" y="5609355"/>
                    </a:cubicBezTo>
                    <a:cubicBezTo>
                      <a:pt x="2022989" y="5610057"/>
                      <a:pt x="2021970" y="5610532"/>
                      <a:pt x="2020454" y="5610532"/>
                    </a:cubicBezTo>
                    <a:close/>
                    <a:moveTo>
                      <a:pt x="1574654" y="4953703"/>
                    </a:moveTo>
                    <a:cubicBezTo>
                      <a:pt x="1558082" y="4960516"/>
                      <a:pt x="1546333" y="4969999"/>
                      <a:pt x="1539179" y="4982154"/>
                    </a:cubicBezTo>
                    <a:cubicBezTo>
                      <a:pt x="1498565" y="5051231"/>
                      <a:pt x="1609132" y="5214194"/>
                      <a:pt x="1877242" y="5480343"/>
                    </a:cubicBezTo>
                    <a:cubicBezTo>
                      <a:pt x="1924353" y="5527127"/>
                      <a:pt x="1958945" y="5559878"/>
                      <a:pt x="1982964" y="5580474"/>
                    </a:cubicBezTo>
                    <a:cubicBezTo>
                      <a:pt x="2016017" y="5608834"/>
                      <a:pt x="2020612" y="5606548"/>
                      <a:pt x="2021020" y="5606186"/>
                    </a:cubicBezTo>
                    <a:cubicBezTo>
                      <a:pt x="2021382" y="5605869"/>
                      <a:pt x="2024053" y="5602339"/>
                      <a:pt x="2006893" y="5572327"/>
                    </a:cubicBezTo>
                    <a:cubicBezTo>
                      <a:pt x="1995370" y="5552160"/>
                      <a:pt x="1976761" y="5523188"/>
                      <a:pt x="1950025" y="5483761"/>
                    </a:cubicBezTo>
                    <a:cubicBezTo>
                      <a:pt x="1898975" y="5408504"/>
                      <a:pt x="1824629" y="5304344"/>
                      <a:pt x="1730498" y="5172480"/>
                    </a:cubicBezTo>
                    <a:cubicBezTo>
                      <a:pt x="1682595" y="5105394"/>
                      <a:pt x="1630277" y="5032106"/>
                      <a:pt x="1574654" y="4953680"/>
                    </a:cubicBezTo>
                    <a:close/>
                    <a:moveTo>
                      <a:pt x="1663306" y="4936524"/>
                    </a:moveTo>
                    <a:cubicBezTo>
                      <a:pt x="1841790" y="4936524"/>
                      <a:pt x="2178992" y="5033849"/>
                      <a:pt x="2577432" y="5148873"/>
                    </a:cubicBezTo>
                    <a:cubicBezTo>
                      <a:pt x="3009106" y="5273472"/>
                      <a:pt x="3498372" y="5414705"/>
                      <a:pt x="3923684" y="5472285"/>
                    </a:cubicBezTo>
                    <a:cubicBezTo>
                      <a:pt x="4416166" y="5538965"/>
                      <a:pt x="4722987" y="5478645"/>
                      <a:pt x="4861694" y="5287934"/>
                    </a:cubicBezTo>
                    <a:cubicBezTo>
                      <a:pt x="4970473" y="5138371"/>
                      <a:pt x="4973959" y="4903524"/>
                      <a:pt x="4872063" y="4589958"/>
                    </a:cubicBezTo>
                    <a:cubicBezTo>
                      <a:pt x="4758416" y="4240199"/>
                      <a:pt x="4509957" y="3780623"/>
                      <a:pt x="4133567" y="3223993"/>
                    </a:cubicBezTo>
                    <a:cubicBezTo>
                      <a:pt x="3991261" y="3013545"/>
                      <a:pt x="3938331" y="2701314"/>
                      <a:pt x="3971701" y="2269441"/>
                    </a:cubicBezTo>
                    <a:cubicBezTo>
                      <a:pt x="4000656" y="1894741"/>
                      <a:pt x="4090010" y="1485275"/>
                      <a:pt x="4168861" y="1123996"/>
                    </a:cubicBezTo>
                    <a:cubicBezTo>
                      <a:pt x="4227473" y="855403"/>
                      <a:pt x="4282847" y="601702"/>
                      <a:pt x="4302814" y="408003"/>
                    </a:cubicBezTo>
                    <a:cubicBezTo>
                      <a:pt x="4324864" y="194296"/>
                      <a:pt x="4302158" y="72957"/>
                      <a:pt x="4231367" y="26150"/>
                    </a:cubicBezTo>
                    <a:cubicBezTo>
                      <a:pt x="4140540" y="-33897"/>
                      <a:pt x="3964615" y="30383"/>
                      <a:pt x="3693540" y="222656"/>
                    </a:cubicBezTo>
                    <a:cubicBezTo>
                      <a:pt x="3522324" y="344108"/>
                      <a:pt x="3282105" y="447929"/>
                      <a:pt x="2959188" y="540093"/>
                    </a:cubicBezTo>
                    <a:cubicBezTo>
                      <a:pt x="2671315" y="622231"/>
                      <a:pt x="2345522" y="687800"/>
                      <a:pt x="2030460" y="751197"/>
                    </a:cubicBezTo>
                    <a:cubicBezTo>
                      <a:pt x="1532342" y="851442"/>
                      <a:pt x="1017290" y="955081"/>
                      <a:pt x="637097" y="1127029"/>
                    </a:cubicBezTo>
                    <a:cubicBezTo>
                      <a:pt x="211173" y="1319664"/>
                      <a:pt x="4143" y="1579476"/>
                      <a:pt x="4143" y="1921290"/>
                    </a:cubicBezTo>
                    <a:cubicBezTo>
                      <a:pt x="4143" y="2675851"/>
                      <a:pt x="979642" y="4107408"/>
                      <a:pt x="1576238" y="4948746"/>
                    </a:cubicBezTo>
                    <a:cubicBezTo>
                      <a:pt x="1598424" y="4940372"/>
                      <a:pt x="1627696" y="4936524"/>
                      <a:pt x="1663284" y="493652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3FB561B4-0224-BC4F-FB1C-A3C3BF3B45F9}"/>
                  </a:ext>
                </a:extLst>
              </p:cNvPr>
              <p:cNvSpPr/>
              <p:nvPr/>
            </p:nvSpPr>
            <p:spPr>
              <a:xfrm>
                <a:off x="4207121" y="226350"/>
                <a:ext cx="4950534" cy="5576105"/>
              </a:xfrm>
              <a:custGeom>
                <a:avLst/>
                <a:gdLst>
                  <a:gd name="connsiteX0" fmla="*/ 1985047 w 4950534"/>
                  <a:gd name="connsiteY0" fmla="*/ 5576106 h 5576105"/>
                  <a:gd name="connsiteX1" fmla="*/ 1829112 w 4950534"/>
                  <a:gd name="connsiteY1" fmla="*/ 5413144 h 5576105"/>
                  <a:gd name="connsiteX2" fmla="*/ 1547012 w 4950534"/>
                  <a:gd name="connsiteY2" fmla="*/ 5035795 h 5576105"/>
                  <a:gd name="connsiteX3" fmla="*/ 1504406 w 4950534"/>
                  <a:gd name="connsiteY3" fmla="*/ 4858823 h 5576105"/>
                  <a:gd name="connsiteX4" fmla="*/ 687988 w 4950534"/>
                  <a:gd name="connsiteY4" fmla="*/ 3569157 h 5576105"/>
                  <a:gd name="connsiteX5" fmla="*/ 202955 w 4950534"/>
                  <a:gd name="connsiteY5" fmla="*/ 2613201 h 5576105"/>
                  <a:gd name="connsiteX6" fmla="*/ 0 w 4950534"/>
                  <a:gd name="connsiteY6" fmla="*/ 1828786 h 5576105"/>
                  <a:gd name="connsiteX7" fmla="*/ 48537 w 4950534"/>
                  <a:gd name="connsiteY7" fmla="*/ 1559106 h 5576105"/>
                  <a:gd name="connsiteX8" fmla="*/ 185546 w 4950534"/>
                  <a:gd name="connsiteY8" fmla="*/ 1336979 h 5576105"/>
                  <a:gd name="connsiteX9" fmla="*/ 672730 w 4950534"/>
                  <a:gd name="connsiteY9" fmla="*/ 1008859 h 5576105"/>
                  <a:gd name="connsiteX10" fmla="*/ 2138899 w 4950534"/>
                  <a:gd name="connsiteY10" fmla="*/ 626758 h 5576105"/>
                  <a:gd name="connsiteX11" fmla="*/ 3718895 w 4950534"/>
                  <a:gd name="connsiteY11" fmla="*/ 178588 h 5576105"/>
                  <a:gd name="connsiteX12" fmla="*/ 4104476 w 4950534"/>
                  <a:gd name="connsiteY12" fmla="*/ 12050 h 5576105"/>
                  <a:gd name="connsiteX13" fmla="*/ 4316148 w 4950534"/>
                  <a:gd name="connsiteY13" fmla="*/ 35204 h 5576105"/>
                  <a:gd name="connsiteX14" fmla="*/ 4371047 w 4950534"/>
                  <a:gd name="connsiteY14" fmla="*/ 436250 h 5576105"/>
                  <a:gd name="connsiteX15" fmla="*/ 4191839 w 4950534"/>
                  <a:gd name="connsiteY15" fmla="*/ 1142172 h 5576105"/>
                  <a:gd name="connsiteX16" fmla="*/ 3928393 w 4950534"/>
                  <a:gd name="connsiteY16" fmla="*/ 2255522 h 5576105"/>
                  <a:gd name="connsiteX17" fmla="*/ 4062256 w 4950534"/>
                  <a:gd name="connsiteY17" fmla="*/ 3181125 h 5576105"/>
                  <a:gd name="connsiteX18" fmla="*/ 4571761 w 4950534"/>
                  <a:gd name="connsiteY18" fmla="*/ 3971628 h 5576105"/>
                  <a:gd name="connsiteX19" fmla="*/ 4858117 w 4950534"/>
                  <a:gd name="connsiteY19" fmla="*/ 4563929 h 5576105"/>
                  <a:gd name="connsiteX20" fmla="*/ 4950460 w 4950534"/>
                  <a:gd name="connsiteY20" fmla="*/ 4982018 h 5576105"/>
                  <a:gd name="connsiteX21" fmla="*/ 4877473 w 4950534"/>
                  <a:gd name="connsiteY21" fmla="*/ 5249910 h 5576105"/>
                  <a:gd name="connsiteX22" fmla="*/ 4010028 w 4950534"/>
                  <a:gd name="connsiteY22" fmla="*/ 5392208 h 5576105"/>
                  <a:gd name="connsiteX23" fmla="*/ 2716683 w 4950534"/>
                  <a:gd name="connsiteY23" fmla="*/ 5048357 h 5576105"/>
                  <a:gd name="connsiteX24" fmla="*/ 1517830 w 4950534"/>
                  <a:gd name="connsiteY24" fmla="*/ 4839901 h 5576105"/>
                  <a:gd name="connsiteX25" fmla="*/ 1509092 w 4950534"/>
                  <a:gd name="connsiteY25" fmla="*/ 4858189 h 5576105"/>
                  <a:gd name="connsiteX26" fmla="*/ 1767014 w 4950534"/>
                  <a:gd name="connsiteY26" fmla="*/ 5235357 h 5576105"/>
                  <a:gd name="connsiteX27" fmla="*/ 1932978 w 4950534"/>
                  <a:gd name="connsiteY27" fmla="*/ 5478669 h 5576105"/>
                  <a:gd name="connsiteX28" fmla="*/ 1986813 w 4950534"/>
                  <a:gd name="connsiteY28" fmla="*/ 5575473 h 5576105"/>
                  <a:gd name="connsiteX29" fmla="*/ 1985001 w 4950534"/>
                  <a:gd name="connsiteY29" fmla="*/ 5576083 h 5576105"/>
                  <a:gd name="connsiteX30" fmla="*/ 1507553 w 4950534"/>
                  <a:gd name="connsiteY30" fmla="*/ 4863486 h 5576105"/>
                  <a:gd name="connsiteX31" fmla="*/ 1832281 w 4950534"/>
                  <a:gd name="connsiteY31" fmla="*/ 5410314 h 5576105"/>
                  <a:gd name="connsiteX32" fmla="*/ 1983869 w 4950534"/>
                  <a:gd name="connsiteY32" fmla="*/ 5571670 h 5576105"/>
                  <a:gd name="connsiteX33" fmla="*/ 1763528 w 4950534"/>
                  <a:gd name="connsiteY33" fmla="*/ 5237778 h 5576105"/>
                  <a:gd name="connsiteX34" fmla="*/ 1507530 w 4950534"/>
                  <a:gd name="connsiteY34" fmla="*/ 4863463 h 5576105"/>
                  <a:gd name="connsiteX35" fmla="*/ 1669125 w 4950534"/>
                  <a:gd name="connsiteY35" fmla="*/ 4784245 h 5576105"/>
                  <a:gd name="connsiteX36" fmla="*/ 1925507 w 4950534"/>
                  <a:gd name="connsiteY36" fmla="*/ 4818444 h 5576105"/>
                  <a:gd name="connsiteX37" fmla="*/ 2717996 w 4950534"/>
                  <a:gd name="connsiteY37" fmla="*/ 5044306 h 5576105"/>
                  <a:gd name="connsiteX38" fmla="*/ 4010753 w 4950534"/>
                  <a:gd name="connsiteY38" fmla="*/ 5388021 h 5576105"/>
                  <a:gd name="connsiteX39" fmla="*/ 4874077 w 4950534"/>
                  <a:gd name="connsiteY39" fmla="*/ 5247420 h 5576105"/>
                  <a:gd name="connsiteX40" fmla="*/ 4946249 w 4950534"/>
                  <a:gd name="connsiteY40" fmla="*/ 4982108 h 5576105"/>
                  <a:gd name="connsiteX41" fmla="*/ 4854156 w 4950534"/>
                  <a:gd name="connsiteY41" fmla="*/ 4565423 h 5576105"/>
                  <a:gd name="connsiteX42" fmla="*/ 4058814 w 4950534"/>
                  <a:gd name="connsiteY42" fmla="*/ 3183592 h 5576105"/>
                  <a:gd name="connsiteX43" fmla="*/ 3924205 w 4950534"/>
                  <a:gd name="connsiteY43" fmla="*/ 2255001 h 5576105"/>
                  <a:gd name="connsiteX44" fmla="*/ 4187787 w 4950534"/>
                  <a:gd name="connsiteY44" fmla="*/ 1141017 h 5576105"/>
                  <a:gd name="connsiteX45" fmla="*/ 4366881 w 4950534"/>
                  <a:gd name="connsiteY45" fmla="*/ 435594 h 5576105"/>
                  <a:gd name="connsiteX46" fmla="*/ 4313545 w 4950534"/>
                  <a:gd name="connsiteY46" fmla="*/ 38577 h 5576105"/>
                  <a:gd name="connsiteX47" fmla="*/ 3721001 w 4950534"/>
                  <a:gd name="connsiteY47" fmla="*/ 182323 h 5576105"/>
                  <a:gd name="connsiteX48" fmla="*/ 3009332 w 4950534"/>
                  <a:gd name="connsiteY48" fmla="*/ 444851 h 5576105"/>
                  <a:gd name="connsiteX49" fmla="*/ 2139714 w 4950534"/>
                  <a:gd name="connsiteY49" fmla="*/ 630968 h 5576105"/>
                  <a:gd name="connsiteX50" fmla="*/ 674428 w 4950534"/>
                  <a:gd name="connsiteY50" fmla="*/ 1012797 h 5576105"/>
                  <a:gd name="connsiteX51" fmla="*/ 4233 w 4950534"/>
                  <a:gd name="connsiteY51" fmla="*/ 1828809 h 5576105"/>
                  <a:gd name="connsiteX52" fmla="*/ 691656 w 4950534"/>
                  <a:gd name="connsiteY52" fmla="*/ 3567052 h 5576105"/>
                  <a:gd name="connsiteX53" fmla="*/ 1506126 w 4950534"/>
                  <a:gd name="connsiteY53" fmla="*/ 4853798 h 5576105"/>
                  <a:gd name="connsiteX54" fmla="*/ 1514299 w 4950534"/>
                  <a:gd name="connsiteY54" fmla="*/ 4837615 h 5576105"/>
                  <a:gd name="connsiteX55" fmla="*/ 1669125 w 4950534"/>
                  <a:gd name="connsiteY55" fmla="*/ 4784268 h 5576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4950534" h="5576105">
                    <a:moveTo>
                      <a:pt x="1985047" y="5576106"/>
                    </a:moveTo>
                    <a:cubicBezTo>
                      <a:pt x="1977870" y="5576106"/>
                      <a:pt x="1953443" y="5554649"/>
                      <a:pt x="1829112" y="5413144"/>
                    </a:cubicBezTo>
                    <a:cubicBezTo>
                      <a:pt x="1690880" y="5255795"/>
                      <a:pt x="1598605" y="5132351"/>
                      <a:pt x="1547012" y="5035795"/>
                    </a:cubicBezTo>
                    <a:cubicBezTo>
                      <a:pt x="1505651" y="4958366"/>
                      <a:pt x="1491570" y="4900129"/>
                      <a:pt x="1504406" y="4858823"/>
                    </a:cubicBezTo>
                    <a:cubicBezTo>
                      <a:pt x="1259026" y="4496186"/>
                      <a:pt x="957682" y="4036836"/>
                      <a:pt x="687988" y="3569157"/>
                    </a:cubicBezTo>
                    <a:cubicBezTo>
                      <a:pt x="479668" y="3207923"/>
                      <a:pt x="316488" y="2886299"/>
                      <a:pt x="202955" y="2613201"/>
                    </a:cubicBezTo>
                    <a:cubicBezTo>
                      <a:pt x="68278" y="2289291"/>
                      <a:pt x="0" y="2025382"/>
                      <a:pt x="0" y="1828786"/>
                    </a:cubicBezTo>
                    <a:cubicBezTo>
                      <a:pt x="0" y="1732910"/>
                      <a:pt x="16322" y="1642172"/>
                      <a:pt x="48537" y="1559106"/>
                    </a:cubicBezTo>
                    <a:cubicBezTo>
                      <a:pt x="79213" y="1480002"/>
                      <a:pt x="125305" y="1405265"/>
                      <a:pt x="185546" y="1336979"/>
                    </a:cubicBezTo>
                    <a:cubicBezTo>
                      <a:pt x="296498" y="1211204"/>
                      <a:pt x="455874" y="1103875"/>
                      <a:pt x="672730" y="1008859"/>
                    </a:cubicBezTo>
                    <a:cubicBezTo>
                      <a:pt x="1074860" y="832679"/>
                      <a:pt x="1615788" y="727998"/>
                      <a:pt x="2138899" y="626758"/>
                    </a:cubicBezTo>
                    <a:cubicBezTo>
                      <a:pt x="2724991" y="513318"/>
                      <a:pt x="3331005" y="396030"/>
                      <a:pt x="3718895" y="178588"/>
                    </a:cubicBezTo>
                    <a:cubicBezTo>
                      <a:pt x="3878045" y="89367"/>
                      <a:pt x="4004165" y="34910"/>
                      <a:pt x="4104476" y="12050"/>
                    </a:cubicBezTo>
                    <a:cubicBezTo>
                      <a:pt x="4199831" y="-9656"/>
                      <a:pt x="4269082" y="-2096"/>
                      <a:pt x="4316148" y="35204"/>
                    </a:cubicBezTo>
                    <a:cubicBezTo>
                      <a:pt x="4388909" y="92852"/>
                      <a:pt x="4406363" y="220280"/>
                      <a:pt x="4371047" y="436250"/>
                    </a:cubicBezTo>
                    <a:cubicBezTo>
                      <a:pt x="4339307" y="630289"/>
                      <a:pt x="4267679" y="878919"/>
                      <a:pt x="4191839" y="1142172"/>
                    </a:cubicBezTo>
                    <a:cubicBezTo>
                      <a:pt x="4090554" y="1493785"/>
                      <a:pt x="3975731" y="1892319"/>
                      <a:pt x="3928393" y="2255522"/>
                    </a:cubicBezTo>
                    <a:cubicBezTo>
                      <a:pt x="3874015" y="2672818"/>
                      <a:pt x="3917798" y="2975566"/>
                      <a:pt x="4062256" y="3181125"/>
                    </a:cubicBezTo>
                    <a:cubicBezTo>
                      <a:pt x="4266931" y="3472353"/>
                      <a:pt x="4438351" y="3738321"/>
                      <a:pt x="4571761" y="3971628"/>
                    </a:cubicBezTo>
                    <a:cubicBezTo>
                      <a:pt x="4699013" y="4194185"/>
                      <a:pt x="4795363" y="4393452"/>
                      <a:pt x="4858117" y="4563929"/>
                    </a:cubicBezTo>
                    <a:cubicBezTo>
                      <a:pt x="4917702" y="4725759"/>
                      <a:pt x="4948785" y="4866428"/>
                      <a:pt x="4950460" y="4982018"/>
                    </a:cubicBezTo>
                    <a:cubicBezTo>
                      <a:pt x="4952068" y="5091180"/>
                      <a:pt x="4927505" y="5181307"/>
                      <a:pt x="4877473" y="5249910"/>
                    </a:cubicBezTo>
                    <a:cubicBezTo>
                      <a:pt x="4752734" y="5420930"/>
                      <a:pt x="4468981" y="5467487"/>
                      <a:pt x="4010028" y="5392208"/>
                    </a:cubicBezTo>
                    <a:cubicBezTo>
                      <a:pt x="3611317" y="5326819"/>
                      <a:pt x="3136018" y="5178885"/>
                      <a:pt x="2716683" y="5048357"/>
                    </a:cubicBezTo>
                    <a:cubicBezTo>
                      <a:pt x="2121150" y="4862988"/>
                      <a:pt x="1606823" y="4702900"/>
                      <a:pt x="1517830" y="4839901"/>
                    </a:cubicBezTo>
                    <a:cubicBezTo>
                      <a:pt x="1514186" y="4845515"/>
                      <a:pt x="1511265" y="4851603"/>
                      <a:pt x="1509092" y="4858189"/>
                    </a:cubicBezTo>
                    <a:cubicBezTo>
                      <a:pt x="1605532" y="5000690"/>
                      <a:pt x="1693280" y="5128186"/>
                      <a:pt x="1767014" y="5235357"/>
                    </a:cubicBezTo>
                    <a:cubicBezTo>
                      <a:pt x="1838281" y="5338928"/>
                      <a:pt x="1894583" y="5420726"/>
                      <a:pt x="1932978" y="5478669"/>
                    </a:cubicBezTo>
                    <a:cubicBezTo>
                      <a:pt x="1989144" y="5563432"/>
                      <a:pt x="1990661" y="5572485"/>
                      <a:pt x="1986813" y="5575473"/>
                    </a:cubicBezTo>
                    <a:cubicBezTo>
                      <a:pt x="1986337" y="5575835"/>
                      <a:pt x="1985771" y="5576083"/>
                      <a:pt x="1985001" y="5576083"/>
                    </a:cubicBezTo>
                    <a:close/>
                    <a:moveTo>
                      <a:pt x="1507553" y="4863486"/>
                    </a:moveTo>
                    <a:cubicBezTo>
                      <a:pt x="1483397" y="4955107"/>
                      <a:pt x="1590138" y="5134682"/>
                      <a:pt x="1832281" y="5410314"/>
                    </a:cubicBezTo>
                    <a:cubicBezTo>
                      <a:pt x="1866488" y="5449245"/>
                      <a:pt x="1968973" y="5565898"/>
                      <a:pt x="1983869" y="5571670"/>
                    </a:cubicBezTo>
                    <a:cubicBezTo>
                      <a:pt x="1982013" y="5555238"/>
                      <a:pt x="1889919" y="5421428"/>
                      <a:pt x="1763528" y="5237778"/>
                    </a:cubicBezTo>
                    <a:cubicBezTo>
                      <a:pt x="1690292" y="5131332"/>
                      <a:pt x="1603201" y="5004810"/>
                      <a:pt x="1507530" y="4863463"/>
                    </a:cubicBezTo>
                    <a:close/>
                    <a:moveTo>
                      <a:pt x="1669125" y="4784245"/>
                    </a:moveTo>
                    <a:cubicBezTo>
                      <a:pt x="1734278" y="4784245"/>
                      <a:pt x="1819173" y="4795675"/>
                      <a:pt x="1925507" y="4818444"/>
                    </a:cubicBezTo>
                    <a:cubicBezTo>
                      <a:pt x="2139578" y="4864277"/>
                      <a:pt x="2420524" y="4951734"/>
                      <a:pt x="2717996" y="5044306"/>
                    </a:cubicBezTo>
                    <a:cubicBezTo>
                      <a:pt x="3137195" y="5174789"/>
                      <a:pt x="3612335" y="5322677"/>
                      <a:pt x="4010753" y="5388021"/>
                    </a:cubicBezTo>
                    <a:cubicBezTo>
                      <a:pt x="4467985" y="5463006"/>
                      <a:pt x="4750380" y="5417015"/>
                      <a:pt x="4874077" y="5247420"/>
                    </a:cubicBezTo>
                    <a:cubicBezTo>
                      <a:pt x="4923543" y="5179587"/>
                      <a:pt x="4947834" y="5090320"/>
                      <a:pt x="4946249" y="4982108"/>
                    </a:cubicBezTo>
                    <a:cubicBezTo>
                      <a:pt x="4944551" y="4866994"/>
                      <a:pt x="4913582" y="4726801"/>
                      <a:pt x="4854156" y="4565423"/>
                    </a:cubicBezTo>
                    <a:cubicBezTo>
                      <a:pt x="4725817" y="4216864"/>
                      <a:pt x="4458228" y="3751946"/>
                      <a:pt x="4058814" y="3183592"/>
                    </a:cubicBezTo>
                    <a:cubicBezTo>
                      <a:pt x="3913723" y="2977128"/>
                      <a:pt x="3869691" y="2673384"/>
                      <a:pt x="3924205" y="2255001"/>
                    </a:cubicBezTo>
                    <a:cubicBezTo>
                      <a:pt x="3971588" y="1891459"/>
                      <a:pt x="4086433" y="1492767"/>
                      <a:pt x="4187787" y="1141017"/>
                    </a:cubicBezTo>
                    <a:cubicBezTo>
                      <a:pt x="4263581" y="877901"/>
                      <a:pt x="4335187" y="629383"/>
                      <a:pt x="4366881" y="435594"/>
                    </a:cubicBezTo>
                    <a:cubicBezTo>
                      <a:pt x="4401926" y="221321"/>
                      <a:pt x="4384970" y="95161"/>
                      <a:pt x="4313545" y="38577"/>
                    </a:cubicBezTo>
                    <a:cubicBezTo>
                      <a:pt x="4219820" y="-35684"/>
                      <a:pt x="4026011" y="11348"/>
                      <a:pt x="3721001" y="182323"/>
                    </a:cubicBezTo>
                    <a:cubicBezTo>
                      <a:pt x="3546615" y="280078"/>
                      <a:pt x="3313844" y="365950"/>
                      <a:pt x="3009332" y="444851"/>
                    </a:cubicBezTo>
                    <a:cubicBezTo>
                      <a:pt x="2737533" y="515264"/>
                      <a:pt x="2433632" y="574089"/>
                      <a:pt x="2139714" y="630968"/>
                    </a:cubicBezTo>
                    <a:cubicBezTo>
                      <a:pt x="1616829" y="732163"/>
                      <a:pt x="1076128" y="836821"/>
                      <a:pt x="674428" y="1012797"/>
                    </a:cubicBezTo>
                    <a:cubicBezTo>
                      <a:pt x="223466" y="1210367"/>
                      <a:pt x="4233" y="1477286"/>
                      <a:pt x="4233" y="1828809"/>
                    </a:cubicBezTo>
                    <a:cubicBezTo>
                      <a:pt x="4233" y="2180332"/>
                      <a:pt x="235510" y="2776050"/>
                      <a:pt x="691656" y="3567052"/>
                    </a:cubicBezTo>
                    <a:cubicBezTo>
                      <a:pt x="960625" y="4033463"/>
                      <a:pt x="1261108" y="4491637"/>
                      <a:pt x="1506126" y="4853798"/>
                    </a:cubicBezTo>
                    <a:cubicBezTo>
                      <a:pt x="1508300" y="4848049"/>
                      <a:pt x="1511016" y="4842663"/>
                      <a:pt x="1514299" y="4837615"/>
                    </a:cubicBezTo>
                    <a:cubicBezTo>
                      <a:pt x="1537436" y="4801990"/>
                      <a:pt x="1587942" y="4784268"/>
                      <a:pt x="1669125" y="4784268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04CEB65-653C-C540-7A12-BDC0328F6665}"/>
              </a:ext>
            </a:extLst>
          </p:cNvPr>
          <p:cNvGrpSpPr/>
          <p:nvPr userDrawn="1"/>
        </p:nvGrpSpPr>
        <p:grpSpPr>
          <a:xfrm rot="17682326">
            <a:off x="11248969" y="2073649"/>
            <a:ext cx="5763507" cy="4521531"/>
            <a:chOff x="-9135781" y="75232"/>
            <a:chExt cx="7771347" cy="6857480"/>
          </a:xfr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grpSp>
          <p:nvGrpSpPr>
            <p:cNvPr id="57" name="Graphic 4">
              <a:extLst>
                <a:ext uri="{FF2B5EF4-FFF2-40B4-BE49-F238E27FC236}">
                  <a16:creationId xmlns:a16="http://schemas.microsoft.com/office/drawing/2014/main" id="{90B89407-F8BA-040D-7245-A7FAAF131BE0}"/>
                </a:ext>
              </a:extLst>
            </p:cNvPr>
            <p:cNvGrpSpPr/>
            <p:nvPr/>
          </p:nvGrpSpPr>
          <p:grpSpPr>
            <a:xfrm>
              <a:off x="-9135781" y="400432"/>
              <a:ext cx="7771347" cy="5735574"/>
              <a:chOff x="-1775339" y="560747"/>
              <a:chExt cx="7771347" cy="5735574"/>
            </a:xfrm>
            <a:grpFill/>
          </p:grpSpPr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5F7534C6-54A5-F1B2-9927-586B56759EAF}"/>
                  </a:ext>
                </a:extLst>
              </p:cNvPr>
              <p:cNvSpPr/>
              <p:nvPr/>
            </p:nvSpPr>
            <p:spPr>
              <a:xfrm>
                <a:off x="-1211347" y="560747"/>
                <a:ext cx="5926286" cy="5144694"/>
              </a:xfrm>
              <a:custGeom>
                <a:avLst/>
                <a:gdLst>
                  <a:gd name="connsiteX0" fmla="*/ 3061778 w 5926286"/>
                  <a:gd name="connsiteY0" fmla="*/ 5144695 h 5144694"/>
                  <a:gd name="connsiteX1" fmla="*/ 2282401 w 5926286"/>
                  <a:gd name="connsiteY1" fmla="*/ 4949019 h 5144694"/>
                  <a:gd name="connsiteX2" fmla="*/ 1359414 w 5926286"/>
                  <a:gd name="connsiteY2" fmla="*/ 4398725 h 5144694"/>
                  <a:gd name="connsiteX3" fmla="*/ 559847 w 5926286"/>
                  <a:gd name="connsiteY3" fmla="*/ 3705679 h 5144694"/>
                  <a:gd name="connsiteX4" fmla="*/ 70303 w 5926286"/>
                  <a:gd name="connsiteY4" fmla="*/ 3083911 h 5144694"/>
                  <a:gd name="connsiteX5" fmla="*/ 26492 w 5926286"/>
                  <a:gd name="connsiteY5" fmla="*/ 2780924 h 5144694"/>
                  <a:gd name="connsiteX6" fmla="*/ 382999 w 5926286"/>
                  <a:gd name="connsiteY6" fmla="*/ 2762234 h 5144694"/>
                  <a:gd name="connsiteX7" fmla="*/ 1345607 w 5926286"/>
                  <a:gd name="connsiteY7" fmla="*/ 2897931 h 5144694"/>
                  <a:gd name="connsiteX8" fmla="*/ 1902638 w 5926286"/>
                  <a:gd name="connsiteY8" fmla="*/ 2715661 h 5144694"/>
                  <a:gd name="connsiteX9" fmla="*/ 2208670 w 5926286"/>
                  <a:gd name="connsiteY9" fmla="*/ 2098081 h 5144694"/>
                  <a:gd name="connsiteX10" fmla="*/ 2225092 w 5926286"/>
                  <a:gd name="connsiteY10" fmla="*/ 1280046 h 5144694"/>
                  <a:gd name="connsiteX11" fmla="*/ 2264094 w 5926286"/>
                  <a:gd name="connsiteY11" fmla="*/ 419683 h 5144694"/>
                  <a:gd name="connsiteX12" fmla="*/ 2423873 w 5926286"/>
                  <a:gd name="connsiteY12" fmla="*/ 131340 h 5144694"/>
                  <a:gd name="connsiteX13" fmla="*/ 2751444 w 5926286"/>
                  <a:gd name="connsiteY13" fmla="*/ 2613 h 5144694"/>
                  <a:gd name="connsiteX14" fmla="*/ 3665854 w 5926286"/>
                  <a:gd name="connsiteY14" fmla="*/ 1133724 h 5144694"/>
                  <a:gd name="connsiteX15" fmla="*/ 4350157 w 5926286"/>
                  <a:gd name="connsiteY15" fmla="*/ 2392101 h 5144694"/>
                  <a:gd name="connsiteX16" fmla="*/ 5510984 w 5926286"/>
                  <a:gd name="connsiteY16" fmla="*/ 2371949 h 5144694"/>
                  <a:gd name="connsiteX17" fmla="*/ 5882169 w 5926286"/>
                  <a:gd name="connsiteY17" fmla="*/ 2376812 h 5144694"/>
                  <a:gd name="connsiteX18" fmla="*/ 5926036 w 5926286"/>
                  <a:gd name="connsiteY18" fmla="*/ 2522065 h 5144694"/>
                  <a:gd name="connsiteX19" fmla="*/ 5873649 w 5926286"/>
                  <a:gd name="connsiteY19" fmla="*/ 2740564 h 5144694"/>
                  <a:gd name="connsiteX20" fmla="*/ 4774743 w 5926286"/>
                  <a:gd name="connsiteY20" fmla="*/ 4197456 h 5144694"/>
                  <a:gd name="connsiteX21" fmla="*/ 3951526 w 5926286"/>
                  <a:gd name="connsiteY21" fmla="*/ 4840950 h 5144694"/>
                  <a:gd name="connsiteX22" fmla="*/ 3142820 w 5926286"/>
                  <a:gd name="connsiteY22" fmla="*/ 5141688 h 5144694"/>
                  <a:gd name="connsiteX23" fmla="*/ 3061778 w 5926286"/>
                  <a:gd name="connsiteY23" fmla="*/ 5144695 h 5144694"/>
                  <a:gd name="connsiteX24" fmla="*/ 173617 w 5926286"/>
                  <a:gd name="connsiteY24" fmla="*/ 2738905 h 5144694"/>
                  <a:gd name="connsiteX25" fmla="*/ 34731 w 5926286"/>
                  <a:gd name="connsiteY25" fmla="*/ 2787529 h 5144694"/>
                  <a:gd name="connsiteX26" fmla="*/ 79639 w 5926286"/>
                  <a:gd name="connsiteY26" fmla="*/ 3078964 h 5144694"/>
                  <a:gd name="connsiteX27" fmla="*/ 1365657 w 5926286"/>
                  <a:gd name="connsiteY27" fmla="*/ 4390209 h 5144694"/>
                  <a:gd name="connsiteX28" fmla="*/ 3142004 w 5926286"/>
                  <a:gd name="connsiteY28" fmla="*/ 5131148 h 5144694"/>
                  <a:gd name="connsiteX29" fmla="*/ 3142004 w 5926286"/>
                  <a:gd name="connsiteY29" fmla="*/ 5131148 h 5144694"/>
                  <a:gd name="connsiteX30" fmla="*/ 4767432 w 5926286"/>
                  <a:gd name="connsiteY30" fmla="*/ 4189810 h 5144694"/>
                  <a:gd name="connsiteX31" fmla="*/ 5863751 w 5926286"/>
                  <a:gd name="connsiteY31" fmla="*/ 2736825 h 5144694"/>
                  <a:gd name="connsiteX32" fmla="*/ 5874520 w 5926286"/>
                  <a:gd name="connsiteY32" fmla="*/ 2384147 h 5144694"/>
                  <a:gd name="connsiteX33" fmla="*/ 5514330 w 5926286"/>
                  <a:gd name="connsiteY33" fmla="*/ 2382011 h 5144694"/>
                  <a:gd name="connsiteX34" fmla="*/ 4825640 w 5926286"/>
                  <a:gd name="connsiteY34" fmla="*/ 2512368 h 5144694"/>
                  <a:gd name="connsiteX35" fmla="*/ 4825078 w 5926286"/>
                  <a:gd name="connsiteY35" fmla="*/ 2512368 h 5144694"/>
                  <a:gd name="connsiteX36" fmla="*/ 4345152 w 5926286"/>
                  <a:gd name="connsiteY36" fmla="*/ 2401461 h 5144694"/>
                  <a:gd name="connsiteX37" fmla="*/ 3893346 w 5926286"/>
                  <a:gd name="connsiteY37" fmla="*/ 1873455 h 5144694"/>
                  <a:gd name="connsiteX38" fmla="*/ 3655674 w 5926286"/>
                  <a:gd name="connsiteY38" fmla="*/ 1136451 h 5144694"/>
                  <a:gd name="connsiteX39" fmla="*/ 3368006 w 5926286"/>
                  <a:gd name="connsiteY39" fmla="*/ 330052 h 5144694"/>
                  <a:gd name="connsiteX40" fmla="*/ 2752316 w 5926286"/>
                  <a:gd name="connsiteY40" fmla="*/ 13181 h 5144694"/>
                  <a:gd name="connsiteX41" fmla="*/ 2274386 w 5926286"/>
                  <a:gd name="connsiteY41" fmla="*/ 422465 h 5144694"/>
                  <a:gd name="connsiteX42" fmla="*/ 2235749 w 5926286"/>
                  <a:gd name="connsiteY42" fmla="*/ 1279709 h 5144694"/>
                  <a:gd name="connsiteX43" fmla="*/ 2219215 w 5926286"/>
                  <a:gd name="connsiteY43" fmla="*/ 2099711 h 5144694"/>
                  <a:gd name="connsiteX44" fmla="*/ 2119557 w 5926286"/>
                  <a:gd name="connsiteY44" fmla="*/ 2452052 h 5144694"/>
                  <a:gd name="connsiteX45" fmla="*/ 1909275 w 5926286"/>
                  <a:gd name="connsiteY45" fmla="*/ 2723981 h 5144694"/>
                  <a:gd name="connsiteX46" fmla="*/ 380271 w 5926286"/>
                  <a:gd name="connsiteY46" fmla="*/ 2772464 h 5144694"/>
                  <a:gd name="connsiteX47" fmla="*/ 173673 w 5926286"/>
                  <a:gd name="connsiteY47" fmla="*/ 2738933 h 514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926286" h="5144694">
                    <a:moveTo>
                      <a:pt x="3061778" y="5144695"/>
                    </a:moveTo>
                    <a:cubicBezTo>
                      <a:pt x="2838532" y="5144695"/>
                      <a:pt x="2576875" y="5079039"/>
                      <a:pt x="2282401" y="4949019"/>
                    </a:cubicBezTo>
                    <a:cubicBezTo>
                      <a:pt x="1994929" y="4822091"/>
                      <a:pt x="1675765" y="4631783"/>
                      <a:pt x="1359414" y="4398725"/>
                    </a:cubicBezTo>
                    <a:cubicBezTo>
                      <a:pt x="1071801" y="4186831"/>
                      <a:pt x="795324" y="3947197"/>
                      <a:pt x="559847" y="3705679"/>
                    </a:cubicBezTo>
                    <a:cubicBezTo>
                      <a:pt x="333227" y="3473240"/>
                      <a:pt x="159360" y="3252408"/>
                      <a:pt x="70303" y="3083911"/>
                    </a:cubicBezTo>
                    <a:cubicBezTo>
                      <a:pt x="-5255" y="2940934"/>
                      <a:pt x="-19990" y="2838992"/>
                      <a:pt x="26492" y="2780924"/>
                    </a:cubicBezTo>
                    <a:cubicBezTo>
                      <a:pt x="76827" y="2718050"/>
                      <a:pt x="196788" y="2711755"/>
                      <a:pt x="382999" y="2762234"/>
                    </a:cubicBezTo>
                    <a:cubicBezTo>
                      <a:pt x="764702" y="2865721"/>
                      <a:pt x="1088561" y="2911366"/>
                      <a:pt x="1345607" y="2897931"/>
                    </a:cubicBezTo>
                    <a:cubicBezTo>
                      <a:pt x="1581647" y="2885592"/>
                      <a:pt x="1763866" y="2825979"/>
                      <a:pt x="1902638" y="2715661"/>
                    </a:cubicBezTo>
                    <a:cubicBezTo>
                      <a:pt x="2066073" y="2585754"/>
                      <a:pt x="2166180" y="2383754"/>
                      <a:pt x="2208670" y="2098081"/>
                    </a:cubicBezTo>
                    <a:cubicBezTo>
                      <a:pt x="2246379" y="1844646"/>
                      <a:pt x="2235552" y="1557624"/>
                      <a:pt x="2225092" y="1280046"/>
                    </a:cubicBezTo>
                    <a:cubicBezTo>
                      <a:pt x="2212944" y="957779"/>
                      <a:pt x="2201471" y="653387"/>
                      <a:pt x="2264094" y="419683"/>
                    </a:cubicBezTo>
                    <a:cubicBezTo>
                      <a:pt x="2297810" y="293823"/>
                      <a:pt x="2350086" y="199498"/>
                      <a:pt x="2423873" y="131340"/>
                    </a:cubicBezTo>
                    <a:cubicBezTo>
                      <a:pt x="2506265" y="55228"/>
                      <a:pt x="2613431" y="13125"/>
                      <a:pt x="2751444" y="2613"/>
                    </a:cubicBezTo>
                    <a:cubicBezTo>
                      <a:pt x="3357517" y="-43510"/>
                      <a:pt x="3507285" y="528342"/>
                      <a:pt x="3665854" y="1133724"/>
                    </a:cubicBezTo>
                    <a:cubicBezTo>
                      <a:pt x="3799115" y="1642533"/>
                      <a:pt x="3936932" y="2168656"/>
                      <a:pt x="4350157" y="2392101"/>
                    </a:cubicBezTo>
                    <a:cubicBezTo>
                      <a:pt x="4633130" y="2545112"/>
                      <a:pt x="5012836" y="2538535"/>
                      <a:pt x="5510984" y="2371949"/>
                    </a:cubicBezTo>
                    <a:cubicBezTo>
                      <a:pt x="5695143" y="2310368"/>
                      <a:pt x="5820024" y="2311998"/>
                      <a:pt x="5882169" y="2376812"/>
                    </a:cubicBezTo>
                    <a:cubicBezTo>
                      <a:pt x="5913664" y="2409668"/>
                      <a:pt x="5928427" y="2458545"/>
                      <a:pt x="5926036" y="2522065"/>
                    </a:cubicBezTo>
                    <a:cubicBezTo>
                      <a:pt x="5923759" y="2582156"/>
                      <a:pt x="5906155" y="2655682"/>
                      <a:pt x="5873649" y="2740564"/>
                    </a:cubicBezTo>
                    <a:cubicBezTo>
                      <a:pt x="5725512" y="3127644"/>
                      <a:pt x="5283914" y="3713099"/>
                      <a:pt x="4774743" y="4197456"/>
                    </a:cubicBezTo>
                    <a:cubicBezTo>
                      <a:pt x="4499475" y="4459294"/>
                      <a:pt x="4214815" y="4681840"/>
                      <a:pt x="3951526" y="4840950"/>
                    </a:cubicBezTo>
                    <a:cubicBezTo>
                      <a:pt x="3651119" y="5022517"/>
                      <a:pt x="3379029" y="5123700"/>
                      <a:pt x="3142820" y="5141688"/>
                    </a:cubicBezTo>
                    <a:cubicBezTo>
                      <a:pt x="3116415" y="5143683"/>
                      <a:pt x="3089392" y="5144695"/>
                      <a:pt x="3061778" y="5144695"/>
                    </a:cubicBezTo>
                    <a:close/>
                    <a:moveTo>
                      <a:pt x="173617" y="2738905"/>
                    </a:moveTo>
                    <a:cubicBezTo>
                      <a:pt x="107141" y="2738905"/>
                      <a:pt x="60658" y="2755123"/>
                      <a:pt x="34731" y="2787529"/>
                    </a:cubicBezTo>
                    <a:cubicBezTo>
                      <a:pt x="-8264" y="2841241"/>
                      <a:pt x="7258" y="2942002"/>
                      <a:pt x="79639" y="3078964"/>
                    </a:cubicBezTo>
                    <a:cubicBezTo>
                      <a:pt x="265007" y="3429759"/>
                      <a:pt x="793862" y="3968979"/>
                      <a:pt x="1365657" y="4390209"/>
                    </a:cubicBezTo>
                    <a:cubicBezTo>
                      <a:pt x="1768196" y="4686759"/>
                      <a:pt x="2534244" y="5177383"/>
                      <a:pt x="3142004" y="5131148"/>
                    </a:cubicBezTo>
                    <a:lnTo>
                      <a:pt x="3142004" y="5131148"/>
                    </a:lnTo>
                    <a:cubicBezTo>
                      <a:pt x="3743297" y="5085391"/>
                      <a:pt x="4418489" y="4521719"/>
                      <a:pt x="4767432" y="4189810"/>
                    </a:cubicBezTo>
                    <a:cubicBezTo>
                      <a:pt x="5275562" y="3706466"/>
                      <a:pt x="5716148" y="3122557"/>
                      <a:pt x="5863751" y="2736825"/>
                    </a:cubicBezTo>
                    <a:cubicBezTo>
                      <a:pt x="5928877" y="2566670"/>
                      <a:pt x="5932589" y="2444716"/>
                      <a:pt x="5874520" y="2384147"/>
                    </a:cubicBezTo>
                    <a:cubicBezTo>
                      <a:pt x="5815441" y="2322538"/>
                      <a:pt x="5694271" y="2321836"/>
                      <a:pt x="5514330" y="2382011"/>
                    </a:cubicBezTo>
                    <a:cubicBezTo>
                      <a:pt x="5255681" y="2468494"/>
                      <a:pt x="5023971" y="2512368"/>
                      <a:pt x="4825640" y="2512368"/>
                    </a:cubicBezTo>
                    <a:lnTo>
                      <a:pt x="4825078" y="2512368"/>
                    </a:lnTo>
                    <a:cubicBezTo>
                      <a:pt x="4642578" y="2512284"/>
                      <a:pt x="4481113" y="2474959"/>
                      <a:pt x="4345152" y="2401461"/>
                    </a:cubicBezTo>
                    <a:cubicBezTo>
                      <a:pt x="4158237" y="2300390"/>
                      <a:pt x="4010438" y="2127677"/>
                      <a:pt x="3893346" y="1873455"/>
                    </a:cubicBezTo>
                    <a:cubicBezTo>
                      <a:pt x="3789864" y="1648829"/>
                      <a:pt x="3721644" y="1388368"/>
                      <a:pt x="3655674" y="1136451"/>
                    </a:cubicBezTo>
                    <a:cubicBezTo>
                      <a:pt x="3575504" y="830345"/>
                      <a:pt x="3499749" y="541187"/>
                      <a:pt x="3368006" y="330052"/>
                    </a:cubicBezTo>
                    <a:cubicBezTo>
                      <a:pt x="3220178" y="93172"/>
                      <a:pt x="3024519" y="-7505"/>
                      <a:pt x="2752316" y="13181"/>
                    </a:cubicBezTo>
                    <a:cubicBezTo>
                      <a:pt x="2495804" y="32687"/>
                      <a:pt x="2343955" y="162735"/>
                      <a:pt x="2274386" y="422465"/>
                    </a:cubicBezTo>
                    <a:cubicBezTo>
                      <a:pt x="2212185" y="654624"/>
                      <a:pt x="2223630" y="958257"/>
                      <a:pt x="2235749" y="1279709"/>
                    </a:cubicBezTo>
                    <a:cubicBezTo>
                      <a:pt x="2246238" y="1557765"/>
                      <a:pt x="2257064" y="1845292"/>
                      <a:pt x="2219215" y="2099711"/>
                    </a:cubicBezTo>
                    <a:cubicBezTo>
                      <a:pt x="2198743" y="2237376"/>
                      <a:pt x="2166152" y="2352640"/>
                      <a:pt x="2119557" y="2452052"/>
                    </a:cubicBezTo>
                    <a:cubicBezTo>
                      <a:pt x="2066916" y="2564421"/>
                      <a:pt x="1998134" y="2653378"/>
                      <a:pt x="1909275" y="2723981"/>
                    </a:cubicBezTo>
                    <a:cubicBezTo>
                      <a:pt x="1616966" y="2956280"/>
                      <a:pt x="1116850" y="2972132"/>
                      <a:pt x="380271" y="2772464"/>
                    </a:cubicBezTo>
                    <a:cubicBezTo>
                      <a:pt x="297823" y="2750120"/>
                      <a:pt x="228873" y="2738933"/>
                      <a:pt x="173673" y="273893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33DF8A94-ECF3-F019-9606-26A1807CD1BC}"/>
                  </a:ext>
                </a:extLst>
              </p:cNvPr>
              <p:cNvSpPr/>
              <p:nvPr/>
            </p:nvSpPr>
            <p:spPr>
              <a:xfrm>
                <a:off x="-1144478" y="599546"/>
                <a:ext cx="5888842" cy="5142856"/>
              </a:xfrm>
              <a:custGeom>
                <a:avLst/>
                <a:gdLst>
                  <a:gd name="connsiteX0" fmla="*/ 2962430 w 5888842"/>
                  <a:gd name="connsiteY0" fmla="*/ 5142856 h 5142856"/>
                  <a:gd name="connsiteX1" fmla="*/ 2123411 w 5888842"/>
                  <a:gd name="connsiteY1" fmla="*/ 4959884 h 5142856"/>
                  <a:gd name="connsiteX2" fmla="*/ 1242463 w 5888842"/>
                  <a:gd name="connsiteY2" fmla="*/ 4436179 h 5142856"/>
                  <a:gd name="connsiteX3" fmla="*/ 527875 w 5888842"/>
                  <a:gd name="connsiteY3" fmla="*/ 3762273 h 5142856"/>
                  <a:gd name="connsiteX4" fmla="*/ 87767 w 5888842"/>
                  <a:gd name="connsiteY4" fmla="*/ 3131033 h 5142856"/>
                  <a:gd name="connsiteX5" fmla="*/ 35211 w 5888842"/>
                  <a:gd name="connsiteY5" fmla="*/ 2728072 h 5142856"/>
                  <a:gd name="connsiteX6" fmla="*/ 357580 w 5888842"/>
                  <a:gd name="connsiteY6" fmla="*/ 2720624 h 5142856"/>
                  <a:gd name="connsiteX7" fmla="*/ 1723542 w 5888842"/>
                  <a:gd name="connsiteY7" fmla="*/ 2758989 h 5142856"/>
                  <a:gd name="connsiteX8" fmla="*/ 2101871 w 5888842"/>
                  <a:gd name="connsiteY8" fmla="*/ 1345606 h 5142856"/>
                  <a:gd name="connsiteX9" fmla="*/ 2182378 w 5888842"/>
                  <a:gd name="connsiteY9" fmla="*/ 449464 h 5142856"/>
                  <a:gd name="connsiteX10" fmla="*/ 2355317 w 5888842"/>
                  <a:gd name="connsiteY10" fmla="*/ 144594 h 5142856"/>
                  <a:gd name="connsiteX11" fmla="*/ 2687669 w 5888842"/>
                  <a:gd name="connsiteY11" fmla="*/ 5271 h 5142856"/>
                  <a:gd name="connsiteX12" fmla="*/ 3155419 w 5888842"/>
                  <a:gd name="connsiteY12" fmla="*/ 73879 h 5142856"/>
                  <a:gd name="connsiteX13" fmla="*/ 3454842 w 5888842"/>
                  <a:gd name="connsiteY13" fmla="*/ 340636 h 5142856"/>
                  <a:gd name="connsiteX14" fmla="*/ 3773358 w 5888842"/>
                  <a:gd name="connsiteY14" fmla="*/ 1210049 h 5142856"/>
                  <a:gd name="connsiteX15" fmla="*/ 4401506 w 5888842"/>
                  <a:gd name="connsiteY15" fmla="*/ 2403669 h 5142856"/>
                  <a:gd name="connsiteX16" fmla="*/ 5452157 w 5888842"/>
                  <a:gd name="connsiteY16" fmla="*/ 2434193 h 5142856"/>
                  <a:gd name="connsiteX17" fmla="*/ 5836222 w 5888842"/>
                  <a:gd name="connsiteY17" fmla="*/ 2469972 h 5142856"/>
                  <a:gd name="connsiteX18" fmla="*/ 5810689 w 5888842"/>
                  <a:gd name="connsiteY18" fmla="*/ 2954891 h 5142856"/>
                  <a:gd name="connsiteX19" fmla="*/ 5411158 w 5888842"/>
                  <a:gd name="connsiteY19" fmla="*/ 3613675 h 5142856"/>
                  <a:gd name="connsiteX20" fmla="*/ 4756803 w 5888842"/>
                  <a:gd name="connsiteY20" fmla="*/ 4311049 h 5142856"/>
                  <a:gd name="connsiteX21" fmla="*/ 3942501 w 5888842"/>
                  <a:gd name="connsiteY21" fmla="*/ 4876718 h 5142856"/>
                  <a:gd name="connsiteX22" fmla="*/ 3062848 w 5888842"/>
                  <a:gd name="connsiteY22" fmla="*/ 5139821 h 5142856"/>
                  <a:gd name="connsiteX23" fmla="*/ 3062848 w 5888842"/>
                  <a:gd name="connsiteY23" fmla="*/ 5139821 h 5142856"/>
                  <a:gd name="connsiteX24" fmla="*/ 2962458 w 5888842"/>
                  <a:gd name="connsiteY24" fmla="*/ 5142856 h 5142856"/>
                  <a:gd name="connsiteX25" fmla="*/ 163129 w 5888842"/>
                  <a:gd name="connsiteY25" fmla="*/ 2691394 h 5142856"/>
                  <a:gd name="connsiteX26" fmla="*/ 153596 w 5888842"/>
                  <a:gd name="connsiteY26" fmla="*/ 2691534 h 5142856"/>
                  <a:gd name="connsiteX27" fmla="*/ 42775 w 5888842"/>
                  <a:gd name="connsiteY27" fmla="*/ 2734705 h 5142856"/>
                  <a:gd name="connsiteX28" fmla="*/ 96822 w 5888842"/>
                  <a:gd name="connsiteY28" fmla="*/ 3126564 h 5142856"/>
                  <a:gd name="connsiteX29" fmla="*/ 1248622 w 5888842"/>
                  <a:gd name="connsiteY29" fmla="*/ 4428169 h 5142856"/>
                  <a:gd name="connsiteX30" fmla="*/ 3062201 w 5888842"/>
                  <a:gd name="connsiteY30" fmla="*/ 5129731 h 5142856"/>
                  <a:gd name="connsiteX31" fmla="*/ 3062201 w 5888842"/>
                  <a:gd name="connsiteY31" fmla="*/ 5129731 h 5142856"/>
                  <a:gd name="connsiteX32" fmla="*/ 4750139 w 5888842"/>
                  <a:gd name="connsiteY32" fmla="*/ 4303433 h 5142856"/>
                  <a:gd name="connsiteX33" fmla="*/ 5801353 w 5888842"/>
                  <a:gd name="connsiteY33" fmla="*/ 2950984 h 5142856"/>
                  <a:gd name="connsiteX34" fmla="*/ 5877559 w 5888842"/>
                  <a:gd name="connsiteY34" fmla="*/ 2664777 h 5142856"/>
                  <a:gd name="connsiteX35" fmla="*/ 5828686 w 5888842"/>
                  <a:gd name="connsiteY35" fmla="*/ 2476605 h 5142856"/>
                  <a:gd name="connsiteX36" fmla="*/ 5454885 w 5888842"/>
                  <a:gd name="connsiteY36" fmla="*/ 2443833 h 5142856"/>
                  <a:gd name="connsiteX37" fmla="*/ 4892146 w 5888842"/>
                  <a:gd name="connsiteY37" fmla="*/ 2532340 h 5142856"/>
                  <a:gd name="connsiteX38" fmla="*/ 4396472 w 5888842"/>
                  <a:gd name="connsiteY38" fmla="*/ 2412326 h 5142856"/>
                  <a:gd name="connsiteX39" fmla="*/ 3763601 w 5888842"/>
                  <a:gd name="connsiteY39" fmla="*/ 1212466 h 5142856"/>
                  <a:gd name="connsiteX40" fmla="*/ 3446490 w 5888842"/>
                  <a:gd name="connsiteY40" fmla="*/ 346229 h 5142856"/>
                  <a:gd name="connsiteX41" fmla="*/ 2688569 w 5888842"/>
                  <a:gd name="connsiteY41" fmla="*/ 15249 h 5142856"/>
                  <a:gd name="connsiteX42" fmla="*/ 2111938 w 5888842"/>
                  <a:gd name="connsiteY42" fmla="*/ 1345662 h 5142856"/>
                  <a:gd name="connsiteX43" fmla="*/ 1729363 w 5888842"/>
                  <a:gd name="connsiteY43" fmla="*/ 2767168 h 5142856"/>
                  <a:gd name="connsiteX44" fmla="*/ 1220389 w 5888842"/>
                  <a:gd name="connsiteY44" fmla="*/ 2905733 h 5142856"/>
                  <a:gd name="connsiteX45" fmla="*/ 354318 w 5888842"/>
                  <a:gd name="connsiteY45" fmla="*/ 2730096 h 5142856"/>
                  <a:gd name="connsiteX46" fmla="*/ 163129 w 5888842"/>
                  <a:gd name="connsiteY46" fmla="*/ 2691337 h 5142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5888842" h="5142856">
                    <a:moveTo>
                      <a:pt x="2962430" y="5142856"/>
                    </a:moveTo>
                    <a:cubicBezTo>
                      <a:pt x="2698889" y="5142856"/>
                      <a:pt x="2417210" y="5081472"/>
                      <a:pt x="2123411" y="4959884"/>
                    </a:cubicBezTo>
                    <a:cubicBezTo>
                      <a:pt x="1832396" y="4839420"/>
                      <a:pt x="1535981" y="4663222"/>
                      <a:pt x="1242463" y="4436179"/>
                    </a:cubicBezTo>
                    <a:cubicBezTo>
                      <a:pt x="985558" y="4237467"/>
                      <a:pt x="738467" y="4004437"/>
                      <a:pt x="527875" y="3762273"/>
                    </a:cubicBezTo>
                    <a:cubicBezTo>
                      <a:pt x="334099" y="3539446"/>
                      <a:pt x="177808" y="3315270"/>
                      <a:pt x="87767" y="3131033"/>
                    </a:cubicBezTo>
                    <a:cubicBezTo>
                      <a:pt x="-7391" y="2936284"/>
                      <a:pt x="-25585" y="2796961"/>
                      <a:pt x="35211" y="2728072"/>
                    </a:cubicBezTo>
                    <a:cubicBezTo>
                      <a:pt x="88105" y="2668122"/>
                      <a:pt x="196564" y="2665620"/>
                      <a:pt x="357580" y="2720624"/>
                    </a:cubicBezTo>
                    <a:cubicBezTo>
                      <a:pt x="1001868" y="2940697"/>
                      <a:pt x="1448668" y="2953260"/>
                      <a:pt x="1723542" y="2758989"/>
                    </a:cubicBezTo>
                    <a:cubicBezTo>
                      <a:pt x="2089723" y="2500186"/>
                      <a:pt x="2095881" y="1913242"/>
                      <a:pt x="2101871" y="1345606"/>
                    </a:cubicBezTo>
                    <a:cubicBezTo>
                      <a:pt x="2105386" y="1011253"/>
                      <a:pt x="2108704" y="695450"/>
                      <a:pt x="2182378" y="449464"/>
                    </a:cubicBezTo>
                    <a:cubicBezTo>
                      <a:pt x="2222084" y="316886"/>
                      <a:pt x="2278662" y="217165"/>
                      <a:pt x="2355317" y="144594"/>
                    </a:cubicBezTo>
                    <a:cubicBezTo>
                      <a:pt x="2441140" y="63339"/>
                      <a:pt x="2549852" y="17750"/>
                      <a:pt x="2687669" y="5271"/>
                    </a:cubicBezTo>
                    <a:cubicBezTo>
                      <a:pt x="2870731" y="-11312"/>
                      <a:pt x="3023704" y="11145"/>
                      <a:pt x="3155419" y="73879"/>
                    </a:cubicBezTo>
                    <a:cubicBezTo>
                      <a:pt x="3273130" y="129951"/>
                      <a:pt x="3371072" y="217193"/>
                      <a:pt x="3454842" y="340636"/>
                    </a:cubicBezTo>
                    <a:cubicBezTo>
                      <a:pt x="3610290" y="569646"/>
                      <a:pt x="3689504" y="880727"/>
                      <a:pt x="3773358" y="1210049"/>
                    </a:cubicBezTo>
                    <a:cubicBezTo>
                      <a:pt x="3895315" y="1688981"/>
                      <a:pt x="4021434" y="2184243"/>
                      <a:pt x="4401506" y="2403669"/>
                    </a:cubicBezTo>
                    <a:cubicBezTo>
                      <a:pt x="4656752" y="2551059"/>
                      <a:pt x="5000436" y="2561036"/>
                      <a:pt x="5452157" y="2434193"/>
                    </a:cubicBezTo>
                    <a:cubicBezTo>
                      <a:pt x="5639184" y="2381690"/>
                      <a:pt x="5768396" y="2393719"/>
                      <a:pt x="5836222" y="2469972"/>
                    </a:cubicBezTo>
                    <a:cubicBezTo>
                      <a:pt x="5914199" y="2557608"/>
                      <a:pt x="5905369" y="2725290"/>
                      <a:pt x="5810689" y="2954891"/>
                    </a:cubicBezTo>
                    <a:cubicBezTo>
                      <a:pt x="5729844" y="3150904"/>
                      <a:pt x="5591690" y="3378734"/>
                      <a:pt x="5411158" y="3613675"/>
                    </a:cubicBezTo>
                    <a:cubicBezTo>
                      <a:pt x="5222388" y="3859353"/>
                      <a:pt x="4996106" y="4100505"/>
                      <a:pt x="4756803" y="4311049"/>
                    </a:cubicBezTo>
                    <a:cubicBezTo>
                      <a:pt x="4489493" y="4546243"/>
                      <a:pt x="4215519" y="4736551"/>
                      <a:pt x="3942501" y="4876718"/>
                    </a:cubicBezTo>
                    <a:cubicBezTo>
                      <a:pt x="3635907" y="5034113"/>
                      <a:pt x="3339943" y="5122648"/>
                      <a:pt x="3062848" y="5139821"/>
                    </a:cubicBezTo>
                    <a:lnTo>
                      <a:pt x="3062848" y="5139821"/>
                    </a:lnTo>
                    <a:cubicBezTo>
                      <a:pt x="3029694" y="5141845"/>
                      <a:pt x="2996203" y="5142856"/>
                      <a:pt x="2962458" y="5142856"/>
                    </a:cubicBezTo>
                    <a:close/>
                    <a:moveTo>
                      <a:pt x="163129" y="2691394"/>
                    </a:moveTo>
                    <a:cubicBezTo>
                      <a:pt x="159895" y="2691394"/>
                      <a:pt x="156718" y="2691450"/>
                      <a:pt x="153596" y="2691534"/>
                    </a:cubicBezTo>
                    <a:cubicBezTo>
                      <a:pt x="103908" y="2693164"/>
                      <a:pt x="66621" y="2707695"/>
                      <a:pt x="42775" y="2734705"/>
                    </a:cubicBezTo>
                    <a:cubicBezTo>
                      <a:pt x="-14281" y="2799350"/>
                      <a:pt x="4925" y="2938505"/>
                      <a:pt x="96822" y="3126564"/>
                    </a:cubicBezTo>
                    <a:cubicBezTo>
                      <a:pt x="257444" y="3455240"/>
                      <a:pt x="675871" y="3985156"/>
                      <a:pt x="1248622" y="4428169"/>
                    </a:cubicBezTo>
                    <a:cubicBezTo>
                      <a:pt x="1692554" y="4771544"/>
                      <a:pt x="2367521" y="5172003"/>
                      <a:pt x="3062201" y="5129731"/>
                    </a:cubicBezTo>
                    <a:lnTo>
                      <a:pt x="3062201" y="5129731"/>
                    </a:lnTo>
                    <a:cubicBezTo>
                      <a:pt x="3581635" y="5097521"/>
                      <a:pt x="4181100" y="4804063"/>
                      <a:pt x="4750139" y="4303433"/>
                    </a:cubicBezTo>
                    <a:cubicBezTo>
                      <a:pt x="5220589" y="3889539"/>
                      <a:pt x="5633223" y="3358666"/>
                      <a:pt x="5801353" y="2950984"/>
                    </a:cubicBezTo>
                    <a:cubicBezTo>
                      <a:pt x="5846683" y="2841060"/>
                      <a:pt x="5872328" y="2744768"/>
                      <a:pt x="5877559" y="2664777"/>
                    </a:cubicBezTo>
                    <a:cubicBezTo>
                      <a:pt x="5882929" y="2582425"/>
                      <a:pt x="5866508" y="2519130"/>
                      <a:pt x="5828686" y="2476605"/>
                    </a:cubicBezTo>
                    <a:cubicBezTo>
                      <a:pt x="5763616" y="2403472"/>
                      <a:pt x="5637863" y="2392455"/>
                      <a:pt x="5454885" y="2443833"/>
                    </a:cubicBezTo>
                    <a:cubicBezTo>
                      <a:pt x="5244856" y="2502800"/>
                      <a:pt x="5057885" y="2532340"/>
                      <a:pt x="4892146" y="2532340"/>
                    </a:cubicBezTo>
                    <a:cubicBezTo>
                      <a:pt x="4699269" y="2532340"/>
                      <a:pt x="4535076" y="2492373"/>
                      <a:pt x="4396472" y="2412326"/>
                    </a:cubicBezTo>
                    <a:cubicBezTo>
                      <a:pt x="4012745" y="2190764"/>
                      <a:pt x="3886092" y="1693422"/>
                      <a:pt x="3763601" y="1212466"/>
                    </a:cubicBezTo>
                    <a:cubicBezTo>
                      <a:pt x="3679971" y="884016"/>
                      <a:pt x="3600954" y="573778"/>
                      <a:pt x="3446490" y="346229"/>
                    </a:cubicBezTo>
                    <a:cubicBezTo>
                      <a:pt x="3272145" y="89393"/>
                      <a:pt x="3031297" y="-15781"/>
                      <a:pt x="2688569" y="15249"/>
                    </a:cubicBezTo>
                    <a:cubicBezTo>
                      <a:pt x="2125379" y="66234"/>
                      <a:pt x="2118855" y="687693"/>
                      <a:pt x="2111938" y="1345662"/>
                    </a:cubicBezTo>
                    <a:cubicBezTo>
                      <a:pt x="2105948" y="1915827"/>
                      <a:pt x="2099734" y="2505414"/>
                      <a:pt x="1729363" y="2767168"/>
                    </a:cubicBezTo>
                    <a:cubicBezTo>
                      <a:pt x="1598717" y="2859526"/>
                      <a:pt x="1429912" y="2905733"/>
                      <a:pt x="1220389" y="2905733"/>
                    </a:cubicBezTo>
                    <a:cubicBezTo>
                      <a:pt x="984602" y="2905733"/>
                      <a:pt x="697214" y="2847215"/>
                      <a:pt x="354318" y="2730096"/>
                    </a:cubicBezTo>
                    <a:cubicBezTo>
                      <a:pt x="278956" y="2704351"/>
                      <a:pt x="214701" y="2691337"/>
                      <a:pt x="163129" y="2691337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566BFE98-0C44-4348-7767-C1226F3A2AAE}"/>
                  </a:ext>
                </a:extLst>
              </p:cNvPr>
              <p:cNvSpPr/>
              <p:nvPr/>
            </p:nvSpPr>
            <p:spPr>
              <a:xfrm>
                <a:off x="-1085825" y="637291"/>
                <a:ext cx="5865740" cy="5142043"/>
              </a:xfrm>
              <a:custGeom>
                <a:avLst/>
                <a:gdLst>
                  <a:gd name="connsiteX0" fmla="*/ 2871664 w 5865740"/>
                  <a:gd name="connsiteY0" fmla="*/ 5142044 h 5142043"/>
                  <a:gd name="connsiteX1" fmla="*/ 1989283 w 5865740"/>
                  <a:gd name="connsiteY1" fmla="*/ 4976610 h 5142043"/>
                  <a:gd name="connsiteX2" fmla="*/ 1144330 w 5865740"/>
                  <a:gd name="connsiteY2" fmla="*/ 4491860 h 5142043"/>
                  <a:gd name="connsiteX3" fmla="*/ 501757 w 5865740"/>
                  <a:gd name="connsiteY3" fmla="*/ 3851064 h 5142043"/>
                  <a:gd name="connsiteX4" fmla="*/ 106979 w 5865740"/>
                  <a:gd name="connsiteY4" fmla="*/ 3220076 h 5142043"/>
                  <a:gd name="connsiteX5" fmla="*/ 48657 w 5865740"/>
                  <a:gd name="connsiteY5" fmla="*/ 2675123 h 5142043"/>
                  <a:gd name="connsiteX6" fmla="*/ 161532 w 5865740"/>
                  <a:gd name="connsiteY6" fmla="*/ 2634256 h 5142043"/>
                  <a:gd name="connsiteX7" fmla="*/ 340432 w 5865740"/>
                  <a:gd name="connsiteY7" fmla="*/ 2680069 h 5142043"/>
                  <a:gd name="connsiteX8" fmla="*/ 1544423 w 5865740"/>
                  <a:gd name="connsiteY8" fmla="*/ 2804131 h 5142043"/>
                  <a:gd name="connsiteX9" fmla="*/ 1883383 w 5865740"/>
                  <a:gd name="connsiteY9" fmla="*/ 2245658 h 5142043"/>
                  <a:gd name="connsiteX10" fmla="*/ 1977416 w 5865740"/>
                  <a:gd name="connsiteY10" fmla="*/ 1418179 h 5142043"/>
                  <a:gd name="connsiteX11" fmla="*/ 2105081 w 5865740"/>
                  <a:gd name="connsiteY11" fmla="*/ 481732 h 5142043"/>
                  <a:gd name="connsiteX12" fmla="*/ 2293571 w 5865740"/>
                  <a:gd name="connsiteY12" fmla="*/ 158734 h 5142043"/>
                  <a:gd name="connsiteX13" fmla="*/ 2632137 w 5865740"/>
                  <a:gd name="connsiteY13" fmla="*/ 8927 h 5142043"/>
                  <a:gd name="connsiteX14" fmla="*/ 3195973 w 5865740"/>
                  <a:gd name="connsiteY14" fmla="*/ 71633 h 5142043"/>
                  <a:gd name="connsiteX15" fmla="*/ 3545788 w 5865740"/>
                  <a:gd name="connsiteY15" fmla="*/ 353174 h 5142043"/>
                  <a:gd name="connsiteX16" fmla="*/ 3885957 w 5865740"/>
                  <a:gd name="connsiteY16" fmla="*/ 1277591 h 5142043"/>
                  <a:gd name="connsiteX17" fmla="*/ 4275224 w 5865740"/>
                  <a:gd name="connsiteY17" fmla="*/ 2263224 h 5142043"/>
                  <a:gd name="connsiteX18" fmla="*/ 5401575 w 5865740"/>
                  <a:gd name="connsiteY18" fmla="*/ 2497434 h 5142043"/>
                  <a:gd name="connsiteX19" fmla="*/ 5651365 w 5865740"/>
                  <a:gd name="connsiteY19" fmla="*/ 2484112 h 5142043"/>
                  <a:gd name="connsiteX20" fmla="*/ 5804170 w 5865740"/>
                  <a:gd name="connsiteY20" fmla="*/ 2568768 h 5142043"/>
                  <a:gd name="connsiteX21" fmla="*/ 5761456 w 5865740"/>
                  <a:gd name="connsiteY21" fmla="*/ 3178113 h 5142043"/>
                  <a:gd name="connsiteX22" fmla="*/ 5371570 w 5865740"/>
                  <a:gd name="connsiteY22" fmla="*/ 3797099 h 5142043"/>
                  <a:gd name="connsiteX23" fmla="*/ 4743817 w 5865740"/>
                  <a:gd name="connsiteY23" fmla="*/ 4418980 h 5142043"/>
                  <a:gd name="connsiteX24" fmla="*/ 3932298 w 5865740"/>
                  <a:gd name="connsiteY24" fmla="*/ 4910729 h 5142043"/>
                  <a:gd name="connsiteX25" fmla="*/ 2991090 w 5865740"/>
                  <a:gd name="connsiteY25" fmla="*/ 5138924 h 5142043"/>
                  <a:gd name="connsiteX26" fmla="*/ 2991090 w 5865740"/>
                  <a:gd name="connsiteY26" fmla="*/ 5138924 h 5142043"/>
                  <a:gd name="connsiteX27" fmla="*/ 2871664 w 5865740"/>
                  <a:gd name="connsiteY27" fmla="*/ 5141959 h 5142043"/>
                  <a:gd name="connsiteX28" fmla="*/ 160126 w 5865740"/>
                  <a:gd name="connsiteY28" fmla="*/ 2644093 h 5142043"/>
                  <a:gd name="connsiteX29" fmla="*/ 55462 w 5865740"/>
                  <a:gd name="connsiteY29" fmla="*/ 2681896 h 5142043"/>
                  <a:gd name="connsiteX30" fmla="*/ 13170 w 5865740"/>
                  <a:gd name="connsiteY30" fmla="*/ 2882716 h 5142043"/>
                  <a:gd name="connsiteX31" fmla="*/ 115724 w 5865740"/>
                  <a:gd name="connsiteY31" fmla="*/ 3216170 h 5142043"/>
                  <a:gd name="connsiteX32" fmla="*/ 2990584 w 5865740"/>
                  <a:gd name="connsiteY32" fmla="*/ 5129424 h 5142043"/>
                  <a:gd name="connsiteX33" fmla="*/ 2990584 w 5865740"/>
                  <a:gd name="connsiteY33" fmla="*/ 5129424 h 5142043"/>
                  <a:gd name="connsiteX34" fmla="*/ 5752654 w 5865740"/>
                  <a:gd name="connsiteY34" fmla="*/ 3174291 h 5142043"/>
                  <a:gd name="connsiteX35" fmla="*/ 5854055 w 5865740"/>
                  <a:gd name="connsiteY35" fmla="*/ 2817987 h 5142043"/>
                  <a:gd name="connsiteX36" fmla="*/ 5796747 w 5865740"/>
                  <a:gd name="connsiteY36" fmla="*/ 2574867 h 5142043"/>
                  <a:gd name="connsiteX37" fmla="*/ 5403628 w 5865740"/>
                  <a:gd name="connsiteY37" fmla="*/ 2506794 h 5142043"/>
                  <a:gd name="connsiteX38" fmla="*/ 4697053 w 5865740"/>
                  <a:gd name="connsiteY38" fmla="*/ 2529953 h 5142043"/>
                  <a:gd name="connsiteX39" fmla="*/ 4267912 w 5865740"/>
                  <a:gd name="connsiteY39" fmla="*/ 2269520 h 5142043"/>
                  <a:gd name="connsiteX40" fmla="*/ 4025573 w 5865740"/>
                  <a:gd name="connsiteY40" fmla="*/ 1821083 h 5142043"/>
                  <a:gd name="connsiteX41" fmla="*/ 3876593 w 5865740"/>
                  <a:gd name="connsiteY41" fmla="*/ 1279840 h 5142043"/>
                  <a:gd name="connsiteX42" fmla="*/ 3537970 w 5865740"/>
                  <a:gd name="connsiteY42" fmla="*/ 358795 h 5142043"/>
                  <a:gd name="connsiteX43" fmla="*/ 2633037 w 5865740"/>
                  <a:gd name="connsiteY43" fmla="*/ 18455 h 5142043"/>
                  <a:gd name="connsiteX44" fmla="*/ 2114108 w 5865740"/>
                  <a:gd name="connsiteY44" fmla="*/ 484739 h 5142043"/>
                  <a:gd name="connsiteX45" fmla="*/ 1986921 w 5865740"/>
                  <a:gd name="connsiteY45" fmla="*/ 1418741 h 5142043"/>
                  <a:gd name="connsiteX46" fmla="*/ 1892662 w 5865740"/>
                  <a:gd name="connsiteY46" fmla="*/ 2247850 h 5142043"/>
                  <a:gd name="connsiteX47" fmla="*/ 1767865 w 5865740"/>
                  <a:gd name="connsiteY47" fmla="*/ 2580629 h 5142043"/>
                  <a:gd name="connsiteX48" fmla="*/ 1549400 w 5865740"/>
                  <a:gd name="connsiteY48" fmla="*/ 2812254 h 5142043"/>
                  <a:gd name="connsiteX49" fmla="*/ 336579 w 5865740"/>
                  <a:gd name="connsiteY49" fmla="*/ 2688810 h 5142043"/>
                  <a:gd name="connsiteX50" fmla="*/ 160097 w 5865740"/>
                  <a:gd name="connsiteY50" fmla="*/ 2644009 h 5142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865740" h="5142043">
                    <a:moveTo>
                      <a:pt x="2871664" y="5142044"/>
                    </a:moveTo>
                    <a:cubicBezTo>
                      <a:pt x="2576853" y="5142044"/>
                      <a:pt x="2280635" y="5086562"/>
                      <a:pt x="1989283" y="4976610"/>
                    </a:cubicBezTo>
                    <a:cubicBezTo>
                      <a:pt x="1698071" y="4866714"/>
                      <a:pt x="1413805" y="4703613"/>
                      <a:pt x="1144330" y="4491860"/>
                    </a:cubicBezTo>
                    <a:cubicBezTo>
                      <a:pt x="911045" y="4308522"/>
                      <a:pt x="688840" y="4086932"/>
                      <a:pt x="501757" y="3851064"/>
                    </a:cubicBezTo>
                    <a:cubicBezTo>
                      <a:pt x="333177" y="3638523"/>
                      <a:pt x="196654" y="3420334"/>
                      <a:pt x="106979" y="3220076"/>
                    </a:cubicBezTo>
                    <a:cubicBezTo>
                      <a:pt x="-11351" y="2955877"/>
                      <a:pt x="-32610" y="2757249"/>
                      <a:pt x="48657" y="2675123"/>
                    </a:cubicBezTo>
                    <a:cubicBezTo>
                      <a:pt x="75765" y="2647719"/>
                      <a:pt x="113784" y="2633975"/>
                      <a:pt x="161532" y="2634256"/>
                    </a:cubicBezTo>
                    <a:cubicBezTo>
                      <a:pt x="210967" y="2634565"/>
                      <a:pt x="271144" y="2649967"/>
                      <a:pt x="340432" y="2680069"/>
                    </a:cubicBezTo>
                    <a:cubicBezTo>
                      <a:pt x="894229" y="2920688"/>
                      <a:pt x="1288052" y="2961245"/>
                      <a:pt x="1544423" y="2804131"/>
                    </a:cubicBezTo>
                    <a:cubicBezTo>
                      <a:pt x="1706676" y="2704690"/>
                      <a:pt x="1817553" y="2521999"/>
                      <a:pt x="1883383" y="2245658"/>
                    </a:cubicBezTo>
                    <a:cubicBezTo>
                      <a:pt x="1942153" y="1998940"/>
                      <a:pt x="1960066" y="1703711"/>
                      <a:pt x="1977416" y="1418179"/>
                    </a:cubicBezTo>
                    <a:cubicBezTo>
                      <a:pt x="1997606" y="1085456"/>
                      <a:pt x="2018500" y="741407"/>
                      <a:pt x="2105081" y="481732"/>
                    </a:cubicBezTo>
                    <a:cubicBezTo>
                      <a:pt x="2151789" y="341650"/>
                      <a:pt x="2213428" y="235998"/>
                      <a:pt x="2293571" y="158734"/>
                    </a:cubicBezTo>
                    <a:cubicBezTo>
                      <a:pt x="2383555" y="71998"/>
                      <a:pt x="2494292" y="22981"/>
                      <a:pt x="2632137" y="8927"/>
                    </a:cubicBezTo>
                    <a:cubicBezTo>
                      <a:pt x="2854736" y="-13783"/>
                      <a:pt x="3039175" y="6735"/>
                      <a:pt x="3195973" y="71633"/>
                    </a:cubicBezTo>
                    <a:cubicBezTo>
                      <a:pt x="3335843" y="129504"/>
                      <a:pt x="3450292" y="221608"/>
                      <a:pt x="3545788" y="353174"/>
                    </a:cubicBezTo>
                    <a:cubicBezTo>
                      <a:pt x="3722804" y="596996"/>
                      <a:pt x="3805758" y="942985"/>
                      <a:pt x="3885957" y="1277591"/>
                    </a:cubicBezTo>
                    <a:cubicBezTo>
                      <a:pt x="3973270" y="1641793"/>
                      <a:pt x="4063563" y="2018390"/>
                      <a:pt x="4275224" y="2263224"/>
                    </a:cubicBezTo>
                    <a:cubicBezTo>
                      <a:pt x="4512220" y="2537373"/>
                      <a:pt x="4880649" y="2613991"/>
                      <a:pt x="5401575" y="2497434"/>
                    </a:cubicBezTo>
                    <a:cubicBezTo>
                      <a:pt x="5499067" y="2475624"/>
                      <a:pt x="5583090" y="2471155"/>
                      <a:pt x="5651365" y="2484112"/>
                    </a:cubicBezTo>
                    <a:cubicBezTo>
                      <a:pt x="5716801" y="2496535"/>
                      <a:pt x="5768205" y="2525035"/>
                      <a:pt x="5804170" y="2568768"/>
                    </a:cubicBezTo>
                    <a:cubicBezTo>
                      <a:pt x="5899048" y="2684145"/>
                      <a:pt x="5883863" y="2900563"/>
                      <a:pt x="5761456" y="3178113"/>
                    </a:cubicBezTo>
                    <a:cubicBezTo>
                      <a:pt x="5675296" y="3373481"/>
                      <a:pt x="5540460" y="3587539"/>
                      <a:pt x="5371570" y="3797099"/>
                    </a:cubicBezTo>
                    <a:cubicBezTo>
                      <a:pt x="5191180" y="4020938"/>
                      <a:pt x="4974121" y="4235980"/>
                      <a:pt x="4743817" y="4418980"/>
                    </a:cubicBezTo>
                    <a:cubicBezTo>
                      <a:pt x="4485309" y="4624410"/>
                      <a:pt x="4212263" y="4789843"/>
                      <a:pt x="3932298" y="4910729"/>
                    </a:cubicBezTo>
                    <a:cubicBezTo>
                      <a:pt x="3619462" y="5045780"/>
                      <a:pt x="3302773" y="5122566"/>
                      <a:pt x="2991090" y="5138924"/>
                    </a:cubicBezTo>
                    <a:lnTo>
                      <a:pt x="2991090" y="5138924"/>
                    </a:lnTo>
                    <a:cubicBezTo>
                      <a:pt x="2951328" y="5140948"/>
                      <a:pt x="2911482" y="5141959"/>
                      <a:pt x="2871664" y="5141959"/>
                    </a:cubicBezTo>
                    <a:close/>
                    <a:moveTo>
                      <a:pt x="160126" y="2644093"/>
                    </a:moveTo>
                    <a:cubicBezTo>
                      <a:pt x="115668" y="2644093"/>
                      <a:pt x="80405" y="2656685"/>
                      <a:pt x="55462" y="2681896"/>
                    </a:cubicBezTo>
                    <a:cubicBezTo>
                      <a:pt x="17163" y="2720599"/>
                      <a:pt x="2540" y="2790049"/>
                      <a:pt x="13170" y="2882716"/>
                    </a:cubicBezTo>
                    <a:cubicBezTo>
                      <a:pt x="23743" y="2974680"/>
                      <a:pt x="59202" y="3089972"/>
                      <a:pt x="115724" y="3216170"/>
                    </a:cubicBezTo>
                    <a:cubicBezTo>
                      <a:pt x="490284" y="4052417"/>
                      <a:pt x="1629824" y="5198987"/>
                      <a:pt x="2990584" y="5129424"/>
                    </a:cubicBezTo>
                    <a:lnTo>
                      <a:pt x="2990584" y="5129424"/>
                    </a:lnTo>
                    <a:cubicBezTo>
                      <a:pt x="4317291" y="5059776"/>
                      <a:pt x="5423058" y="3921582"/>
                      <a:pt x="5752654" y="3174291"/>
                    </a:cubicBezTo>
                    <a:cubicBezTo>
                      <a:pt x="5811735" y="3040308"/>
                      <a:pt x="5845845" y="2920435"/>
                      <a:pt x="5854055" y="2817987"/>
                    </a:cubicBezTo>
                    <a:cubicBezTo>
                      <a:pt x="5862435" y="2713122"/>
                      <a:pt x="5843145" y="2631333"/>
                      <a:pt x="5796747" y="2574867"/>
                    </a:cubicBezTo>
                    <a:cubicBezTo>
                      <a:pt x="5724844" y="2487428"/>
                      <a:pt x="5592567" y="2464522"/>
                      <a:pt x="5403628" y="2506794"/>
                    </a:cubicBezTo>
                    <a:cubicBezTo>
                      <a:pt x="5122820" y="2569611"/>
                      <a:pt x="4891701" y="2577200"/>
                      <a:pt x="4697053" y="2529953"/>
                    </a:cubicBezTo>
                    <a:cubicBezTo>
                      <a:pt x="4523327" y="2487766"/>
                      <a:pt x="4382952" y="2402575"/>
                      <a:pt x="4267912" y="2269520"/>
                    </a:cubicBezTo>
                    <a:cubicBezTo>
                      <a:pt x="4172219" y="2158837"/>
                      <a:pt x="4092949" y="2012150"/>
                      <a:pt x="4025573" y="1821083"/>
                    </a:cubicBezTo>
                    <a:cubicBezTo>
                      <a:pt x="3965593" y="1651012"/>
                      <a:pt x="3920347" y="1462334"/>
                      <a:pt x="3876593" y="1279840"/>
                    </a:cubicBezTo>
                    <a:cubicBezTo>
                      <a:pt x="3796591" y="946133"/>
                      <a:pt x="3713862" y="601072"/>
                      <a:pt x="3537970" y="358795"/>
                    </a:cubicBezTo>
                    <a:cubicBezTo>
                      <a:pt x="3341214" y="87766"/>
                      <a:pt x="3045193" y="-23564"/>
                      <a:pt x="2633037" y="18455"/>
                    </a:cubicBezTo>
                    <a:cubicBezTo>
                      <a:pt x="2376328" y="44622"/>
                      <a:pt x="2211432" y="192799"/>
                      <a:pt x="2114108" y="484739"/>
                    </a:cubicBezTo>
                    <a:cubicBezTo>
                      <a:pt x="2027948" y="743234"/>
                      <a:pt x="2007083" y="1086637"/>
                      <a:pt x="1986921" y="1418741"/>
                    </a:cubicBezTo>
                    <a:cubicBezTo>
                      <a:pt x="1969571" y="1704667"/>
                      <a:pt x="1951602" y="2000346"/>
                      <a:pt x="1892662" y="2247850"/>
                    </a:cubicBezTo>
                    <a:cubicBezTo>
                      <a:pt x="1860830" y="2381440"/>
                      <a:pt x="1820028" y="2490295"/>
                      <a:pt x="1767865" y="2580629"/>
                    </a:cubicBezTo>
                    <a:cubicBezTo>
                      <a:pt x="1709122" y="2682402"/>
                      <a:pt x="1637641" y="2758177"/>
                      <a:pt x="1549400" y="2812254"/>
                    </a:cubicBezTo>
                    <a:cubicBezTo>
                      <a:pt x="1290161" y="2971138"/>
                      <a:pt x="893442" y="2930778"/>
                      <a:pt x="336579" y="2688810"/>
                    </a:cubicBezTo>
                    <a:cubicBezTo>
                      <a:pt x="267854" y="2658961"/>
                      <a:pt x="208520" y="2644009"/>
                      <a:pt x="160097" y="264400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854E3283-E0B5-BC34-C6D8-B16124F2CC54}"/>
                  </a:ext>
                </a:extLst>
              </p:cNvPr>
              <p:cNvSpPr/>
              <p:nvPr/>
            </p:nvSpPr>
            <p:spPr>
              <a:xfrm>
                <a:off x="-997448" y="674018"/>
                <a:ext cx="5820497" cy="5142162"/>
              </a:xfrm>
              <a:custGeom>
                <a:avLst/>
                <a:gdLst>
                  <a:gd name="connsiteX0" fmla="*/ 2757923 w 5820497"/>
                  <a:gd name="connsiteY0" fmla="*/ 5142135 h 5142162"/>
                  <a:gd name="connsiteX1" fmla="*/ 1800658 w 5820497"/>
                  <a:gd name="connsiteY1" fmla="*/ 4971473 h 5142162"/>
                  <a:gd name="connsiteX2" fmla="*/ 972577 w 5820497"/>
                  <a:gd name="connsiteY2" fmla="*/ 4473513 h 5142162"/>
                  <a:gd name="connsiteX3" fmla="*/ 400586 w 5820497"/>
                  <a:gd name="connsiteY3" fmla="*/ 3815095 h 5142162"/>
                  <a:gd name="connsiteX4" fmla="*/ 79538 w 5820497"/>
                  <a:gd name="connsiteY4" fmla="*/ 3165613 h 5142162"/>
                  <a:gd name="connsiteX5" fmla="*/ 63819 w 5820497"/>
                  <a:gd name="connsiteY5" fmla="*/ 2571979 h 5142162"/>
                  <a:gd name="connsiteX6" fmla="*/ 293645 w 5820497"/>
                  <a:gd name="connsiteY6" fmla="*/ 2640615 h 5142162"/>
                  <a:gd name="connsiteX7" fmla="*/ 1423652 w 5820497"/>
                  <a:gd name="connsiteY7" fmla="*/ 2663606 h 5142162"/>
                  <a:gd name="connsiteX8" fmla="*/ 1872449 w 5820497"/>
                  <a:gd name="connsiteY8" fmla="*/ 1341371 h 5142162"/>
                  <a:gd name="connsiteX9" fmla="*/ 2016761 w 5820497"/>
                  <a:gd name="connsiteY9" fmla="*/ 462599 h 5142162"/>
                  <a:gd name="connsiteX10" fmla="*/ 2209328 w 5820497"/>
                  <a:gd name="connsiteY10" fmla="*/ 158404 h 5142162"/>
                  <a:gd name="connsiteX11" fmla="*/ 2546882 w 5820497"/>
                  <a:gd name="connsiteY11" fmla="*/ 13712 h 5142162"/>
                  <a:gd name="connsiteX12" fmla="*/ 3211248 w 5820497"/>
                  <a:gd name="connsiteY12" fmla="*/ 68576 h 5142162"/>
                  <a:gd name="connsiteX13" fmla="*/ 3611228 w 5820497"/>
                  <a:gd name="connsiteY13" fmla="*/ 363102 h 5142162"/>
                  <a:gd name="connsiteX14" fmla="*/ 3965345 w 5820497"/>
                  <a:gd name="connsiteY14" fmla="*/ 1339797 h 5142162"/>
                  <a:gd name="connsiteX15" fmla="*/ 4306807 w 5820497"/>
                  <a:gd name="connsiteY15" fmla="*/ 2280573 h 5142162"/>
                  <a:gd name="connsiteX16" fmla="*/ 5321240 w 5820497"/>
                  <a:gd name="connsiteY16" fmla="*/ 2561861 h 5142162"/>
                  <a:gd name="connsiteX17" fmla="*/ 5585317 w 5820497"/>
                  <a:gd name="connsiteY17" fmla="*/ 2567623 h 5142162"/>
                  <a:gd name="connsiteX18" fmla="*/ 5750016 w 5820497"/>
                  <a:gd name="connsiteY18" fmla="*/ 2675860 h 5142162"/>
                  <a:gd name="connsiteX19" fmla="*/ 5694535 w 5820497"/>
                  <a:gd name="connsiteY19" fmla="*/ 3394118 h 5142162"/>
                  <a:gd name="connsiteX20" fmla="*/ 5313901 w 5820497"/>
                  <a:gd name="connsiteY20" fmla="*/ 3965323 h 5142162"/>
                  <a:gd name="connsiteX21" fmla="*/ 4703104 w 5820497"/>
                  <a:gd name="connsiteY21" fmla="*/ 4515561 h 5142162"/>
                  <a:gd name="connsiteX22" fmla="*/ 3886777 w 5820497"/>
                  <a:gd name="connsiteY22" fmla="*/ 4941400 h 5142162"/>
                  <a:gd name="connsiteX23" fmla="*/ 2889666 w 5820497"/>
                  <a:gd name="connsiteY23" fmla="*/ 5139240 h 5142162"/>
                  <a:gd name="connsiteX24" fmla="*/ 2889666 w 5820497"/>
                  <a:gd name="connsiteY24" fmla="*/ 5139240 h 5142162"/>
                  <a:gd name="connsiteX25" fmla="*/ 2757895 w 5820497"/>
                  <a:gd name="connsiteY25" fmla="*/ 5142163 h 5142162"/>
                  <a:gd name="connsiteX26" fmla="*/ 118682 w 5820497"/>
                  <a:gd name="connsiteY26" fmla="*/ 2564784 h 5142162"/>
                  <a:gd name="connsiteX27" fmla="*/ 68937 w 5820497"/>
                  <a:gd name="connsiteY27" fmla="*/ 2579484 h 5142162"/>
                  <a:gd name="connsiteX28" fmla="*/ 9266 w 5820497"/>
                  <a:gd name="connsiteY28" fmla="*/ 2780360 h 5142162"/>
                  <a:gd name="connsiteX29" fmla="*/ 88115 w 5820497"/>
                  <a:gd name="connsiteY29" fmla="*/ 3162746 h 5142162"/>
                  <a:gd name="connsiteX30" fmla="*/ 2756630 w 5820497"/>
                  <a:gd name="connsiteY30" fmla="*/ 5133085 h 5142162"/>
                  <a:gd name="connsiteX31" fmla="*/ 2889244 w 5820497"/>
                  <a:gd name="connsiteY31" fmla="*/ 5130134 h 5142162"/>
                  <a:gd name="connsiteX32" fmla="*/ 2889244 w 5820497"/>
                  <a:gd name="connsiteY32" fmla="*/ 5130134 h 5142162"/>
                  <a:gd name="connsiteX33" fmla="*/ 5686296 w 5820497"/>
                  <a:gd name="connsiteY33" fmla="*/ 3390211 h 5142162"/>
                  <a:gd name="connsiteX34" fmla="*/ 5808816 w 5820497"/>
                  <a:gd name="connsiteY34" fmla="*/ 2976767 h 5142162"/>
                  <a:gd name="connsiteX35" fmla="*/ 5742733 w 5820497"/>
                  <a:gd name="connsiteY35" fmla="*/ 2681285 h 5142162"/>
                  <a:gd name="connsiteX36" fmla="*/ 5322675 w 5820497"/>
                  <a:gd name="connsiteY36" fmla="*/ 2570799 h 5142162"/>
                  <a:gd name="connsiteX37" fmla="*/ 4684067 w 5820497"/>
                  <a:gd name="connsiteY37" fmla="*/ 2551293 h 5142162"/>
                  <a:gd name="connsiteX38" fmla="*/ 4299665 w 5820497"/>
                  <a:gd name="connsiteY38" fmla="*/ 2286166 h 5142162"/>
                  <a:gd name="connsiteX39" fmla="*/ 4085811 w 5820497"/>
                  <a:gd name="connsiteY39" fmla="*/ 1856251 h 5142162"/>
                  <a:gd name="connsiteX40" fmla="*/ 3956459 w 5820497"/>
                  <a:gd name="connsiteY40" fmla="*/ 1341709 h 5142162"/>
                  <a:gd name="connsiteX41" fmla="*/ 3604001 w 5820497"/>
                  <a:gd name="connsiteY41" fmla="*/ 368611 h 5142162"/>
                  <a:gd name="connsiteX42" fmla="*/ 2547894 w 5820497"/>
                  <a:gd name="connsiteY42" fmla="*/ 22735 h 5142162"/>
                  <a:gd name="connsiteX43" fmla="*/ 2025282 w 5820497"/>
                  <a:gd name="connsiteY43" fmla="*/ 465747 h 5142162"/>
                  <a:gd name="connsiteX44" fmla="*/ 1881504 w 5820497"/>
                  <a:gd name="connsiteY44" fmla="*/ 1342130 h 5142162"/>
                  <a:gd name="connsiteX45" fmla="*/ 1428601 w 5820497"/>
                  <a:gd name="connsiteY45" fmla="*/ 2671223 h 5142162"/>
                  <a:gd name="connsiteX46" fmla="*/ 983938 w 5820497"/>
                  <a:gd name="connsiteY46" fmla="*/ 2787836 h 5142162"/>
                  <a:gd name="connsiteX47" fmla="*/ 289905 w 5820497"/>
                  <a:gd name="connsiteY47" fmla="*/ 2648934 h 5142162"/>
                  <a:gd name="connsiteX48" fmla="*/ 289118 w 5820497"/>
                  <a:gd name="connsiteY48" fmla="*/ 2648653 h 5142162"/>
                  <a:gd name="connsiteX49" fmla="*/ 288471 w 5820497"/>
                  <a:gd name="connsiteY49" fmla="*/ 2648119 h 5142162"/>
                  <a:gd name="connsiteX50" fmla="*/ 118682 w 5820497"/>
                  <a:gd name="connsiteY50" fmla="*/ 2564756 h 5142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820497" h="5142162">
                    <a:moveTo>
                      <a:pt x="2757923" y="5142135"/>
                    </a:moveTo>
                    <a:cubicBezTo>
                      <a:pt x="2422872" y="5142135"/>
                      <a:pt x="2101459" y="5084882"/>
                      <a:pt x="1800658" y="4971473"/>
                    </a:cubicBezTo>
                    <a:cubicBezTo>
                      <a:pt x="1502501" y="4859048"/>
                      <a:pt x="1223915" y="4691534"/>
                      <a:pt x="972577" y="4473513"/>
                    </a:cubicBezTo>
                    <a:cubicBezTo>
                      <a:pt x="755405" y="4285145"/>
                      <a:pt x="562951" y="4063611"/>
                      <a:pt x="400586" y="3815095"/>
                    </a:cubicBezTo>
                    <a:cubicBezTo>
                      <a:pt x="261729" y="3602526"/>
                      <a:pt x="150682" y="3377957"/>
                      <a:pt x="79538" y="3165613"/>
                    </a:cubicBezTo>
                    <a:cubicBezTo>
                      <a:pt x="-20485" y="2867180"/>
                      <a:pt x="-26671" y="2634151"/>
                      <a:pt x="63819" y="2571979"/>
                    </a:cubicBezTo>
                    <a:cubicBezTo>
                      <a:pt x="115982" y="2536144"/>
                      <a:pt x="195421" y="2559866"/>
                      <a:pt x="293645" y="2640615"/>
                    </a:cubicBezTo>
                    <a:cubicBezTo>
                      <a:pt x="807174" y="2816926"/>
                      <a:pt x="1176813" y="2824430"/>
                      <a:pt x="1423652" y="2663606"/>
                    </a:cubicBezTo>
                    <a:cubicBezTo>
                      <a:pt x="1780243" y="2431251"/>
                      <a:pt x="1827119" y="1877191"/>
                      <a:pt x="1872449" y="1341371"/>
                    </a:cubicBezTo>
                    <a:cubicBezTo>
                      <a:pt x="1900063" y="1014832"/>
                      <a:pt x="1926158" y="706421"/>
                      <a:pt x="2016761" y="462599"/>
                    </a:cubicBezTo>
                    <a:cubicBezTo>
                      <a:pt x="2065606" y="331145"/>
                      <a:pt x="2128595" y="231649"/>
                      <a:pt x="2209328" y="158404"/>
                    </a:cubicBezTo>
                    <a:cubicBezTo>
                      <a:pt x="2299875" y="76277"/>
                      <a:pt x="2410302" y="28946"/>
                      <a:pt x="2546882" y="13712"/>
                    </a:cubicBezTo>
                    <a:cubicBezTo>
                      <a:pt x="2811351" y="-15771"/>
                      <a:pt x="3028664" y="2189"/>
                      <a:pt x="3211248" y="68576"/>
                    </a:cubicBezTo>
                    <a:cubicBezTo>
                      <a:pt x="3373866" y="127684"/>
                      <a:pt x="3504681" y="224032"/>
                      <a:pt x="3611228" y="363102"/>
                    </a:cubicBezTo>
                    <a:cubicBezTo>
                      <a:pt x="3808463" y="620584"/>
                      <a:pt x="3888211" y="986220"/>
                      <a:pt x="3965345" y="1339797"/>
                    </a:cubicBezTo>
                    <a:cubicBezTo>
                      <a:pt x="4044109" y="1700852"/>
                      <a:pt x="4118487" y="2041866"/>
                      <a:pt x="4306807" y="2280573"/>
                    </a:cubicBezTo>
                    <a:cubicBezTo>
                      <a:pt x="4519845" y="2550618"/>
                      <a:pt x="4842214" y="2639997"/>
                      <a:pt x="5321240" y="2561861"/>
                    </a:cubicBezTo>
                    <a:cubicBezTo>
                      <a:pt x="5423401" y="2545194"/>
                      <a:pt x="5512261" y="2547133"/>
                      <a:pt x="5585317" y="2567623"/>
                    </a:cubicBezTo>
                    <a:cubicBezTo>
                      <a:pt x="5655139" y="2587185"/>
                      <a:pt x="5710535" y="2623611"/>
                      <a:pt x="5750016" y="2675860"/>
                    </a:cubicBezTo>
                    <a:cubicBezTo>
                      <a:pt x="5860556" y="2822210"/>
                      <a:pt x="5840338" y="3083993"/>
                      <a:pt x="5694535" y="3394118"/>
                    </a:cubicBezTo>
                    <a:cubicBezTo>
                      <a:pt x="5606210" y="3582037"/>
                      <a:pt x="5474580" y="3779568"/>
                      <a:pt x="5313901" y="3965323"/>
                    </a:cubicBezTo>
                    <a:cubicBezTo>
                      <a:pt x="5137560" y="4169234"/>
                      <a:pt x="4932030" y="4354371"/>
                      <a:pt x="4703104" y="4515561"/>
                    </a:cubicBezTo>
                    <a:cubicBezTo>
                      <a:pt x="4449714" y="4693951"/>
                      <a:pt x="4175064" y="4837238"/>
                      <a:pt x="3886777" y="4941400"/>
                    </a:cubicBezTo>
                    <a:cubicBezTo>
                      <a:pt x="3566630" y="5057085"/>
                      <a:pt x="3231157" y="5123641"/>
                      <a:pt x="2889666" y="5139240"/>
                    </a:cubicBezTo>
                    <a:lnTo>
                      <a:pt x="2889666" y="5139240"/>
                    </a:lnTo>
                    <a:cubicBezTo>
                      <a:pt x="2845517" y="5141179"/>
                      <a:pt x="2801594" y="5142163"/>
                      <a:pt x="2757895" y="5142163"/>
                    </a:cubicBezTo>
                    <a:close/>
                    <a:moveTo>
                      <a:pt x="118682" y="2564784"/>
                    </a:moveTo>
                    <a:cubicBezTo>
                      <a:pt x="99869" y="2564784"/>
                      <a:pt x="83222" y="2569646"/>
                      <a:pt x="68937" y="2579484"/>
                    </a:cubicBezTo>
                    <a:cubicBezTo>
                      <a:pt x="27094" y="2608236"/>
                      <a:pt x="6454" y="2677687"/>
                      <a:pt x="9266" y="2780360"/>
                    </a:cubicBezTo>
                    <a:cubicBezTo>
                      <a:pt x="12134" y="2885112"/>
                      <a:pt x="39383" y="3017324"/>
                      <a:pt x="88115" y="3162746"/>
                    </a:cubicBezTo>
                    <a:cubicBezTo>
                      <a:pt x="320584" y="3856326"/>
                      <a:pt x="1172595" y="5133085"/>
                      <a:pt x="2756630" y="5133085"/>
                    </a:cubicBezTo>
                    <a:cubicBezTo>
                      <a:pt x="2800356" y="5133085"/>
                      <a:pt x="2844393" y="5132129"/>
                      <a:pt x="2889244" y="5130134"/>
                    </a:cubicBezTo>
                    <a:lnTo>
                      <a:pt x="2889244" y="5130134"/>
                    </a:lnTo>
                    <a:cubicBezTo>
                      <a:pt x="4373143" y="5062369"/>
                      <a:pt x="5374950" y="4052481"/>
                      <a:pt x="5686296" y="3390211"/>
                    </a:cubicBezTo>
                    <a:cubicBezTo>
                      <a:pt x="5756399" y="3241079"/>
                      <a:pt x="5798776" y="3098102"/>
                      <a:pt x="5808816" y="2976767"/>
                    </a:cubicBezTo>
                    <a:cubicBezTo>
                      <a:pt x="5819107" y="2852368"/>
                      <a:pt x="5796893" y="2752956"/>
                      <a:pt x="5742733" y="2681285"/>
                    </a:cubicBezTo>
                    <a:cubicBezTo>
                      <a:pt x="5663969" y="2577010"/>
                      <a:pt x="5518728" y="2538814"/>
                      <a:pt x="5322675" y="2570799"/>
                    </a:cubicBezTo>
                    <a:cubicBezTo>
                      <a:pt x="5067963" y="2612340"/>
                      <a:pt x="4859058" y="2605960"/>
                      <a:pt x="4684067" y="2551293"/>
                    </a:cubicBezTo>
                    <a:cubicBezTo>
                      <a:pt x="4527578" y="2502388"/>
                      <a:pt x="4401825" y="2415680"/>
                      <a:pt x="4299665" y="2286166"/>
                    </a:cubicBezTo>
                    <a:cubicBezTo>
                      <a:pt x="4214517" y="2178238"/>
                      <a:pt x="4144554" y="2037594"/>
                      <a:pt x="4085811" y="1856251"/>
                    </a:cubicBezTo>
                    <a:cubicBezTo>
                      <a:pt x="4033423" y="1694528"/>
                      <a:pt x="3994309" y="1515181"/>
                      <a:pt x="3956459" y="1341709"/>
                    </a:cubicBezTo>
                    <a:cubicBezTo>
                      <a:pt x="3879550" y="989115"/>
                      <a:pt x="3799998" y="624491"/>
                      <a:pt x="3604001" y="368611"/>
                    </a:cubicBezTo>
                    <a:cubicBezTo>
                      <a:pt x="3383849" y="81196"/>
                      <a:pt x="3038393" y="-31932"/>
                      <a:pt x="2547894" y="22735"/>
                    </a:cubicBezTo>
                    <a:cubicBezTo>
                      <a:pt x="2293098" y="51122"/>
                      <a:pt x="2127049" y="191907"/>
                      <a:pt x="2025282" y="465747"/>
                    </a:cubicBezTo>
                    <a:cubicBezTo>
                      <a:pt x="1935129" y="708389"/>
                      <a:pt x="1909061" y="1016237"/>
                      <a:pt x="1881504" y="1342130"/>
                    </a:cubicBezTo>
                    <a:cubicBezTo>
                      <a:pt x="1835977" y="1880142"/>
                      <a:pt x="1788932" y="2436451"/>
                      <a:pt x="1428601" y="2671223"/>
                    </a:cubicBezTo>
                    <a:cubicBezTo>
                      <a:pt x="1309315" y="2748937"/>
                      <a:pt x="1161825" y="2787836"/>
                      <a:pt x="983938" y="2787836"/>
                    </a:cubicBezTo>
                    <a:cubicBezTo>
                      <a:pt x="789852" y="2787836"/>
                      <a:pt x="559549" y="2741573"/>
                      <a:pt x="289905" y="2648934"/>
                    </a:cubicBezTo>
                    <a:lnTo>
                      <a:pt x="289118" y="2648653"/>
                    </a:lnTo>
                    <a:lnTo>
                      <a:pt x="288471" y="2648119"/>
                    </a:lnTo>
                    <a:cubicBezTo>
                      <a:pt x="221376" y="2592834"/>
                      <a:pt x="163814" y="2564756"/>
                      <a:pt x="118682" y="2564756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AD85172F-D107-6B77-F52E-A0EF86A67FC3}"/>
                  </a:ext>
                </a:extLst>
              </p:cNvPr>
              <p:cNvSpPr/>
              <p:nvPr/>
            </p:nvSpPr>
            <p:spPr>
              <a:xfrm>
                <a:off x="-939936" y="709751"/>
                <a:ext cx="5814767" cy="5143333"/>
              </a:xfrm>
              <a:custGeom>
                <a:avLst/>
                <a:gdLst>
                  <a:gd name="connsiteX0" fmla="*/ 2671559 w 5814767"/>
                  <a:gd name="connsiteY0" fmla="*/ 5143334 h 5143333"/>
                  <a:gd name="connsiteX1" fmla="*/ 1664606 w 5814767"/>
                  <a:gd name="connsiteY1" fmla="*/ 4982678 h 5143333"/>
                  <a:gd name="connsiteX2" fmla="*/ 847520 w 5814767"/>
                  <a:gd name="connsiteY2" fmla="*/ 4507147 h 5143333"/>
                  <a:gd name="connsiteX3" fmla="*/ 326342 w 5814767"/>
                  <a:gd name="connsiteY3" fmla="*/ 3867587 h 5143333"/>
                  <a:gd name="connsiteX4" fmla="*/ 59088 w 5814767"/>
                  <a:gd name="connsiteY4" fmla="*/ 3217684 h 5143333"/>
                  <a:gd name="connsiteX5" fmla="*/ 92073 w 5814767"/>
                  <a:gd name="connsiteY5" fmla="*/ 2505273 h 5143333"/>
                  <a:gd name="connsiteX6" fmla="*/ 277722 w 5814767"/>
                  <a:gd name="connsiteY6" fmla="*/ 2602212 h 5143333"/>
                  <a:gd name="connsiteX7" fmla="*/ 1276830 w 5814767"/>
                  <a:gd name="connsiteY7" fmla="*/ 2646985 h 5143333"/>
                  <a:gd name="connsiteX8" fmla="*/ 1625491 w 5814767"/>
                  <a:gd name="connsiteY8" fmla="*/ 2128480 h 5143333"/>
                  <a:gd name="connsiteX9" fmla="*/ 1762999 w 5814767"/>
                  <a:gd name="connsiteY9" fmla="*/ 1365505 h 5143333"/>
                  <a:gd name="connsiteX10" fmla="*/ 1945245 w 5814767"/>
                  <a:gd name="connsiteY10" fmla="*/ 478694 h 5143333"/>
                  <a:gd name="connsiteX11" fmla="*/ 2150353 w 5814767"/>
                  <a:gd name="connsiteY11" fmla="*/ 168765 h 5143333"/>
                  <a:gd name="connsiteX12" fmla="*/ 2492490 w 5814767"/>
                  <a:gd name="connsiteY12" fmla="*/ 19464 h 5143333"/>
                  <a:gd name="connsiteX13" fmla="*/ 2923431 w 5814767"/>
                  <a:gd name="connsiteY13" fmla="*/ 3809 h 5143333"/>
                  <a:gd name="connsiteX14" fmla="*/ 3261548 w 5814767"/>
                  <a:gd name="connsiteY14" fmla="*/ 64687 h 5143333"/>
                  <a:gd name="connsiteX15" fmla="*/ 3711301 w 5814767"/>
                  <a:gd name="connsiteY15" fmla="*/ 371018 h 5143333"/>
                  <a:gd name="connsiteX16" fmla="*/ 4071857 w 5814767"/>
                  <a:gd name="connsiteY16" fmla="*/ 1399148 h 5143333"/>
                  <a:gd name="connsiteX17" fmla="*/ 4364841 w 5814767"/>
                  <a:gd name="connsiteY17" fmla="*/ 2302149 h 5143333"/>
                  <a:gd name="connsiteX18" fmla="*/ 5271799 w 5814767"/>
                  <a:gd name="connsiteY18" fmla="*/ 2627198 h 5143333"/>
                  <a:gd name="connsiteX19" fmla="*/ 5736849 w 5814767"/>
                  <a:gd name="connsiteY19" fmla="*/ 2794375 h 5143333"/>
                  <a:gd name="connsiteX20" fmla="*/ 5812464 w 5814767"/>
                  <a:gd name="connsiteY20" fmla="*/ 3138172 h 5143333"/>
                  <a:gd name="connsiteX21" fmla="*/ 5675491 w 5814767"/>
                  <a:gd name="connsiteY21" fmla="*/ 3589812 h 5143333"/>
                  <a:gd name="connsiteX22" fmla="*/ 5302759 w 5814767"/>
                  <a:gd name="connsiteY22" fmla="*/ 4111354 h 5143333"/>
                  <a:gd name="connsiteX23" fmla="*/ 4699807 w 5814767"/>
                  <a:gd name="connsiteY23" fmla="*/ 4597649 h 5143333"/>
                  <a:gd name="connsiteX24" fmla="*/ 3870601 w 5814767"/>
                  <a:gd name="connsiteY24" fmla="*/ 4967697 h 5143333"/>
                  <a:gd name="connsiteX25" fmla="*/ 2819162 w 5814767"/>
                  <a:gd name="connsiteY25" fmla="*/ 5140411 h 5143333"/>
                  <a:gd name="connsiteX26" fmla="*/ 2819162 w 5814767"/>
                  <a:gd name="connsiteY26" fmla="*/ 5140411 h 5143333"/>
                  <a:gd name="connsiteX27" fmla="*/ 2671616 w 5814767"/>
                  <a:gd name="connsiteY27" fmla="*/ 5143306 h 5143333"/>
                  <a:gd name="connsiteX28" fmla="*/ 126830 w 5814767"/>
                  <a:gd name="connsiteY28" fmla="*/ 2505695 h 5143333"/>
                  <a:gd name="connsiteX29" fmla="*/ 95897 w 5814767"/>
                  <a:gd name="connsiteY29" fmla="*/ 2512918 h 5143333"/>
                  <a:gd name="connsiteX30" fmla="*/ 9906 w 5814767"/>
                  <a:gd name="connsiteY30" fmla="*/ 2743334 h 5143333"/>
                  <a:gd name="connsiteX31" fmla="*/ 67412 w 5814767"/>
                  <a:gd name="connsiteY31" fmla="*/ 3215492 h 5143333"/>
                  <a:gd name="connsiteX32" fmla="*/ 2665879 w 5814767"/>
                  <a:gd name="connsiteY32" fmla="*/ 5134817 h 5143333"/>
                  <a:gd name="connsiteX33" fmla="*/ 2818796 w 5814767"/>
                  <a:gd name="connsiteY33" fmla="*/ 5131782 h 5143333"/>
                  <a:gd name="connsiteX34" fmla="*/ 2818796 w 5814767"/>
                  <a:gd name="connsiteY34" fmla="*/ 5131782 h 5143333"/>
                  <a:gd name="connsiteX35" fmla="*/ 5667786 w 5814767"/>
                  <a:gd name="connsiteY35" fmla="*/ 3585905 h 5143333"/>
                  <a:gd name="connsiteX36" fmla="*/ 5729763 w 5814767"/>
                  <a:gd name="connsiteY36" fmla="*/ 2799181 h 5143333"/>
                  <a:gd name="connsiteX37" fmla="*/ 5272643 w 5814767"/>
                  <a:gd name="connsiteY37" fmla="*/ 2635687 h 5143333"/>
                  <a:gd name="connsiteX38" fmla="*/ 4698992 w 5814767"/>
                  <a:gd name="connsiteY38" fmla="*/ 2577759 h 5143333"/>
                  <a:gd name="connsiteX39" fmla="*/ 4357839 w 5814767"/>
                  <a:gd name="connsiteY39" fmla="*/ 2307039 h 5143333"/>
                  <a:gd name="connsiteX40" fmla="*/ 4063421 w 5814767"/>
                  <a:gd name="connsiteY40" fmla="*/ 1400694 h 5143333"/>
                  <a:gd name="connsiteX41" fmla="*/ 3704608 w 5814767"/>
                  <a:gd name="connsiteY41" fmla="*/ 376331 h 5143333"/>
                  <a:gd name="connsiteX42" fmla="*/ 2493531 w 5814767"/>
                  <a:gd name="connsiteY42" fmla="*/ 27924 h 5143333"/>
                  <a:gd name="connsiteX43" fmla="*/ 1953203 w 5814767"/>
                  <a:gd name="connsiteY43" fmla="*/ 481870 h 5143333"/>
                  <a:gd name="connsiteX44" fmla="*/ 1771547 w 5814767"/>
                  <a:gd name="connsiteY44" fmla="*/ 1366517 h 5143333"/>
                  <a:gd name="connsiteX45" fmla="*/ 1633730 w 5814767"/>
                  <a:gd name="connsiteY45" fmla="*/ 2130897 h 5143333"/>
                  <a:gd name="connsiteX46" fmla="*/ 1497826 w 5814767"/>
                  <a:gd name="connsiteY46" fmla="*/ 2438240 h 5143333"/>
                  <a:gd name="connsiteX47" fmla="*/ 1281273 w 5814767"/>
                  <a:gd name="connsiteY47" fmla="*/ 2654265 h 5143333"/>
                  <a:gd name="connsiteX48" fmla="*/ 273588 w 5814767"/>
                  <a:gd name="connsiteY48" fmla="*/ 2609744 h 5143333"/>
                  <a:gd name="connsiteX49" fmla="*/ 272492 w 5814767"/>
                  <a:gd name="connsiteY49" fmla="*/ 2609323 h 5143333"/>
                  <a:gd name="connsiteX50" fmla="*/ 271761 w 5814767"/>
                  <a:gd name="connsiteY50" fmla="*/ 2608395 h 5143333"/>
                  <a:gd name="connsiteX51" fmla="*/ 126886 w 5814767"/>
                  <a:gd name="connsiteY51" fmla="*/ 2505639 h 514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814767" h="5143333">
                    <a:moveTo>
                      <a:pt x="2671559" y="5143334"/>
                    </a:moveTo>
                    <a:cubicBezTo>
                      <a:pt x="2308107" y="5143334"/>
                      <a:pt x="1969991" y="5089454"/>
                      <a:pt x="1664606" y="4982678"/>
                    </a:cubicBezTo>
                    <a:cubicBezTo>
                      <a:pt x="1359644" y="4876071"/>
                      <a:pt x="1084741" y="4716061"/>
                      <a:pt x="847520" y="4507147"/>
                    </a:cubicBezTo>
                    <a:cubicBezTo>
                      <a:pt x="642552" y="4326620"/>
                      <a:pt x="467195" y="4111438"/>
                      <a:pt x="326342" y="3867587"/>
                    </a:cubicBezTo>
                    <a:cubicBezTo>
                      <a:pt x="207619" y="3662074"/>
                      <a:pt x="115216" y="3437335"/>
                      <a:pt x="59088" y="3217684"/>
                    </a:cubicBezTo>
                    <a:cubicBezTo>
                      <a:pt x="-30896" y="2865540"/>
                      <a:pt x="-16696" y="2559265"/>
                      <a:pt x="92073" y="2505273"/>
                    </a:cubicBezTo>
                    <a:cubicBezTo>
                      <a:pt x="127448" y="2487707"/>
                      <a:pt x="188356" y="2490321"/>
                      <a:pt x="277722" y="2602212"/>
                    </a:cubicBezTo>
                    <a:cubicBezTo>
                      <a:pt x="721176" y="2769838"/>
                      <a:pt x="1048016" y="2784481"/>
                      <a:pt x="1276830" y="2646985"/>
                    </a:cubicBezTo>
                    <a:cubicBezTo>
                      <a:pt x="1433684" y="2552745"/>
                      <a:pt x="1547711" y="2383151"/>
                      <a:pt x="1625491" y="2128480"/>
                    </a:cubicBezTo>
                    <a:cubicBezTo>
                      <a:pt x="1694948" y="1900987"/>
                      <a:pt x="1729564" y="1628777"/>
                      <a:pt x="1762999" y="1365505"/>
                    </a:cubicBezTo>
                    <a:cubicBezTo>
                      <a:pt x="1802929" y="1051304"/>
                      <a:pt x="1844209" y="726395"/>
                      <a:pt x="1945245" y="478694"/>
                    </a:cubicBezTo>
                    <a:cubicBezTo>
                      <a:pt x="1999742" y="345048"/>
                      <a:pt x="2066836" y="243669"/>
                      <a:pt x="2150353" y="168765"/>
                    </a:cubicBezTo>
                    <a:cubicBezTo>
                      <a:pt x="2244162" y="84615"/>
                      <a:pt x="2356080" y="35766"/>
                      <a:pt x="2492490" y="19464"/>
                    </a:cubicBezTo>
                    <a:cubicBezTo>
                      <a:pt x="2648698" y="774"/>
                      <a:pt x="2793685" y="-4482"/>
                      <a:pt x="2923431" y="3809"/>
                    </a:cubicBezTo>
                    <a:cubicBezTo>
                      <a:pt x="3046991" y="11735"/>
                      <a:pt x="3160737" y="32197"/>
                      <a:pt x="3261548" y="64687"/>
                    </a:cubicBezTo>
                    <a:cubicBezTo>
                      <a:pt x="3447365" y="124582"/>
                      <a:pt x="3594490" y="224781"/>
                      <a:pt x="3711301" y="371018"/>
                    </a:cubicBezTo>
                    <a:cubicBezTo>
                      <a:pt x="3927432" y="641570"/>
                      <a:pt x="4000854" y="1026711"/>
                      <a:pt x="4071857" y="1399148"/>
                    </a:cubicBezTo>
                    <a:cubicBezTo>
                      <a:pt x="4137405" y="1743029"/>
                      <a:pt x="4199326" y="2067826"/>
                      <a:pt x="4364841" y="2302149"/>
                    </a:cubicBezTo>
                    <a:cubicBezTo>
                      <a:pt x="4551614" y="2566573"/>
                      <a:pt x="4839817" y="2669864"/>
                      <a:pt x="5271799" y="2627198"/>
                    </a:cubicBezTo>
                    <a:cubicBezTo>
                      <a:pt x="5486158" y="2606034"/>
                      <a:pt x="5646977" y="2663849"/>
                      <a:pt x="5736849" y="2794375"/>
                    </a:cubicBezTo>
                    <a:cubicBezTo>
                      <a:pt x="5796942" y="2881645"/>
                      <a:pt x="5823066" y="3000507"/>
                      <a:pt x="5812464" y="3138172"/>
                    </a:cubicBezTo>
                    <a:cubicBezTo>
                      <a:pt x="5801863" y="3275780"/>
                      <a:pt x="5754480" y="3431939"/>
                      <a:pt x="5675491" y="3589812"/>
                    </a:cubicBezTo>
                    <a:cubicBezTo>
                      <a:pt x="5585928" y="3768765"/>
                      <a:pt x="5460541" y="3944233"/>
                      <a:pt x="5302759" y="4111354"/>
                    </a:cubicBezTo>
                    <a:cubicBezTo>
                      <a:pt x="5130860" y="4293398"/>
                      <a:pt x="4928002" y="4457033"/>
                      <a:pt x="4699807" y="4597649"/>
                    </a:cubicBezTo>
                    <a:cubicBezTo>
                      <a:pt x="4447935" y="4752881"/>
                      <a:pt x="4168956" y="4877364"/>
                      <a:pt x="3870601" y="4967697"/>
                    </a:cubicBezTo>
                    <a:cubicBezTo>
                      <a:pt x="3541343" y="5067390"/>
                      <a:pt x="3187592" y="5125486"/>
                      <a:pt x="2819162" y="5140411"/>
                    </a:cubicBezTo>
                    <a:lnTo>
                      <a:pt x="2819162" y="5140411"/>
                    </a:lnTo>
                    <a:cubicBezTo>
                      <a:pt x="2769530" y="5142350"/>
                      <a:pt x="2720348" y="5143306"/>
                      <a:pt x="2671616" y="5143306"/>
                    </a:cubicBezTo>
                    <a:close/>
                    <a:moveTo>
                      <a:pt x="126830" y="2505695"/>
                    </a:moveTo>
                    <a:cubicBezTo>
                      <a:pt x="115947" y="2505695"/>
                      <a:pt x="105627" y="2508084"/>
                      <a:pt x="95897" y="2512918"/>
                    </a:cubicBezTo>
                    <a:cubicBezTo>
                      <a:pt x="47390" y="2537005"/>
                      <a:pt x="16852" y="2618851"/>
                      <a:pt x="9906" y="2743334"/>
                    </a:cubicBezTo>
                    <a:cubicBezTo>
                      <a:pt x="2623" y="2874197"/>
                      <a:pt x="23066" y="3041879"/>
                      <a:pt x="67412" y="3215492"/>
                    </a:cubicBezTo>
                    <a:cubicBezTo>
                      <a:pt x="150816" y="3541947"/>
                      <a:pt x="661871" y="5134817"/>
                      <a:pt x="2665879" y="5134817"/>
                    </a:cubicBezTo>
                    <a:cubicBezTo>
                      <a:pt x="2716018" y="5134817"/>
                      <a:pt x="2766746" y="5133834"/>
                      <a:pt x="2818796" y="5131782"/>
                    </a:cubicBezTo>
                    <a:lnTo>
                      <a:pt x="2818796" y="5131782"/>
                    </a:lnTo>
                    <a:cubicBezTo>
                      <a:pt x="4382359" y="5068458"/>
                      <a:pt x="5330738" y="4259446"/>
                      <a:pt x="5667786" y="3585905"/>
                    </a:cubicBezTo>
                    <a:cubicBezTo>
                      <a:pt x="5826890" y="3267967"/>
                      <a:pt x="5850061" y="2973890"/>
                      <a:pt x="5729763" y="2799181"/>
                    </a:cubicBezTo>
                    <a:cubicBezTo>
                      <a:pt x="5641775" y="2671381"/>
                      <a:pt x="5483683" y="2614832"/>
                      <a:pt x="5272643" y="2635687"/>
                    </a:cubicBezTo>
                    <a:cubicBezTo>
                      <a:pt x="5042872" y="2658368"/>
                      <a:pt x="4855227" y="2639425"/>
                      <a:pt x="4698992" y="2577759"/>
                    </a:cubicBezTo>
                    <a:cubicBezTo>
                      <a:pt x="4559094" y="2522559"/>
                      <a:pt x="4447514" y="2433995"/>
                      <a:pt x="4357839" y="2307039"/>
                    </a:cubicBezTo>
                    <a:cubicBezTo>
                      <a:pt x="4191255" y="2071199"/>
                      <a:pt x="4129166" y="1745503"/>
                      <a:pt x="4063421" y="1400694"/>
                    </a:cubicBezTo>
                    <a:cubicBezTo>
                      <a:pt x="3992615" y="1029269"/>
                      <a:pt x="3919390" y="645224"/>
                      <a:pt x="3704608" y="376331"/>
                    </a:cubicBezTo>
                    <a:cubicBezTo>
                      <a:pt x="3462578" y="73344"/>
                      <a:pt x="3066450" y="-40627"/>
                      <a:pt x="2493531" y="27924"/>
                    </a:cubicBezTo>
                    <a:cubicBezTo>
                      <a:pt x="2242250" y="57998"/>
                      <a:pt x="2065515" y="206484"/>
                      <a:pt x="1953203" y="481870"/>
                    </a:cubicBezTo>
                    <a:cubicBezTo>
                      <a:pt x="1852617" y="728559"/>
                      <a:pt x="1811393" y="1052878"/>
                      <a:pt x="1771547" y="1366517"/>
                    </a:cubicBezTo>
                    <a:cubicBezTo>
                      <a:pt x="1738056" y="1630126"/>
                      <a:pt x="1703412" y="1902729"/>
                      <a:pt x="1633730" y="2130897"/>
                    </a:cubicBezTo>
                    <a:cubicBezTo>
                      <a:pt x="1596162" y="2253974"/>
                      <a:pt x="1551704" y="2354511"/>
                      <a:pt x="1497826" y="2438240"/>
                    </a:cubicBezTo>
                    <a:cubicBezTo>
                      <a:pt x="1437227" y="2532452"/>
                      <a:pt x="1366392" y="2603111"/>
                      <a:pt x="1281273" y="2654265"/>
                    </a:cubicBezTo>
                    <a:cubicBezTo>
                      <a:pt x="1049844" y="2793307"/>
                      <a:pt x="720220" y="2778748"/>
                      <a:pt x="273588" y="2609744"/>
                    </a:cubicBezTo>
                    <a:lnTo>
                      <a:pt x="272492" y="2609323"/>
                    </a:lnTo>
                    <a:lnTo>
                      <a:pt x="271761" y="2608395"/>
                    </a:lnTo>
                    <a:cubicBezTo>
                      <a:pt x="217714" y="2540490"/>
                      <a:pt x="168335" y="2505639"/>
                      <a:pt x="126886" y="250563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78DCF4F3-6ABA-20B1-22ED-6554EE83DC73}"/>
                  </a:ext>
                </a:extLst>
              </p:cNvPr>
              <p:cNvSpPr/>
              <p:nvPr/>
            </p:nvSpPr>
            <p:spPr>
              <a:xfrm>
                <a:off x="-901177" y="743910"/>
                <a:ext cx="5837742" cy="5146134"/>
              </a:xfrm>
              <a:custGeom>
                <a:avLst/>
                <a:gdLst>
                  <a:gd name="connsiteX0" fmla="*/ 2604455 w 5837742"/>
                  <a:gd name="connsiteY0" fmla="*/ 5146079 h 5146134"/>
                  <a:gd name="connsiteX1" fmla="*/ 1544158 w 5837742"/>
                  <a:gd name="connsiteY1" fmla="*/ 4992899 h 5146134"/>
                  <a:gd name="connsiteX2" fmla="*/ 726734 w 5837742"/>
                  <a:gd name="connsiteY2" fmla="*/ 4534232 h 5146134"/>
                  <a:gd name="connsiteX3" fmla="*/ 245543 w 5837742"/>
                  <a:gd name="connsiteY3" fmla="*/ 3909063 h 5146134"/>
                  <a:gd name="connsiteX4" fmla="*/ 30508 w 5837742"/>
                  <a:gd name="connsiteY4" fmla="*/ 3259385 h 5146134"/>
                  <a:gd name="connsiteX5" fmla="*/ 14930 w 5837742"/>
                  <a:gd name="connsiteY5" fmla="*/ 2701727 h 5146134"/>
                  <a:gd name="connsiteX6" fmla="*/ 138321 w 5837742"/>
                  <a:gd name="connsiteY6" fmla="*/ 2441940 h 5146134"/>
                  <a:gd name="connsiteX7" fmla="*/ 280553 w 5837742"/>
                  <a:gd name="connsiteY7" fmla="*/ 2565355 h 5146134"/>
                  <a:gd name="connsiteX8" fmla="*/ 1149295 w 5837742"/>
                  <a:gd name="connsiteY8" fmla="*/ 2630730 h 5146134"/>
                  <a:gd name="connsiteX9" fmla="*/ 1502653 w 5837742"/>
                  <a:gd name="connsiteY9" fmla="*/ 2141118 h 5146134"/>
                  <a:gd name="connsiteX10" fmla="*/ 1668702 w 5837742"/>
                  <a:gd name="connsiteY10" fmla="*/ 1393546 h 5146134"/>
                  <a:gd name="connsiteX11" fmla="*/ 1890570 w 5837742"/>
                  <a:gd name="connsiteY11" fmla="*/ 497150 h 5146134"/>
                  <a:gd name="connsiteX12" fmla="*/ 2109232 w 5837742"/>
                  <a:gd name="connsiteY12" fmla="*/ 180785 h 5146134"/>
                  <a:gd name="connsiteX13" fmla="*/ 2456825 w 5837742"/>
                  <a:gd name="connsiteY13" fmla="*/ 26735 h 5146134"/>
                  <a:gd name="connsiteX14" fmla="*/ 2950698 w 5837742"/>
                  <a:gd name="connsiteY14" fmla="*/ 2141 h 5146134"/>
                  <a:gd name="connsiteX15" fmla="*/ 3334425 w 5837742"/>
                  <a:gd name="connsiteY15" fmla="*/ 60827 h 5146134"/>
                  <a:gd name="connsiteX16" fmla="*/ 3833473 w 5837742"/>
                  <a:gd name="connsiteY16" fmla="*/ 378373 h 5146134"/>
                  <a:gd name="connsiteX17" fmla="*/ 4193017 w 5837742"/>
                  <a:gd name="connsiteY17" fmla="*/ 1458752 h 5146134"/>
                  <a:gd name="connsiteX18" fmla="*/ 5241053 w 5837742"/>
                  <a:gd name="connsiteY18" fmla="*/ 2694166 h 5146134"/>
                  <a:gd name="connsiteX19" fmla="*/ 5677197 w 5837742"/>
                  <a:gd name="connsiteY19" fmla="*/ 2834473 h 5146134"/>
                  <a:gd name="connsiteX20" fmla="*/ 5837312 w 5837742"/>
                  <a:gd name="connsiteY20" fmla="*/ 3219530 h 5146134"/>
                  <a:gd name="connsiteX21" fmla="*/ 5670364 w 5837742"/>
                  <a:gd name="connsiteY21" fmla="*/ 3803102 h 5146134"/>
                  <a:gd name="connsiteX22" fmla="*/ 5119041 w 5837742"/>
                  <a:gd name="connsiteY22" fmla="*/ 4413234 h 5146134"/>
                  <a:gd name="connsiteX23" fmla="*/ 4159385 w 5837742"/>
                  <a:gd name="connsiteY23" fmla="*/ 4907484 h 5146134"/>
                  <a:gd name="connsiteX24" fmla="*/ 2767327 w 5837742"/>
                  <a:gd name="connsiteY24" fmla="*/ 5143240 h 5146134"/>
                  <a:gd name="connsiteX25" fmla="*/ 2767327 w 5837742"/>
                  <a:gd name="connsiteY25" fmla="*/ 5143240 h 5146134"/>
                  <a:gd name="connsiteX26" fmla="*/ 2604455 w 5837742"/>
                  <a:gd name="connsiteY26" fmla="*/ 5146135 h 5146134"/>
                  <a:gd name="connsiteX27" fmla="*/ 156543 w 5837742"/>
                  <a:gd name="connsiteY27" fmla="*/ 2447224 h 5146134"/>
                  <a:gd name="connsiteX28" fmla="*/ 140767 w 5837742"/>
                  <a:gd name="connsiteY28" fmla="*/ 2449669 h 5146134"/>
                  <a:gd name="connsiteX29" fmla="*/ 22944 w 5837742"/>
                  <a:gd name="connsiteY29" fmla="*/ 2702964 h 5146134"/>
                  <a:gd name="connsiteX30" fmla="*/ 38495 w 5837742"/>
                  <a:gd name="connsiteY30" fmla="*/ 3258036 h 5146134"/>
                  <a:gd name="connsiteX31" fmla="*/ 2601531 w 5837742"/>
                  <a:gd name="connsiteY31" fmla="*/ 5138069 h 5146134"/>
                  <a:gd name="connsiteX32" fmla="*/ 2767046 w 5837742"/>
                  <a:gd name="connsiteY32" fmla="*/ 5135117 h 5146134"/>
                  <a:gd name="connsiteX33" fmla="*/ 2767046 w 5837742"/>
                  <a:gd name="connsiteY33" fmla="*/ 5135117 h 5146134"/>
                  <a:gd name="connsiteX34" fmla="*/ 5114120 w 5837742"/>
                  <a:gd name="connsiteY34" fmla="*/ 4406798 h 5146134"/>
                  <a:gd name="connsiteX35" fmla="*/ 5829242 w 5837742"/>
                  <a:gd name="connsiteY35" fmla="*/ 3219783 h 5146134"/>
                  <a:gd name="connsiteX36" fmla="*/ 5241307 w 5837742"/>
                  <a:gd name="connsiteY36" fmla="*/ 2702233 h 5146134"/>
                  <a:gd name="connsiteX37" fmla="*/ 4729858 w 5837742"/>
                  <a:gd name="connsiteY37" fmla="*/ 2610466 h 5146134"/>
                  <a:gd name="connsiteX38" fmla="*/ 4430520 w 5837742"/>
                  <a:gd name="connsiteY38" fmla="*/ 2334068 h 5146134"/>
                  <a:gd name="connsiteX39" fmla="*/ 4185031 w 5837742"/>
                  <a:gd name="connsiteY39" fmla="*/ 1459989 h 5146134"/>
                  <a:gd name="connsiteX40" fmla="*/ 3827230 w 5837742"/>
                  <a:gd name="connsiteY40" fmla="*/ 383516 h 5146134"/>
                  <a:gd name="connsiteX41" fmla="*/ 2457865 w 5837742"/>
                  <a:gd name="connsiteY41" fmla="*/ 34773 h 5146134"/>
                  <a:gd name="connsiteX42" fmla="*/ 1897965 w 5837742"/>
                  <a:gd name="connsiteY42" fmla="*/ 500467 h 5146134"/>
                  <a:gd name="connsiteX43" fmla="*/ 1676688 w 5837742"/>
                  <a:gd name="connsiteY43" fmla="*/ 1394951 h 5146134"/>
                  <a:gd name="connsiteX44" fmla="*/ 1510301 w 5837742"/>
                  <a:gd name="connsiteY44" fmla="*/ 2143816 h 5146134"/>
                  <a:gd name="connsiteX45" fmla="*/ 1367732 w 5837742"/>
                  <a:gd name="connsiteY45" fmla="*/ 2438230 h 5146134"/>
                  <a:gd name="connsiteX46" fmla="*/ 1153204 w 5837742"/>
                  <a:gd name="connsiteY46" fmla="*/ 2637869 h 5146134"/>
                  <a:gd name="connsiteX47" fmla="*/ 844867 w 5837742"/>
                  <a:gd name="connsiteY47" fmla="*/ 2711030 h 5146134"/>
                  <a:gd name="connsiteX48" fmla="*/ 275969 w 5837742"/>
                  <a:gd name="connsiteY48" fmla="*/ 2572269 h 5146134"/>
                  <a:gd name="connsiteX49" fmla="*/ 274535 w 5837742"/>
                  <a:gd name="connsiteY49" fmla="*/ 2571679 h 5146134"/>
                  <a:gd name="connsiteX50" fmla="*/ 273888 w 5837742"/>
                  <a:gd name="connsiteY50" fmla="*/ 2570274 h 5146134"/>
                  <a:gd name="connsiteX51" fmla="*/ 156543 w 5837742"/>
                  <a:gd name="connsiteY51" fmla="*/ 2447308 h 5146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837742" h="5146134">
                    <a:moveTo>
                      <a:pt x="2604455" y="5146079"/>
                    </a:moveTo>
                    <a:cubicBezTo>
                      <a:pt x="2213220" y="5146079"/>
                      <a:pt x="1857219" y="5094700"/>
                      <a:pt x="1544158" y="4992899"/>
                    </a:cubicBezTo>
                    <a:cubicBezTo>
                      <a:pt x="1229522" y="4890564"/>
                      <a:pt x="954507" y="4736260"/>
                      <a:pt x="726734" y="4534232"/>
                    </a:cubicBezTo>
                    <a:cubicBezTo>
                      <a:pt x="529528" y="4359298"/>
                      <a:pt x="367612" y="4148978"/>
                      <a:pt x="245543" y="3909063"/>
                    </a:cubicBezTo>
                    <a:cubicBezTo>
                      <a:pt x="141808" y="3705235"/>
                      <a:pt x="69483" y="3486652"/>
                      <a:pt x="30508" y="3259385"/>
                    </a:cubicBezTo>
                    <a:cubicBezTo>
                      <a:pt x="-3854" y="3058902"/>
                      <a:pt x="-9394" y="2860837"/>
                      <a:pt x="14930" y="2701727"/>
                    </a:cubicBezTo>
                    <a:cubicBezTo>
                      <a:pt x="37482" y="2554169"/>
                      <a:pt x="82474" y="2459478"/>
                      <a:pt x="138321" y="2441940"/>
                    </a:cubicBezTo>
                    <a:cubicBezTo>
                      <a:pt x="171700" y="2431485"/>
                      <a:pt x="223441" y="2444442"/>
                      <a:pt x="280553" y="2565355"/>
                    </a:cubicBezTo>
                    <a:cubicBezTo>
                      <a:pt x="656350" y="2723678"/>
                      <a:pt x="940560" y="2745067"/>
                      <a:pt x="1149295" y="2630730"/>
                    </a:cubicBezTo>
                    <a:cubicBezTo>
                      <a:pt x="1301931" y="2547114"/>
                      <a:pt x="1417533" y="2386964"/>
                      <a:pt x="1502653" y="2141118"/>
                    </a:cubicBezTo>
                    <a:cubicBezTo>
                      <a:pt x="1578858" y="1921017"/>
                      <a:pt x="1624554" y="1652855"/>
                      <a:pt x="1668702" y="1393546"/>
                    </a:cubicBezTo>
                    <a:cubicBezTo>
                      <a:pt x="1722636" y="1076815"/>
                      <a:pt x="1778427" y="749320"/>
                      <a:pt x="1890570" y="497150"/>
                    </a:cubicBezTo>
                    <a:cubicBezTo>
                      <a:pt x="1951112" y="361003"/>
                      <a:pt x="2022622" y="257516"/>
                      <a:pt x="2109232" y="180785"/>
                    </a:cubicBezTo>
                    <a:cubicBezTo>
                      <a:pt x="2206668" y="94443"/>
                      <a:pt x="2320386" y="44048"/>
                      <a:pt x="2456825" y="26735"/>
                    </a:cubicBezTo>
                    <a:cubicBezTo>
                      <a:pt x="2636428" y="3940"/>
                      <a:pt x="2802590" y="-4351"/>
                      <a:pt x="2950698" y="2141"/>
                    </a:cubicBezTo>
                    <a:cubicBezTo>
                      <a:pt x="3091608" y="8325"/>
                      <a:pt x="3220707" y="28056"/>
                      <a:pt x="3334425" y="60827"/>
                    </a:cubicBezTo>
                    <a:cubicBezTo>
                      <a:pt x="3543892" y="121200"/>
                      <a:pt x="3707129" y="225053"/>
                      <a:pt x="3833473" y="378373"/>
                    </a:cubicBezTo>
                    <a:cubicBezTo>
                      <a:pt x="4067067" y="661853"/>
                      <a:pt x="4131096" y="1066978"/>
                      <a:pt x="4193017" y="1458752"/>
                    </a:cubicBezTo>
                    <a:cubicBezTo>
                      <a:pt x="4295515" y="2107334"/>
                      <a:pt x="4392417" y="2719968"/>
                      <a:pt x="5241053" y="2694166"/>
                    </a:cubicBezTo>
                    <a:cubicBezTo>
                      <a:pt x="5421810" y="2688658"/>
                      <a:pt x="5572618" y="2737197"/>
                      <a:pt x="5677197" y="2834473"/>
                    </a:cubicBezTo>
                    <a:cubicBezTo>
                      <a:pt x="5776630" y="2926971"/>
                      <a:pt x="5831998" y="3060111"/>
                      <a:pt x="5837312" y="3219530"/>
                    </a:cubicBezTo>
                    <a:cubicBezTo>
                      <a:pt x="5843359" y="3399944"/>
                      <a:pt x="5785628" y="3601748"/>
                      <a:pt x="5670364" y="3803102"/>
                    </a:cubicBezTo>
                    <a:cubicBezTo>
                      <a:pt x="5545229" y="4021713"/>
                      <a:pt x="5354575" y="4232679"/>
                      <a:pt x="5119041" y="4413234"/>
                    </a:cubicBezTo>
                    <a:cubicBezTo>
                      <a:pt x="4850550" y="4619001"/>
                      <a:pt x="4527674" y="4785306"/>
                      <a:pt x="4159385" y="4907484"/>
                    </a:cubicBezTo>
                    <a:cubicBezTo>
                      <a:pt x="3743714" y="5045402"/>
                      <a:pt x="3275373" y="5124690"/>
                      <a:pt x="2767327" y="5143240"/>
                    </a:cubicBezTo>
                    <a:lnTo>
                      <a:pt x="2767327" y="5143240"/>
                    </a:lnTo>
                    <a:cubicBezTo>
                      <a:pt x="2712409" y="5145180"/>
                      <a:pt x="2658080" y="5146135"/>
                      <a:pt x="2604455" y="5146135"/>
                    </a:cubicBezTo>
                    <a:close/>
                    <a:moveTo>
                      <a:pt x="156543" y="2447224"/>
                    </a:moveTo>
                    <a:cubicBezTo>
                      <a:pt x="151228" y="2447224"/>
                      <a:pt x="145970" y="2448039"/>
                      <a:pt x="140767" y="2449669"/>
                    </a:cubicBezTo>
                    <a:cubicBezTo>
                      <a:pt x="88745" y="2465999"/>
                      <a:pt x="44681" y="2560689"/>
                      <a:pt x="22944" y="2702964"/>
                    </a:cubicBezTo>
                    <a:cubicBezTo>
                      <a:pt x="-1239" y="2861259"/>
                      <a:pt x="4272" y="3058368"/>
                      <a:pt x="38495" y="3258036"/>
                    </a:cubicBezTo>
                    <a:cubicBezTo>
                      <a:pt x="115375" y="3706444"/>
                      <a:pt x="525760" y="5138069"/>
                      <a:pt x="2601531" y="5138069"/>
                    </a:cubicBezTo>
                    <a:cubicBezTo>
                      <a:pt x="2655606" y="5138069"/>
                      <a:pt x="2710665" y="5137113"/>
                      <a:pt x="2767046" y="5135117"/>
                    </a:cubicBezTo>
                    <a:lnTo>
                      <a:pt x="2767046" y="5135117"/>
                    </a:lnTo>
                    <a:cubicBezTo>
                      <a:pt x="3979163" y="5090906"/>
                      <a:pt x="4712424" y="4714647"/>
                      <a:pt x="5114120" y="4406798"/>
                    </a:cubicBezTo>
                    <a:cubicBezTo>
                      <a:pt x="5568090" y="4058870"/>
                      <a:pt x="5842093" y="3604025"/>
                      <a:pt x="5829242" y="3219783"/>
                    </a:cubicBezTo>
                    <a:cubicBezTo>
                      <a:pt x="5818191" y="2889843"/>
                      <a:pt x="5592977" y="2691524"/>
                      <a:pt x="5241307" y="2702233"/>
                    </a:cubicBezTo>
                    <a:cubicBezTo>
                      <a:pt x="5035468" y="2708500"/>
                      <a:pt x="4868153" y="2678483"/>
                      <a:pt x="4729858" y="2610466"/>
                    </a:cubicBezTo>
                    <a:cubicBezTo>
                      <a:pt x="4605961" y="2549531"/>
                      <a:pt x="4508047" y="2459113"/>
                      <a:pt x="4430520" y="2334068"/>
                    </a:cubicBezTo>
                    <a:cubicBezTo>
                      <a:pt x="4286404" y="2101572"/>
                      <a:pt x="4237166" y="1789929"/>
                      <a:pt x="4185031" y="1459989"/>
                    </a:cubicBezTo>
                    <a:cubicBezTo>
                      <a:pt x="4123279" y="1069283"/>
                      <a:pt x="4059446" y="665282"/>
                      <a:pt x="3827230" y="383516"/>
                    </a:cubicBezTo>
                    <a:cubicBezTo>
                      <a:pt x="3564898" y="65156"/>
                      <a:pt x="3116973" y="-48928"/>
                      <a:pt x="2457865" y="34773"/>
                    </a:cubicBezTo>
                    <a:cubicBezTo>
                      <a:pt x="2206246" y="66730"/>
                      <a:pt x="2023100" y="219038"/>
                      <a:pt x="1897965" y="500467"/>
                    </a:cubicBezTo>
                    <a:cubicBezTo>
                      <a:pt x="1786244" y="751737"/>
                      <a:pt x="1730538" y="1078727"/>
                      <a:pt x="1676688" y="1394951"/>
                    </a:cubicBezTo>
                    <a:cubicBezTo>
                      <a:pt x="1632455" y="1654597"/>
                      <a:pt x="1586732" y="1923069"/>
                      <a:pt x="1510301" y="2143816"/>
                    </a:cubicBezTo>
                    <a:cubicBezTo>
                      <a:pt x="1469105" y="2262734"/>
                      <a:pt x="1422482" y="2359055"/>
                      <a:pt x="1367732" y="2438230"/>
                    </a:cubicBezTo>
                    <a:cubicBezTo>
                      <a:pt x="1306206" y="2527215"/>
                      <a:pt x="1236018" y="2592506"/>
                      <a:pt x="1153204" y="2637869"/>
                    </a:cubicBezTo>
                    <a:cubicBezTo>
                      <a:pt x="1064232" y="2686606"/>
                      <a:pt x="961847" y="2711002"/>
                      <a:pt x="844867" y="2711030"/>
                    </a:cubicBezTo>
                    <a:cubicBezTo>
                      <a:pt x="683964" y="2711030"/>
                      <a:pt x="495418" y="2664851"/>
                      <a:pt x="275969" y="2572269"/>
                    </a:cubicBezTo>
                    <a:lnTo>
                      <a:pt x="274535" y="2571679"/>
                    </a:lnTo>
                    <a:lnTo>
                      <a:pt x="273888" y="2570274"/>
                    </a:lnTo>
                    <a:cubicBezTo>
                      <a:pt x="236235" y="2490086"/>
                      <a:pt x="195152" y="2447308"/>
                      <a:pt x="156543" y="2447308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77D30928-1F8F-C342-222C-5E2D91554C44}"/>
                  </a:ext>
                </a:extLst>
              </p:cNvPr>
              <p:cNvSpPr/>
              <p:nvPr/>
            </p:nvSpPr>
            <p:spPr>
              <a:xfrm>
                <a:off x="-891084" y="776625"/>
                <a:ext cx="5899495" cy="5150294"/>
              </a:xfrm>
              <a:custGeom>
                <a:avLst/>
                <a:gdLst>
                  <a:gd name="connsiteX0" fmla="*/ 2566410 w 5899495"/>
                  <a:gd name="connsiteY0" fmla="*/ 5150295 h 5150294"/>
                  <a:gd name="connsiteX1" fmla="*/ 1451560 w 5899495"/>
                  <a:gd name="connsiteY1" fmla="*/ 5003159 h 5150294"/>
                  <a:gd name="connsiteX2" fmla="*/ 625869 w 5899495"/>
                  <a:gd name="connsiteY2" fmla="*/ 4558235 h 5150294"/>
                  <a:gd name="connsiteX3" fmla="*/ 175582 w 5899495"/>
                  <a:gd name="connsiteY3" fmla="*/ 3944927 h 5150294"/>
                  <a:gd name="connsiteX4" fmla="*/ 8717 w 5899495"/>
                  <a:gd name="connsiteY4" fmla="*/ 3295895 h 5150294"/>
                  <a:gd name="connsiteX5" fmla="*/ 210957 w 5899495"/>
                  <a:gd name="connsiteY5" fmla="*/ 2382018 h 5150294"/>
                  <a:gd name="connsiteX6" fmla="*/ 311993 w 5899495"/>
                  <a:gd name="connsiteY6" fmla="*/ 2530026 h 5150294"/>
                  <a:gd name="connsiteX7" fmla="*/ 1051861 w 5899495"/>
                  <a:gd name="connsiteY7" fmla="*/ 2614345 h 5150294"/>
                  <a:gd name="connsiteX8" fmla="*/ 1405725 w 5899495"/>
                  <a:gd name="connsiteY8" fmla="*/ 2156521 h 5150294"/>
                  <a:gd name="connsiteX9" fmla="*/ 1598854 w 5899495"/>
                  <a:gd name="connsiteY9" fmla="*/ 1426402 h 5150294"/>
                  <a:gd name="connsiteX10" fmla="*/ 2449853 w 5899495"/>
                  <a:gd name="connsiteY10" fmla="*/ 35476 h 5150294"/>
                  <a:gd name="connsiteX11" fmla="*/ 3843936 w 5899495"/>
                  <a:gd name="connsiteY11" fmla="*/ 248157 h 5150294"/>
                  <a:gd name="connsiteX12" fmla="*/ 4338231 w 5899495"/>
                  <a:gd name="connsiteY12" fmla="*/ 1520502 h 5150294"/>
                  <a:gd name="connsiteX13" fmla="*/ 4534313 w 5899495"/>
                  <a:gd name="connsiteY13" fmla="*/ 2364339 h 5150294"/>
                  <a:gd name="connsiteX14" fmla="*/ 5238918 w 5899495"/>
                  <a:gd name="connsiteY14" fmla="*/ 2762521 h 5150294"/>
                  <a:gd name="connsiteX15" fmla="*/ 5726015 w 5899495"/>
                  <a:gd name="connsiteY15" fmla="*/ 2961795 h 5150294"/>
                  <a:gd name="connsiteX16" fmla="*/ 5855564 w 5899495"/>
                  <a:gd name="connsiteY16" fmla="*/ 3166297 h 5150294"/>
                  <a:gd name="connsiteX17" fmla="*/ 5899488 w 5899495"/>
                  <a:gd name="connsiteY17" fmla="*/ 3418270 h 5150294"/>
                  <a:gd name="connsiteX18" fmla="*/ 5723990 w 5899495"/>
                  <a:gd name="connsiteY18" fmla="*/ 3965191 h 5150294"/>
                  <a:gd name="connsiteX19" fmla="*/ 5171009 w 5899495"/>
                  <a:gd name="connsiteY19" fmla="*/ 4509977 h 5150294"/>
                  <a:gd name="connsiteX20" fmla="*/ 4193525 w 5899495"/>
                  <a:gd name="connsiteY20" fmla="*/ 4941184 h 5150294"/>
                  <a:gd name="connsiteX21" fmla="*/ 2744130 w 5899495"/>
                  <a:gd name="connsiteY21" fmla="*/ 5147372 h 5150294"/>
                  <a:gd name="connsiteX22" fmla="*/ 2744130 w 5899495"/>
                  <a:gd name="connsiteY22" fmla="*/ 5147372 h 5150294"/>
                  <a:gd name="connsiteX23" fmla="*/ 2566354 w 5899495"/>
                  <a:gd name="connsiteY23" fmla="*/ 5150267 h 5150294"/>
                  <a:gd name="connsiteX24" fmla="*/ 218128 w 5899495"/>
                  <a:gd name="connsiteY24" fmla="*/ 2389073 h 5150294"/>
                  <a:gd name="connsiteX25" fmla="*/ 212082 w 5899495"/>
                  <a:gd name="connsiteY25" fmla="*/ 2389522 h 5150294"/>
                  <a:gd name="connsiteX26" fmla="*/ 58490 w 5899495"/>
                  <a:gd name="connsiteY26" fmla="*/ 2663053 h 5150294"/>
                  <a:gd name="connsiteX27" fmla="*/ 16310 w 5899495"/>
                  <a:gd name="connsiteY27" fmla="*/ 3295221 h 5150294"/>
                  <a:gd name="connsiteX28" fmla="*/ 2563121 w 5899495"/>
                  <a:gd name="connsiteY28" fmla="*/ 5142763 h 5150294"/>
                  <a:gd name="connsiteX29" fmla="*/ 2743961 w 5899495"/>
                  <a:gd name="connsiteY29" fmla="*/ 5139812 h 5150294"/>
                  <a:gd name="connsiteX30" fmla="*/ 2743961 w 5899495"/>
                  <a:gd name="connsiteY30" fmla="*/ 5139812 h 5150294"/>
                  <a:gd name="connsiteX31" fmla="*/ 5891952 w 5899495"/>
                  <a:gd name="connsiteY31" fmla="*/ 3418242 h 5150294"/>
                  <a:gd name="connsiteX32" fmla="*/ 5238665 w 5899495"/>
                  <a:gd name="connsiteY32" fmla="*/ 2770138 h 5150294"/>
                  <a:gd name="connsiteX33" fmla="*/ 4330751 w 5899495"/>
                  <a:gd name="connsiteY33" fmla="*/ 1521430 h 5150294"/>
                  <a:gd name="connsiteX34" fmla="*/ 3839352 w 5899495"/>
                  <a:gd name="connsiteY34" fmla="*/ 254171 h 5150294"/>
                  <a:gd name="connsiteX35" fmla="*/ 2450921 w 5899495"/>
                  <a:gd name="connsiteY35" fmla="*/ 43008 h 5150294"/>
                  <a:gd name="connsiteX36" fmla="*/ 1606333 w 5899495"/>
                  <a:gd name="connsiteY36" fmla="*/ 1428004 h 5150294"/>
                  <a:gd name="connsiteX37" fmla="*/ 1412839 w 5899495"/>
                  <a:gd name="connsiteY37" fmla="*/ 2159275 h 5150294"/>
                  <a:gd name="connsiteX38" fmla="*/ 1265265 w 5899495"/>
                  <a:gd name="connsiteY38" fmla="*/ 2439383 h 5150294"/>
                  <a:gd name="connsiteX39" fmla="*/ 1055236 w 5899495"/>
                  <a:gd name="connsiteY39" fmla="*/ 2621175 h 5150294"/>
                  <a:gd name="connsiteX40" fmla="*/ 307015 w 5899495"/>
                  <a:gd name="connsiteY40" fmla="*/ 2536069 h 5150294"/>
                  <a:gd name="connsiteX41" fmla="*/ 305328 w 5899495"/>
                  <a:gd name="connsiteY41" fmla="*/ 2535254 h 5150294"/>
                  <a:gd name="connsiteX42" fmla="*/ 304935 w 5899495"/>
                  <a:gd name="connsiteY42" fmla="*/ 2533398 h 5150294"/>
                  <a:gd name="connsiteX43" fmla="*/ 218100 w 5899495"/>
                  <a:gd name="connsiteY43" fmla="*/ 2389073 h 51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899495" h="5150294">
                    <a:moveTo>
                      <a:pt x="2566410" y="5150295"/>
                    </a:moveTo>
                    <a:cubicBezTo>
                      <a:pt x="2148377" y="5150295"/>
                      <a:pt x="1774070" y="5100941"/>
                      <a:pt x="1451560" y="5003159"/>
                    </a:cubicBezTo>
                    <a:cubicBezTo>
                      <a:pt x="1125479" y="4904280"/>
                      <a:pt x="847681" y="4754586"/>
                      <a:pt x="625869" y="4558235"/>
                    </a:cubicBezTo>
                    <a:cubicBezTo>
                      <a:pt x="433190" y="4387658"/>
                      <a:pt x="281679" y="4181329"/>
                      <a:pt x="175582" y="3944927"/>
                    </a:cubicBezTo>
                    <a:cubicBezTo>
                      <a:pt x="85541" y="3744276"/>
                      <a:pt x="29386" y="3525918"/>
                      <a:pt x="8717" y="3295895"/>
                    </a:cubicBezTo>
                    <a:cubicBezTo>
                      <a:pt x="-36022" y="2798160"/>
                      <a:pt x="100558" y="2398376"/>
                      <a:pt x="210957" y="2382018"/>
                    </a:cubicBezTo>
                    <a:cubicBezTo>
                      <a:pt x="241945" y="2377436"/>
                      <a:pt x="284519" y="2399472"/>
                      <a:pt x="311993" y="2530026"/>
                    </a:cubicBezTo>
                    <a:cubicBezTo>
                      <a:pt x="623198" y="2678455"/>
                      <a:pt x="865256" y="2706056"/>
                      <a:pt x="1051861" y="2614345"/>
                    </a:cubicBezTo>
                    <a:cubicBezTo>
                      <a:pt x="1200588" y="2541268"/>
                      <a:pt x="1313013" y="2395790"/>
                      <a:pt x="1405725" y="2156521"/>
                    </a:cubicBezTo>
                    <a:cubicBezTo>
                      <a:pt x="1487807" y="1944655"/>
                      <a:pt x="1541770" y="1692907"/>
                      <a:pt x="1598854" y="1426402"/>
                    </a:cubicBezTo>
                    <a:cubicBezTo>
                      <a:pt x="1737373" y="779985"/>
                      <a:pt x="1880589" y="111560"/>
                      <a:pt x="2449853" y="35476"/>
                    </a:cubicBezTo>
                    <a:cubicBezTo>
                      <a:pt x="3092004" y="-50361"/>
                      <a:pt x="3548000" y="19202"/>
                      <a:pt x="3843936" y="248157"/>
                    </a:cubicBezTo>
                    <a:cubicBezTo>
                      <a:pt x="4219396" y="538636"/>
                      <a:pt x="4279798" y="1037804"/>
                      <a:pt x="4338231" y="1520502"/>
                    </a:cubicBezTo>
                    <a:cubicBezTo>
                      <a:pt x="4376531" y="1836923"/>
                      <a:pt x="4412721" y="2135806"/>
                      <a:pt x="4534313" y="2364339"/>
                    </a:cubicBezTo>
                    <a:cubicBezTo>
                      <a:pt x="4671117" y="2621456"/>
                      <a:pt x="4895009" y="2747990"/>
                      <a:pt x="5238918" y="2762521"/>
                    </a:cubicBezTo>
                    <a:cubicBezTo>
                      <a:pt x="5439218" y="2770981"/>
                      <a:pt x="5607658" y="2839898"/>
                      <a:pt x="5726015" y="2961795"/>
                    </a:cubicBezTo>
                    <a:cubicBezTo>
                      <a:pt x="5782480" y="3019976"/>
                      <a:pt x="5826066" y="3088780"/>
                      <a:pt x="5855564" y="3166297"/>
                    </a:cubicBezTo>
                    <a:cubicBezTo>
                      <a:pt x="5885119" y="3243955"/>
                      <a:pt x="5899882" y="3328724"/>
                      <a:pt x="5899488" y="3418270"/>
                    </a:cubicBezTo>
                    <a:cubicBezTo>
                      <a:pt x="5898701" y="3595537"/>
                      <a:pt x="5837989" y="3784636"/>
                      <a:pt x="5723990" y="3965191"/>
                    </a:cubicBezTo>
                    <a:cubicBezTo>
                      <a:pt x="5597085" y="4166152"/>
                      <a:pt x="5411041" y="4349433"/>
                      <a:pt x="5171009" y="4509977"/>
                    </a:cubicBezTo>
                    <a:cubicBezTo>
                      <a:pt x="4902011" y="4689885"/>
                      <a:pt x="4573146" y="4834970"/>
                      <a:pt x="4193525" y="4941184"/>
                    </a:cubicBezTo>
                    <a:cubicBezTo>
                      <a:pt x="3768208" y="5060186"/>
                      <a:pt x="3280549" y="5129553"/>
                      <a:pt x="2744130" y="5147372"/>
                    </a:cubicBezTo>
                    <a:lnTo>
                      <a:pt x="2744130" y="5147372"/>
                    </a:lnTo>
                    <a:cubicBezTo>
                      <a:pt x="2684065" y="5149312"/>
                      <a:pt x="2624732" y="5150267"/>
                      <a:pt x="2566354" y="5150267"/>
                    </a:cubicBezTo>
                    <a:close/>
                    <a:moveTo>
                      <a:pt x="218128" y="2389073"/>
                    </a:moveTo>
                    <a:cubicBezTo>
                      <a:pt x="216131" y="2389073"/>
                      <a:pt x="214135" y="2389213"/>
                      <a:pt x="212082" y="2389522"/>
                    </a:cubicBezTo>
                    <a:cubicBezTo>
                      <a:pt x="159104" y="2397364"/>
                      <a:pt x="98814" y="2504730"/>
                      <a:pt x="58490" y="2663053"/>
                    </a:cubicBezTo>
                    <a:cubicBezTo>
                      <a:pt x="11304" y="2848386"/>
                      <a:pt x="-3684" y="3072900"/>
                      <a:pt x="16310" y="3295221"/>
                    </a:cubicBezTo>
                    <a:cubicBezTo>
                      <a:pt x="66982" y="3858978"/>
                      <a:pt x="419187" y="5142763"/>
                      <a:pt x="2563121" y="5142763"/>
                    </a:cubicBezTo>
                    <a:cubicBezTo>
                      <a:pt x="2622145" y="5142763"/>
                      <a:pt x="2682181" y="5141807"/>
                      <a:pt x="2743961" y="5139812"/>
                    </a:cubicBezTo>
                    <a:lnTo>
                      <a:pt x="2743961" y="5139812"/>
                    </a:lnTo>
                    <a:cubicBezTo>
                      <a:pt x="5048236" y="5063250"/>
                      <a:pt x="5888999" y="4068314"/>
                      <a:pt x="5891952" y="3418242"/>
                    </a:cubicBezTo>
                    <a:cubicBezTo>
                      <a:pt x="5893639" y="3047154"/>
                      <a:pt x="5631081" y="2786721"/>
                      <a:pt x="5238665" y="2770138"/>
                    </a:cubicBezTo>
                    <a:cubicBezTo>
                      <a:pt x="4478016" y="2738013"/>
                      <a:pt x="4406478" y="2147077"/>
                      <a:pt x="4330751" y="1521430"/>
                    </a:cubicBezTo>
                    <a:cubicBezTo>
                      <a:pt x="4272514" y="1040249"/>
                      <a:pt x="4212281" y="542711"/>
                      <a:pt x="3839352" y="254171"/>
                    </a:cubicBezTo>
                    <a:cubicBezTo>
                      <a:pt x="3545103" y="26510"/>
                      <a:pt x="3090963" y="-42547"/>
                      <a:pt x="2450921" y="43008"/>
                    </a:cubicBezTo>
                    <a:cubicBezTo>
                      <a:pt x="1886944" y="118390"/>
                      <a:pt x="1744291" y="784144"/>
                      <a:pt x="1606333" y="1428004"/>
                    </a:cubicBezTo>
                    <a:cubicBezTo>
                      <a:pt x="1549165" y="1694818"/>
                      <a:pt x="1495147" y="1946847"/>
                      <a:pt x="1412839" y="2159275"/>
                    </a:cubicBezTo>
                    <a:cubicBezTo>
                      <a:pt x="1368550" y="2273612"/>
                      <a:pt x="1320268" y="2365238"/>
                      <a:pt x="1265265" y="2439383"/>
                    </a:cubicBezTo>
                    <a:cubicBezTo>
                      <a:pt x="1203541" y="2522606"/>
                      <a:pt x="1134844" y="2582079"/>
                      <a:pt x="1055236" y="2621175"/>
                    </a:cubicBezTo>
                    <a:cubicBezTo>
                      <a:pt x="866043" y="2714122"/>
                      <a:pt x="621314" y="2686297"/>
                      <a:pt x="307015" y="2536069"/>
                    </a:cubicBezTo>
                    <a:lnTo>
                      <a:pt x="305328" y="2535254"/>
                    </a:lnTo>
                    <a:lnTo>
                      <a:pt x="304935" y="2533398"/>
                    </a:lnTo>
                    <a:cubicBezTo>
                      <a:pt x="285503" y="2439861"/>
                      <a:pt x="254824" y="2389073"/>
                      <a:pt x="218100" y="238907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7E9F8175-528D-99E1-A0A2-675D7C3C49A6}"/>
                  </a:ext>
                </a:extLst>
              </p:cNvPr>
              <p:cNvSpPr/>
              <p:nvPr/>
            </p:nvSpPr>
            <p:spPr>
              <a:xfrm>
                <a:off x="-912663" y="808198"/>
                <a:ext cx="6002842" cy="5155710"/>
              </a:xfrm>
              <a:custGeom>
                <a:avLst/>
                <a:gdLst>
                  <a:gd name="connsiteX0" fmla="*/ 2559926 w 6002842"/>
                  <a:gd name="connsiteY0" fmla="*/ 5155654 h 5155710"/>
                  <a:gd name="connsiteX1" fmla="*/ 946422 w 6002842"/>
                  <a:gd name="connsiteY1" fmla="*/ 4843421 h 5155710"/>
                  <a:gd name="connsiteX2" fmla="*/ 145505 w 6002842"/>
                  <a:gd name="connsiteY2" fmla="*/ 4029040 h 5155710"/>
                  <a:gd name="connsiteX3" fmla="*/ 9375 w 6002842"/>
                  <a:gd name="connsiteY3" fmla="*/ 3495441 h 5155710"/>
                  <a:gd name="connsiteX4" fmla="*/ 22451 w 6002842"/>
                  <a:gd name="connsiteY4" fmla="*/ 2993490 h 5155710"/>
                  <a:gd name="connsiteX5" fmla="*/ 124133 w 6002842"/>
                  <a:gd name="connsiteY5" fmla="*/ 2591485 h 5155710"/>
                  <a:gd name="connsiteX6" fmla="*/ 254386 w 6002842"/>
                  <a:gd name="connsiteY6" fmla="*/ 2357275 h 5155710"/>
                  <a:gd name="connsiteX7" fmla="*/ 327217 w 6002842"/>
                  <a:gd name="connsiteY7" fmla="*/ 2326976 h 5155710"/>
                  <a:gd name="connsiteX8" fmla="*/ 375049 w 6002842"/>
                  <a:gd name="connsiteY8" fmla="*/ 2495867 h 5155710"/>
                  <a:gd name="connsiteX9" fmla="*/ 988827 w 6002842"/>
                  <a:gd name="connsiteY9" fmla="*/ 2596966 h 5155710"/>
                  <a:gd name="connsiteX10" fmla="*/ 1555672 w 6002842"/>
                  <a:gd name="connsiteY10" fmla="*/ 1464842 h 5155710"/>
                  <a:gd name="connsiteX11" fmla="*/ 1862997 w 6002842"/>
                  <a:gd name="connsiteY11" fmla="*/ 542898 h 5155710"/>
                  <a:gd name="connsiteX12" fmla="*/ 2112732 w 6002842"/>
                  <a:gd name="connsiteY12" fmla="*/ 210232 h 5155710"/>
                  <a:gd name="connsiteX13" fmla="*/ 2474638 w 6002842"/>
                  <a:gd name="connsiteY13" fmla="*/ 45388 h 5155710"/>
                  <a:gd name="connsiteX14" fmla="*/ 4047480 w 6002842"/>
                  <a:gd name="connsiteY14" fmla="*/ 269817 h 5155710"/>
                  <a:gd name="connsiteX15" fmla="*/ 4406884 w 6002842"/>
                  <a:gd name="connsiteY15" fmla="*/ 858280 h 5155710"/>
                  <a:gd name="connsiteX16" fmla="*/ 4509915 w 6002842"/>
                  <a:gd name="connsiteY16" fmla="*/ 1585896 h 5155710"/>
                  <a:gd name="connsiteX17" fmla="*/ 4658362 w 6002842"/>
                  <a:gd name="connsiteY17" fmla="*/ 2406180 h 5155710"/>
                  <a:gd name="connsiteX18" fmla="*/ 5268568 w 6002842"/>
                  <a:gd name="connsiteY18" fmla="*/ 2832131 h 5155710"/>
                  <a:gd name="connsiteX19" fmla="*/ 5577299 w 6002842"/>
                  <a:gd name="connsiteY19" fmla="*/ 2921734 h 5155710"/>
                  <a:gd name="connsiteX20" fmla="*/ 5812327 w 6002842"/>
                  <a:gd name="connsiteY20" fmla="*/ 3095656 h 5155710"/>
                  <a:gd name="connsiteX21" fmla="*/ 6002109 w 6002842"/>
                  <a:gd name="connsiteY21" fmla="*/ 3616748 h 5155710"/>
                  <a:gd name="connsiteX22" fmla="*/ 5813930 w 6002842"/>
                  <a:gd name="connsiteY22" fmla="*/ 4119879 h 5155710"/>
                  <a:gd name="connsiteX23" fmla="*/ 5251274 w 6002842"/>
                  <a:gd name="connsiteY23" fmla="*/ 4600638 h 5155710"/>
                  <a:gd name="connsiteX24" fmla="*/ 4251829 w 6002842"/>
                  <a:gd name="connsiteY24" fmla="*/ 4973441 h 5155710"/>
                  <a:gd name="connsiteX25" fmla="*/ 2752774 w 6002842"/>
                  <a:gd name="connsiteY25" fmla="*/ 5152815 h 5155710"/>
                  <a:gd name="connsiteX26" fmla="*/ 2752774 w 6002842"/>
                  <a:gd name="connsiteY26" fmla="*/ 5152815 h 5155710"/>
                  <a:gd name="connsiteX27" fmla="*/ 2559954 w 6002842"/>
                  <a:gd name="connsiteY27" fmla="*/ 5155710 h 5155710"/>
                  <a:gd name="connsiteX28" fmla="*/ 312988 w 6002842"/>
                  <a:gd name="connsiteY28" fmla="*/ 2331276 h 5155710"/>
                  <a:gd name="connsiteX29" fmla="*/ 259475 w 6002842"/>
                  <a:gd name="connsiteY29" fmla="*/ 2362222 h 5155710"/>
                  <a:gd name="connsiteX30" fmla="*/ 130770 w 6002842"/>
                  <a:gd name="connsiteY30" fmla="*/ 2594014 h 5155710"/>
                  <a:gd name="connsiteX31" fmla="*/ 29481 w 6002842"/>
                  <a:gd name="connsiteY31" fmla="*/ 2994530 h 5155710"/>
                  <a:gd name="connsiteX32" fmla="*/ 152028 w 6002842"/>
                  <a:gd name="connsiteY32" fmla="*/ 4026229 h 5155710"/>
                  <a:gd name="connsiteX33" fmla="*/ 2560207 w 6002842"/>
                  <a:gd name="connsiteY33" fmla="*/ 5148599 h 5155710"/>
                  <a:gd name="connsiteX34" fmla="*/ 2752549 w 6002842"/>
                  <a:gd name="connsiteY34" fmla="*/ 5145704 h 5155710"/>
                  <a:gd name="connsiteX35" fmla="*/ 2752549 w 6002842"/>
                  <a:gd name="connsiteY35" fmla="*/ 5145704 h 5155710"/>
                  <a:gd name="connsiteX36" fmla="*/ 5247731 w 6002842"/>
                  <a:gd name="connsiteY36" fmla="*/ 4594455 h 5155710"/>
                  <a:gd name="connsiteX37" fmla="*/ 5994995 w 6002842"/>
                  <a:gd name="connsiteY37" fmla="*/ 3616439 h 5155710"/>
                  <a:gd name="connsiteX38" fmla="*/ 5267725 w 6002842"/>
                  <a:gd name="connsiteY38" fmla="*/ 2839186 h 5155710"/>
                  <a:gd name="connsiteX39" fmla="*/ 4502829 w 6002842"/>
                  <a:gd name="connsiteY39" fmla="*/ 1586487 h 5155710"/>
                  <a:gd name="connsiteX40" fmla="*/ 4043037 w 6002842"/>
                  <a:gd name="connsiteY40" fmla="*/ 275354 h 5155710"/>
                  <a:gd name="connsiteX41" fmla="*/ 2475622 w 6002842"/>
                  <a:gd name="connsiteY41" fmla="*/ 52415 h 5155710"/>
                  <a:gd name="connsiteX42" fmla="*/ 1869296 w 6002842"/>
                  <a:gd name="connsiteY42" fmla="*/ 546159 h 5155710"/>
                  <a:gd name="connsiteX43" fmla="*/ 1562534 w 6002842"/>
                  <a:gd name="connsiteY43" fmla="*/ 1466613 h 5155710"/>
                  <a:gd name="connsiteX44" fmla="*/ 991611 w 6002842"/>
                  <a:gd name="connsiteY44" fmla="*/ 2603486 h 5155710"/>
                  <a:gd name="connsiteX45" fmla="*/ 369734 w 6002842"/>
                  <a:gd name="connsiteY45" fmla="*/ 2501067 h 5155710"/>
                  <a:gd name="connsiteX46" fmla="*/ 367878 w 6002842"/>
                  <a:gd name="connsiteY46" fmla="*/ 2500055 h 5155710"/>
                  <a:gd name="connsiteX47" fmla="*/ 367878 w 6002842"/>
                  <a:gd name="connsiteY47" fmla="*/ 2497947 h 5155710"/>
                  <a:gd name="connsiteX48" fmla="*/ 324461 w 6002842"/>
                  <a:gd name="connsiteY48" fmla="*/ 2333553 h 5155710"/>
                  <a:gd name="connsiteX49" fmla="*/ 312932 w 6002842"/>
                  <a:gd name="connsiteY49" fmla="*/ 2331333 h 5155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6002842" h="5155710">
                    <a:moveTo>
                      <a:pt x="2559926" y="5155654"/>
                    </a:moveTo>
                    <a:cubicBezTo>
                      <a:pt x="1901578" y="5155654"/>
                      <a:pt x="1359506" y="5050845"/>
                      <a:pt x="946422" y="4843421"/>
                    </a:cubicBezTo>
                    <a:cubicBezTo>
                      <a:pt x="568825" y="4653815"/>
                      <a:pt x="299350" y="4379807"/>
                      <a:pt x="145505" y="4029040"/>
                    </a:cubicBezTo>
                    <a:cubicBezTo>
                      <a:pt x="73658" y="3865236"/>
                      <a:pt x="27850" y="3685693"/>
                      <a:pt x="9375" y="3495441"/>
                    </a:cubicBezTo>
                    <a:cubicBezTo>
                      <a:pt x="-6569" y="3331412"/>
                      <a:pt x="-2154" y="3162521"/>
                      <a:pt x="22451" y="2993490"/>
                    </a:cubicBezTo>
                    <a:cubicBezTo>
                      <a:pt x="43372" y="2849838"/>
                      <a:pt x="78522" y="2710824"/>
                      <a:pt x="124133" y="2591485"/>
                    </a:cubicBezTo>
                    <a:cubicBezTo>
                      <a:pt x="165020" y="2484540"/>
                      <a:pt x="211278" y="2401346"/>
                      <a:pt x="254386" y="2357275"/>
                    </a:cubicBezTo>
                    <a:cubicBezTo>
                      <a:pt x="281887" y="2329168"/>
                      <a:pt x="307083" y="2318685"/>
                      <a:pt x="327217" y="2326976"/>
                    </a:cubicBezTo>
                    <a:cubicBezTo>
                      <a:pt x="358964" y="2340046"/>
                      <a:pt x="375499" y="2398423"/>
                      <a:pt x="375049" y="2495867"/>
                    </a:cubicBezTo>
                    <a:cubicBezTo>
                      <a:pt x="625402" y="2633841"/>
                      <a:pt x="826180" y="2666922"/>
                      <a:pt x="988827" y="2596966"/>
                    </a:cubicBezTo>
                    <a:cubicBezTo>
                      <a:pt x="1297023" y="2464416"/>
                      <a:pt x="1422664" y="1978879"/>
                      <a:pt x="1555672" y="1464842"/>
                    </a:cubicBezTo>
                    <a:cubicBezTo>
                      <a:pt x="1639414" y="1141226"/>
                      <a:pt x="1725996" y="806564"/>
                      <a:pt x="1862997" y="542898"/>
                    </a:cubicBezTo>
                    <a:cubicBezTo>
                      <a:pt x="1937122" y="400231"/>
                      <a:pt x="2018810" y="291431"/>
                      <a:pt x="2112732" y="210232"/>
                    </a:cubicBezTo>
                    <a:cubicBezTo>
                      <a:pt x="2217367" y="119814"/>
                      <a:pt x="2339127" y="64332"/>
                      <a:pt x="2474638" y="45388"/>
                    </a:cubicBezTo>
                    <a:cubicBezTo>
                      <a:pt x="3215181" y="-58240"/>
                      <a:pt x="3729666" y="15174"/>
                      <a:pt x="4047480" y="269817"/>
                    </a:cubicBezTo>
                    <a:cubicBezTo>
                      <a:pt x="4218169" y="406583"/>
                      <a:pt x="4335711" y="599055"/>
                      <a:pt x="4406884" y="858280"/>
                    </a:cubicBezTo>
                    <a:cubicBezTo>
                      <a:pt x="4469816" y="1087515"/>
                      <a:pt x="4490204" y="1340893"/>
                      <a:pt x="4509915" y="1585896"/>
                    </a:cubicBezTo>
                    <a:cubicBezTo>
                      <a:pt x="4534493" y="1891384"/>
                      <a:pt x="4557692" y="2179924"/>
                      <a:pt x="4658362" y="2406180"/>
                    </a:cubicBezTo>
                    <a:cubicBezTo>
                      <a:pt x="4771489" y="2660458"/>
                      <a:pt x="4965377" y="2795818"/>
                      <a:pt x="5268568" y="2832131"/>
                    </a:cubicBezTo>
                    <a:cubicBezTo>
                      <a:pt x="5379727" y="2845454"/>
                      <a:pt x="5483603" y="2875584"/>
                      <a:pt x="5577299" y="2921734"/>
                    </a:cubicBezTo>
                    <a:cubicBezTo>
                      <a:pt x="5667958" y="2966367"/>
                      <a:pt x="5747032" y="3024885"/>
                      <a:pt x="5812327" y="3095656"/>
                    </a:cubicBezTo>
                    <a:cubicBezTo>
                      <a:pt x="5943339" y="3237678"/>
                      <a:pt x="6010714" y="3422730"/>
                      <a:pt x="6002109" y="3616748"/>
                    </a:cubicBezTo>
                    <a:cubicBezTo>
                      <a:pt x="5994602" y="3785583"/>
                      <a:pt x="5929531" y="3959561"/>
                      <a:pt x="5813930" y="4119879"/>
                    </a:cubicBezTo>
                    <a:cubicBezTo>
                      <a:pt x="5684577" y="4299254"/>
                      <a:pt x="5495272" y="4460978"/>
                      <a:pt x="5251274" y="4600638"/>
                    </a:cubicBezTo>
                    <a:cubicBezTo>
                      <a:pt x="4979212" y="4756348"/>
                      <a:pt x="4642952" y="4881786"/>
                      <a:pt x="4251829" y="4973441"/>
                    </a:cubicBezTo>
                    <a:cubicBezTo>
                      <a:pt x="3817064" y="5075354"/>
                      <a:pt x="3312729" y="5135699"/>
                      <a:pt x="2752774" y="5152815"/>
                    </a:cubicBezTo>
                    <a:lnTo>
                      <a:pt x="2752774" y="5152815"/>
                    </a:lnTo>
                    <a:cubicBezTo>
                      <a:pt x="2687451" y="5154755"/>
                      <a:pt x="2623140" y="5155710"/>
                      <a:pt x="2559954" y="5155710"/>
                    </a:cubicBezTo>
                    <a:close/>
                    <a:moveTo>
                      <a:pt x="312988" y="2331276"/>
                    </a:moveTo>
                    <a:cubicBezTo>
                      <a:pt x="297719" y="2331276"/>
                      <a:pt x="279469" y="2341760"/>
                      <a:pt x="259475" y="2362222"/>
                    </a:cubicBezTo>
                    <a:cubicBezTo>
                      <a:pt x="217014" y="2405618"/>
                      <a:pt x="171319" y="2487941"/>
                      <a:pt x="130770" y="2594014"/>
                    </a:cubicBezTo>
                    <a:cubicBezTo>
                      <a:pt x="85356" y="2712876"/>
                      <a:pt x="50318" y="2851356"/>
                      <a:pt x="29481" y="2994530"/>
                    </a:cubicBezTo>
                    <a:cubicBezTo>
                      <a:pt x="-8031" y="3252209"/>
                      <a:pt x="-17226" y="3640357"/>
                      <a:pt x="152028" y="4026229"/>
                    </a:cubicBezTo>
                    <a:cubicBezTo>
                      <a:pt x="379323" y="4544454"/>
                      <a:pt x="983090" y="5148599"/>
                      <a:pt x="2560207" y="5148599"/>
                    </a:cubicBezTo>
                    <a:cubicBezTo>
                      <a:pt x="2622859" y="5148599"/>
                      <a:pt x="2686776" y="5147644"/>
                      <a:pt x="2752549" y="5145704"/>
                    </a:cubicBezTo>
                    <a:lnTo>
                      <a:pt x="2752549" y="5145704"/>
                    </a:lnTo>
                    <a:cubicBezTo>
                      <a:pt x="3811327" y="5113326"/>
                      <a:pt x="4674137" y="4922709"/>
                      <a:pt x="5247731" y="4594455"/>
                    </a:cubicBezTo>
                    <a:cubicBezTo>
                      <a:pt x="5876103" y="4234834"/>
                      <a:pt x="5985631" y="3827349"/>
                      <a:pt x="5994995" y="3616439"/>
                    </a:cubicBezTo>
                    <a:cubicBezTo>
                      <a:pt x="6012936" y="3212269"/>
                      <a:pt x="5713878" y="2892644"/>
                      <a:pt x="5267725" y="2839186"/>
                    </a:cubicBezTo>
                    <a:cubicBezTo>
                      <a:pt x="4597144" y="2758858"/>
                      <a:pt x="4551337" y="2189396"/>
                      <a:pt x="4502829" y="1586487"/>
                    </a:cubicBezTo>
                    <a:cubicBezTo>
                      <a:pt x="4462983" y="1091084"/>
                      <a:pt x="4421787" y="578818"/>
                      <a:pt x="4043037" y="275354"/>
                    </a:cubicBezTo>
                    <a:cubicBezTo>
                      <a:pt x="3726826" y="21976"/>
                      <a:pt x="3214112" y="-50932"/>
                      <a:pt x="2475622" y="52415"/>
                    </a:cubicBezTo>
                    <a:cubicBezTo>
                      <a:pt x="2221782" y="87941"/>
                      <a:pt x="2023450" y="249440"/>
                      <a:pt x="1869296" y="546159"/>
                    </a:cubicBezTo>
                    <a:cubicBezTo>
                      <a:pt x="1732660" y="809122"/>
                      <a:pt x="1646191" y="1143390"/>
                      <a:pt x="1562534" y="1466613"/>
                    </a:cubicBezTo>
                    <a:cubicBezTo>
                      <a:pt x="1429075" y="1982392"/>
                      <a:pt x="1303013" y="2469560"/>
                      <a:pt x="991611" y="2603486"/>
                    </a:cubicBezTo>
                    <a:cubicBezTo>
                      <a:pt x="826433" y="2674539"/>
                      <a:pt x="623012" y="2641008"/>
                      <a:pt x="369734" y="2501067"/>
                    </a:cubicBezTo>
                    <a:lnTo>
                      <a:pt x="367878" y="2500055"/>
                    </a:lnTo>
                    <a:lnTo>
                      <a:pt x="367878" y="2497947"/>
                    </a:lnTo>
                    <a:cubicBezTo>
                      <a:pt x="368553" y="2403735"/>
                      <a:pt x="353144" y="2345358"/>
                      <a:pt x="324461" y="2333553"/>
                    </a:cubicBezTo>
                    <a:cubicBezTo>
                      <a:pt x="320833" y="2332063"/>
                      <a:pt x="316981" y="2331333"/>
                      <a:pt x="312932" y="233133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769CD3A7-D1C5-F65C-7FB9-CC28AF806D9F}"/>
                  </a:ext>
                </a:extLst>
              </p:cNvPr>
              <p:cNvSpPr/>
              <p:nvPr/>
            </p:nvSpPr>
            <p:spPr>
              <a:xfrm>
                <a:off x="-961283" y="842736"/>
                <a:ext cx="6115040" cy="5158047"/>
              </a:xfrm>
              <a:custGeom>
                <a:avLst/>
                <a:gdLst>
                  <a:gd name="connsiteX0" fmla="*/ 2581411 w 6115040"/>
                  <a:gd name="connsiteY0" fmla="*/ 5158048 h 5158047"/>
                  <a:gd name="connsiteX1" fmla="*/ 888326 w 6115040"/>
                  <a:gd name="connsiteY1" fmla="*/ 4849243 h 5158047"/>
                  <a:gd name="connsiteX2" fmla="*/ 101498 w 6115040"/>
                  <a:gd name="connsiteY2" fmla="*/ 4038263 h 5158047"/>
                  <a:gd name="connsiteX3" fmla="*/ 40 w 6115040"/>
                  <a:gd name="connsiteY3" fmla="*/ 3476305 h 5158047"/>
                  <a:gd name="connsiteX4" fmla="*/ 67078 w 6115040"/>
                  <a:gd name="connsiteY4" fmla="*/ 2946585 h 5158047"/>
                  <a:gd name="connsiteX5" fmla="*/ 221655 w 6115040"/>
                  <a:gd name="connsiteY5" fmla="*/ 2525524 h 5158047"/>
                  <a:gd name="connsiteX6" fmla="*/ 383402 w 6115040"/>
                  <a:gd name="connsiteY6" fmla="*/ 2289150 h 5158047"/>
                  <a:gd name="connsiteX7" fmla="*/ 451593 w 6115040"/>
                  <a:gd name="connsiteY7" fmla="*/ 2267170 h 5158047"/>
                  <a:gd name="connsiteX8" fmla="*/ 465006 w 6115040"/>
                  <a:gd name="connsiteY8" fmla="*/ 2458659 h 5158047"/>
                  <a:gd name="connsiteX9" fmla="*/ 957136 w 6115040"/>
                  <a:gd name="connsiteY9" fmla="*/ 2573698 h 5158047"/>
                  <a:gd name="connsiteX10" fmla="*/ 1293847 w 6115040"/>
                  <a:gd name="connsiteY10" fmla="*/ 2190496 h 5158047"/>
                  <a:gd name="connsiteX11" fmla="*/ 1533233 w 6115040"/>
                  <a:gd name="connsiteY11" fmla="*/ 1506135 h 5158047"/>
                  <a:gd name="connsiteX12" fmla="*/ 1887125 w 6115040"/>
                  <a:gd name="connsiteY12" fmla="*/ 567018 h 5158047"/>
                  <a:gd name="connsiteX13" fmla="*/ 2155082 w 6115040"/>
                  <a:gd name="connsiteY13" fmla="*/ 223643 h 5158047"/>
                  <a:gd name="connsiteX14" fmla="*/ 2526464 w 6115040"/>
                  <a:gd name="connsiteY14" fmla="*/ 52223 h 5158047"/>
                  <a:gd name="connsiteX15" fmla="*/ 3602227 w 6115040"/>
                  <a:gd name="connsiteY15" fmla="*/ 31396 h 5158047"/>
                  <a:gd name="connsiteX16" fmla="*/ 3968351 w 6115040"/>
                  <a:gd name="connsiteY16" fmla="*/ 134630 h 5158047"/>
                  <a:gd name="connsiteX17" fmla="*/ 4239513 w 6115040"/>
                  <a:gd name="connsiteY17" fmla="*/ 298771 h 5158047"/>
                  <a:gd name="connsiteX18" fmla="*/ 4611852 w 6115040"/>
                  <a:gd name="connsiteY18" fmla="*/ 957781 h 5158047"/>
                  <a:gd name="connsiteX19" fmla="*/ 4688845 w 6115040"/>
                  <a:gd name="connsiteY19" fmla="*/ 1754089 h 5158047"/>
                  <a:gd name="connsiteX20" fmla="*/ 4790696 w 6115040"/>
                  <a:gd name="connsiteY20" fmla="*/ 2548796 h 5158047"/>
                  <a:gd name="connsiteX21" fmla="*/ 5324641 w 6115040"/>
                  <a:gd name="connsiteY21" fmla="*/ 2898664 h 5158047"/>
                  <a:gd name="connsiteX22" fmla="*/ 5325231 w 6115040"/>
                  <a:gd name="connsiteY22" fmla="*/ 2898664 h 5158047"/>
                  <a:gd name="connsiteX23" fmla="*/ 5325793 w 6115040"/>
                  <a:gd name="connsiteY23" fmla="*/ 2898888 h 5158047"/>
                  <a:gd name="connsiteX24" fmla="*/ 5926664 w 6115040"/>
                  <a:gd name="connsiteY24" fmla="*/ 3336616 h 5158047"/>
                  <a:gd name="connsiteX25" fmla="*/ 6083996 w 6115040"/>
                  <a:gd name="connsiteY25" fmla="*/ 3633026 h 5158047"/>
                  <a:gd name="connsiteX26" fmla="*/ 6104889 w 6115040"/>
                  <a:gd name="connsiteY26" fmla="*/ 3952792 h 5158047"/>
                  <a:gd name="connsiteX27" fmla="*/ 5290756 w 6115040"/>
                  <a:gd name="connsiteY27" fmla="*/ 4741174 h 5158047"/>
                  <a:gd name="connsiteX28" fmla="*/ 2788431 w 6115040"/>
                  <a:gd name="connsiteY28" fmla="*/ 5155153 h 5158047"/>
                  <a:gd name="connsiteX29" fmla="*/ 2788431 w 6115040"/>
                  <a:gd name="connsiteY29" fmla="*/ 5155153 h 5158047"/>
                  <a:gd name="connsiteX30" fmla="*/ 2581495 w 6115040"/>
                  <a:gd name="connsiteY30" fmla="*/ 5158048 h 5158047"/>
                  <a:gd name="connsiteX31" fmla="*/ 435846 w 6115040"/>
                  <a:gd name="connsiteY31" fmla="*/ 2269756 h 5158047"/>
                  <a:gd name="connsiteX32" fmla="*/ 387676 w 6115040"/>
                  <a:gd name="connsiteY32" fmla="*/ 2294209 h 5158047"/>
                  <a:gd name="connsiteX33" fmla="*/ 73490 w 6115040"/>
                  <a:gd name="connsiteY33" fmla="*/ 2948243 h 5158047"/>
                  <a:gd name="connsiteX34" fmla="*/ 107656 w 6115040"/>
                  <a:gd name="connsiteY34" fmla="*/ 4035930 h 5158047"/>
                  <a:gd name="connsiteX35" fmla="*/ 891223 w 6115040"/>
                  <a:gd name="connsiteY35" fmla="*/ 4843341 h 5158047"/>
                  <a:gd name="connsiteX36" fmla="*/ 2788178 w 6115040"/>
                  <a:gd name="connsiteY36" fmla="*/ 5148576 h 5158047"/>
                  <a:gd name="connsiteX37" fmla="*/ 2788178 w 6115040"/>
                  <a:gd name="connsiteY37" fmla="*/ 5148576 h 5158047"/>
                  <a:gd name="connsiteX38" fmla="*/ 5288113 w 6115040"/>
                  <a:gd name="connsiteY38" fmla="*/ 4735104 h 5158047"/>
                  <a:gd name="connsiteX39" fmla="*/ 6098309 w 6115040"/>
                  <a:gd name="connsiteY39" fmla="*/ 3951639 h 5158047"/>
                  <a:gd name="connsiteX40" fmla="*/ 5921377 w 6115040"/>
                  <a:gd name="connsiteY40" fmla="*/ 3340692 h 5158047"/>
                  <a:gd name="connsiteX41" fmla="*/ 5323825 w 6115040"/>
                  <a:gd name="connsiteY41" fmla="*/ 2905297 h 5158047"/>
                  <a:gd name="connsiteX42" fmla="*/ 4972324 w 6115040"/>
                  <a:gd name="connsiteY42" fmla="*/ 2805098 h 5158047"/>
                  <a:gd name="connsiteX43" fmla="*/ 4784453 w 6115040"/>
                  <a:gd name="connsiteY43" fmla="*/ 2551269 h 5158047"/>
                  <a:gd name="connsiteX44" fmla="*/ 4682152 w 6115040"/>
                  <a:gd name="connsiteY44" fmla="*/ 1754370 h 5158047"/>
                  <a:gd name="connsiteX45" fmla="*/ 4235211 w 6115040"/>
                  <a:gd name="connsiteY45" fmla="*/ 303915 h 5158047"/>
                  <a:gd name="connsiteX46" fmla="*/ 2527364 w 6115040"/>
                  <a:gd name="connsiteY46" fmla="*/ 58856 h 5158047"/>
                  <a:gd name="connsiteX47" fmla="*/ 1892833 w 6115040"/>
                  <a:gd name="connsiteY47" fmla="*/ 570335 h 5158047"/>
                  <a:gd name="connsiteX48" fmla="*/ 1539504 w 6115040"/>
                  <a:gd name="connsiteY48" fmla="*/ 1508159 h 5158047"/>
                  <a:gd name="connsiteX49" fmla="*/ 1299780 w 6115040"/>
                  <a:gd name="connsiteY49" fmla="*/ 2193419 h 5158047"/>
                  <a:gd name="connsiteX50" fmla="*/ 1149703 w 6115040"/>
                  <a:gd name="connsiteY50" fmla="*/ 2439153 h 5158047"/>
                  <a:gd name="connsiteX51" fmla="*/ 959330 w 6115040"/>
                  <a:gd name="connsiteY51" fmla="*/ 2579994 h 5158047"/>
                  <a:gd name="connsiteX52" fmla="*/ 834533 w 6115040"/>
                  <a:gd name="connsiteY52" fmla="*/ 2601524 h 5158047"/>
                  <a:gd name="connsiteX53" fmla="*/ 459495 w 6115040"/>
                  <a:gd name="connsiteY53" fmla="*/ 2463072 h 5158047"/>
                  <a:gd name="connsiteX54" fmla="*/ 457667 w 6115040"/>
                  <a:gd name="connsiteY54" fmla="*/ 2461863 h 5158047"/>
                  <a:gd name="connsiteX55" fmla="*/ 458061 w 6115040"/>
                  <a:gd name="connsiteY55" fmla="*/ 2459699 h 5158047"/>
                  <a:gd name="connsiteX56" fmla="*/ 448247 w 6115040"/>
                  <a:gd name="connsiteY56" fmla="*/ 2272988 h 5158047"/>
                  <a:gd name="connsiteX57" fmla="*/ 435846 w 6115040"/>
                  <a:gd name="connsiteY57" fmla="*/ 2269812 h 5158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115040" h="5158047">
                    <a:moveTo>
                      <a:pt x="2581411" y="5158048"/>
                    </a:moveTo>
                    <a:cubicBezTo>
                      <a:pt x="1879448" y="5158048"/>
                      <a:pt x="1310578" y="5054392"/>
                      <a:pt x="888326" y="4849243"/>
                    </a:cubicBezTo>
                    <a:cubicBezTo>
                      <a:pt x="500944" y="4661043"/>
                      <a:pt x="236221" y="4388187"/>
                      <a:pt x="101498" y="4038263"/>
                    </a:cubicBezTo>
                    <a:cubicBezTo>
                      <a:pt x="35528" y="3866871"/>
                      <a:pt x="1390" y="3677799"/>
                      <a:pt x="40" y="3476305"/>
                    </a:cubicBezTo>
                    <a:cubicBezTo>
                      <a:pt x="-1085" y="3303985"/>
                      <a:pt x="21468" y="3125791"/>
                      <a:pt x="67078" y="2946585"/>
                    </a:cubicBezTo>
                    <a:cubicBezTo>
                      <a:pt x="115445" y="2756642"/>
                      <a:pt x="177815" y="2612766"/>
                      <a:pt x="221655" y="2525524"/>
                    </a:cubicBezTo>
                    <a:cubicBezTo>
                      <a:pt x="276573" y="2416218"/>
                      <a:pt x="335513" y="2330044"/>
                      <a:pt x="383402" y="2289150"/>
                    </a:cubicBezTo>
                    <a:cubicBezTo>
                      <a:pt x="411437" y="2265203"/>
                      <a:pt x="435002" y="2257614"/>
                      <a:pt x="451593" y="2267170"/>
                    </a:cubicBezTo>
                    <a:cubicBezTo>
                      <a:pt x="480388" y="2283781"/>
                      <a:pt x="485000" y="2350000"/>
                      <a:pt x="465006" y="2458659"/>
                    </a:cubicBezTo>
                    <a:cubicBezTo>
                      <a:pt x="659007" y="2585700"/>
                      <a:pt x="819995" y="2623334"/>
                      <a:pt x="957136" y="2573698"/>
                    </a:cubicBezTo>
                    <a:cubicBezTo>
                      <a:pt x="1086180" y="2527014"/>
                      <a:pt x="1193177" y="2405257"/>
                      <a:pt x="1293847" y="2190496"/>
                    </a:cubicBezTo>
                    <a:cubicBezTo>
                      <a:pt x="1383606" y="1999008"/>
                      <a:pt x="1456297" y="1759598"/>
                      <a:pt x="1533233" y="1506135"/>
                    </a:cubicBezTo>
                    <a:cubicBezTo>
                      <a:pt x="1632891" y="1177825"/>
                      <a:pt x="1735951" y="838329"/>
                      <a:pt x="1887125" y="567018"/>
                    </a:cubicBezTo>
                    <a:cubicBezTo>
                      <a:pt x="1969039" y="419994"/>
                      <a:pt x="2056689" y="307681"/>
                      <a:pt x="2155082" y="223643"/>
                    </a:cubicBezTo>
                    <a:cubicBezTo>
                      <a:pt x="2264947" y="129824"/>
                      <a:pt x="2389884" y="72150"/>
                      <a:pt x="2526464" y="52223"/>
                    </a:cubicBezTo>
                    <a:cubicBezTo>
                      <a:pt x="2949812" y="-9555"/>
                      <a:pt x="3311746" y="-16554"/>
                      <a:pt x="3602227" y="31396"/>
                    </a:cubicBezTo>
                    <a:cubicBezTo>
                      <a:pt x="3737401" y="53712"/>
                      <a:pt x="3860595" y="88452"/>
                      <a:pt x="3968351" y="134630"/>
                    </a:cubicBezTo>
                    <a:cubicBezTo>
                      <a:pt x="4070090" y="178251"/>
                      <a:pt x="4161311" y="233452"/>
                      <a:pt x="4239513" y="298771"/>
                    </a:cubicBezTo>
                    <a:cubicBezTo>
                      <a:pt x="4423419" y="452316"/>
                      <a:pt x="4545207" y="667892"/>
                      <a:pt x="4611852" y="957781"/>
                    </a:cubicBezTo>
                    <a:cubicBezTo>
                      <a:pt x="4670426" y="1212565"/>
                      <a:pt x="4679790" y="1487866"/>
                      <a:pt x="4688845" y="1754089"/>
                    </a:cubicBezTo>
                    <a:cubicBezTo>
                      <a:pt x="4699081" y="2055136"/>
                      <a:pt x="4708754" y="2339460"/>
                      <a:pt x="4790696" y="2548796"/>
                    </a:cubicBezTo>
                    <a:cubicBezTo>
                      <a:pt x="4881917" y="2781825"/>
                      <a:pt x="5051566" y="2892986"/>
                      <a:pt x="5324641" y="2898664"/>
                    </a:cubicBezTo>
                    <a:lnTo>
                      <a:pt x="5325231" y="2898664"/>
                    </a:lnTo>
                    <a:cubicBezTo>
                      <a:pt x="5325231" y="2898664"/>
                      <a:pt x="5325793" y="2898888"/>
                      <a:pt x="5325793" y="2898888"/>
                    </a:cubicBezTo>
                    <a:cubicBezTo>
                      <a:pt x="5570101" y="2996530"/>
                      <a:pt x="5783504" y="3151958"/>
                      <a:pt x="5926664" y="3336616"/>
                    </a:cubicBezTo>
                    <a:cubicBezTo>
                      <a:pt x="6000311" y="3431588"/>
                      <a:pt x="6053233" y="3531309"/>
                      <a:pt x="6083996" y="3633026"/>
                    </a:cubicBezTo>
                    <a:cubicBezTo>
                      <a:pt x="6116503" y="3740448"/>
                      <a:pt x="6123505" y="3848011"/>
                      <a:pt x="6104889" y="3952792"/>
                    </a:cubicBezTo>
                    <a:cubicBezTo>
                      <a:pt x="6049099" y="4266431"/>
                      <a:pt x="5767561" y="4539034"/>
                      <a:pt x="5290756" y="4741174"/>
                    </a:cubicBezTo>
                    <a:cubicBezTo>
                      <a:pt x="4715334" y="4985109"/>
                      <a:pt x="3873445" y="5124405"/>
                      <a:pt x="2788431" y="5155153"/>
                    </a:cubicBezTo>
                    <a:lnTo>
                      <a:pt x="2788431" y="5155153"/>
                    </a:lnTo>
                    <a:cubicBezTo>
                      <a:pt x="2718215" y="5157092"/>
                      <a:pt x="2649236" y="5158048"/>
                      <a:pt x="2581495" y="5158048"/>
                    </a:cubicBezTo>
                    <a:close/>
                    <a:moveTo>
                      <a:pt x="435846" y="2269756"/>
                    </a:moveTo>
                    <a:cubicBezTo>
                      <a:pt x="420070" y="2269756"/>
                      <a:pt x="401680" y="2282236"/>
                      <a:pt x="387676" y="2294209"/>
                    </a:cubicBezTo>
                    <a:cubicBezTo>
                      <a:pt x="296201" y="2372344"/>
                      <a:pt x="154982" y="2628140"/>
                      <a:pt x="73490" y="2948243"/>
                    </a:cubicBezTo>
                    <a:cubicBezTo>
                      <a:pt x="3639" y="3222561"/>
                      <a:pt x="-47117" y="3633925"/>
                      <a:pt x="107656" y="4035930"/>
                    </a:cubicBezTo>
                    <a:cubicBezTo>
                      <a:pt x="241761" y="4384252"/>
                      <a:pt x="505387" y="4655900"/>
                      <a:pt x="891223" y="4843341"/>
                    </a:cubicBezTo>
                    <a:cubicBezTo>
                      <a:pt x="1353264" y="5067798"/>
                      <a:pt x="1991479" y="5170499"/>
                      <a:pt x="2788178" y="5148576"/>
                    </a:cubicBezTo>
                    <a:lnTo>
                      <a:pt x="2788178" y="5148576"/>
                    </a:lnTo>
                    <a:cubicBezTo>
                      <a:pt x="3872349" y="5117856"/>
                      <a:pt x="4713450" y="4978729"/>
                      <a:pt x="5288113" y="4735104"/>
                    </a:cubicBezTo>
                    <a:cubicBezTo>
                      <a:pt x="5762752" y="4533890"/>
                      <a:pt x="6042912" y="4262974"/>
                      <a:pt x="6098309" y="3951639"/>
                    </a:cubicBezTo>
                    <a:cubicBezTo>
                      <a:pt x="6134556" y="3747953"/>
                      <a:pt x="6073367" y="3536706"/>
                      <a:pt x="5921377" y="3340692"/>
                    </a:cubicBezTo>
                    <a:cubicBezTo>
                      <a:pt x="5779034" y="3157129"/>
                      <a:pt x="5566839" y="3002488"/>
                      <a:pt x="5323825" y="2905297"/>
                    </a:cubicBezTo>
                    <a:cubicBezTo>
                      <a:pt x="5178529" y="2902205"/>
                      <a:pt x="5063517" y="2869405"/>
                      <a:pt x="4972324" y="2805098"/>
                    </a:cubicBezTo>
                    <a:cubicBezTo>
                      <a:pt x="4890044" y="2747058"/>
                      <a:pt x="4828573" y="2664032"/>
                      <a:pt x="4784453" y="2551269"/>
                    </a:cubicBezTo>
                    <a:cubicBezTo>
                      <a:pt x="4702117" y="2340893"/>
                      <a:pt x="4692416" y="2056008"/>
                      <a:pt x="4682152" y="1754370"/>
                    </a:cubicBezTo>
                    <a:cubicBezTo>
                      <a:pt x="4664465" y="1234656"/>
                      <a:pt x="4644443" y="645604"/>
                      <a:pt x="4235211" y="303915"/>
                    </a:cubicBezTo>
                    <a:cubicBezTo>
                      <a:pt x="3896139" y="20800"/>
                      <a:pt x="3337504" y="-59360"/>
                      <a:pt x="2527364" y="58856"/>
                    </a:cubicBezTo>
                    <a:cubicBezTo>
                      <a:pt x="2271358" y="96209"/>
                      <a:pt x="2063804" y="263526"/>
                      <a:pt x="1892833" y="570335"/>
                    </a:cubicBezTo>
                    <a:cubicBezTo>
                      <a:pt x="1741997" y="841055"/>
                      <a:pt x="1639049" y="1180186"/>
                      <a:pt x="1539504" y="1508159"/>
                    </a:cubicBezTo>
                    <a:cubicBezTo>
                      <a:pt x="1462483" y="1761875"/>
                      <a:pt x="1389736" y="2001509"/>
                      <a:pt x="1299780" y="2193419"/>
                    </a:cubicBezTo>
                    <a:cubicBezTo>
                      <a:pt x="1251498" y="2296401"/>
                      <a:pt x="1202400" y="2376785"/>
                      <a:pt x="1149703" y="2439153"/>
                    </a:cubicBezTo>
                    <a:cubicBezTo>
                      <a:pt x="1090763" y="2508913"/>
                      <a:pt x="1028505" y="2554979"/>
                      <a:pt x="959330" y="2579994"/>
                    </a:cubicBezTo>
                    <a:cubicBezTo>
                      <a:pt x="919737" y="2594328"/>
                      <a:pt x="878175" y="2601524"/>
                      <a:pt x="834533" y="2601524"/>
                    </a:cubicBezTo>
                    <a:cubicBezTo>
                      <a:pt x="724246" y="2601524"/>
                      <a:pt x="600405" y="2555654"/>
                      <a:pt x="459495" y="2463072"/>
                    </a:cubicBezTo>
                    <a:lnTo>
                      <a:pt x="457667" y="2461863"/>
                    </a:lnTo>
                    <a:lnTo>
                      <a:pt x="458061" y="2459699"/>
                    </a:lnTo>
                    <a:cubicBezTo>
                      <a:pt x="484550" y="2317453"/>
                      <a:pt x="463291" y="2281673"/>
                      <a:pt x="448247" y="2272988"/>
                    </a:cubicBezTo>
                    <a:cubicBezTo>
                      <a:pt x="444422" y="2270768"/>
                      <a:pt x="440232" y="2269812"/>
                      <a:pt x="435846" y="2269812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3AA85C3B-0FA4-7876-60D0-708BEB4DD135}"/>
                  </a:ext>
                </a:extLst>
              </p:cNvPr>
              <p:cNvSpPr/>
              <p:nvPr/>
            </p:nvSpPr>
            <p:spPr>
              <a:xfrm>
                <a:off x="-1030340" y="872153"/>
                <a:ext cx="6272105" cy="5165562"/>
              </a:xfrm>
              <a:custGeom>
                <a:avLst/>
                <a:gdLst>
                  <a:gd name="connsiteX0" fmla="*/ 2623979 w 6272105"/>
                  <a:gd name="connsiteY0" fmla="*/ 5165563 h 5165562"/>
                  <a:gd name="connsiteX1" fmla="*/ 1670678 w 6272105"/>
                  <a:gd name="connsiteY1" fmla="*/ 5097517 h 5165562"/>
                  <a:gd name="connsiteX2" fmla="*/ 854042 w 6272105"/>
                  <a:gd name="connsiteY2" fmla="*/ 4861396 h 5165562"/>
                  <a:gd name="connsiteX3" fmla="*/ 73287 w 6272105"/>
                  <a:gd name="connsiteY3" fmla="*/ 4056514 h 5165562"/>
                  <a:gd name="connsiteX4" fmla="*/ 4843 w 6272105"/>
                  <a:gd name="connsiteY4" fmla="*/ 3467883 h 5165562"/>
                  <a:gd name="connsiteX5" fmla="*/ 126575 w 6272105"/>
                  <a:gd name="connsiteY5" fmla="*/ 2910900 h 5165562"/>
                  <a:gd name="connsiteX6" fmla="*/ 335788 w 6272105"/>
                  <a:gd name="connsiteY6" fmla="*/ 2469799 h 5165562"/>
                  <a:gd name="connsiteX7" fmla="*/ 530464 w 6272105"/>
                  <a:gd name="connsiteY7" fmla="*/ 2228563 h 5165562"/>
                  <a:gd name="connsiteX8" fmla="*/ 596434 w 6272105"/>
                  <a:gd name="connsiteY8" fmla="*/ 2211699 h 5165562"/>
                  <a:gd name="connsiteX9" fmla="*/ 575203 w 6272105"/>
                  <a:gd name="connsiteY9" fmla="*/ 2426712 h 5165562"/>
                  <a:gd name="connsiteX10" fmla="*/ 952322 w 6272105"/>
                  <a:gd name="connsiteY10" fmla="*/ 2552207 h 5165562"/>
                  <a:gd name="connsiteX11" fmla="*/ 1267689 w 6272105"/>
                  <a:gd name="connsiteY11" fmla="*/ 2213020 h 5165562"/>
                  <a:gd name="connsiteX12" fmla="*/ 1523244 w 6272105"/>
                  <a:gd name="connsiteY12" fmla="*/ 1560728 h 5165562"/>
                  <a:gd name="connsiteX13" fmla="*/ 1926909 w 6272105"/>
                  <a:gd name="connsiteY13" fmla="*/ 600363 h 5165562"/>
                  <a:gd name="connsiteX14" fmla="*/ 2598642 w 6272105"/>
                  <a:gd name="connsiteY14" fmla="*/ 64347 h 5165562"/>
                  <a:gd name="connsiteX15" fmla="*/ 3272288 w 6272105"/>
                  <a:gd name="connsiteY15" fmla="*/ 1107 h 5165562"/>
                  <a:gd name="connsiteX16" fmla="*/ 3799455 w 6272105"/>
                  <a:gd name="connsiteY16" fmla="*/ 31125 h 5165562"/>
                  <a:gd name="connsiteX17" fmla="*/ 4198058 w 6272105"/>
                  <a:gd name="connsiteY17" fmla="*/ 141470 h 5165562"/>
                  <a:gd name="connsiteX18" fmla="*/ 4485924 w 6272105"/>
                  <a:gd name="connsiteY18" fmla="*/ 319243 h 5165562"/>
                  <a:gd name="connsiteX19" fmla="*/ 4843049 w 6272105"/>
                  <a:gd name="connsiteY19" fmla="*/ 1002311 h 5165562"/>
                  <a:gd name="connsiteX20" fmla="*/ 4885905 w 6272105"/>
                  <a:gd name="connsiteY20" fmla="*/ 1821021 h 5165562"/>
                  <a:gd name="connsiteX21" fmla="*/ 4943494 w 6272105"/>
                  <a:gd name="connsiteY21" fmla="*/ 2596587 h 5165562"/>
                  <a:gd name="connsiteX22" fmla="*/ 5401599 w 6272105"/>
                  <a:gd name="connsiteY22" fmla="*/ 2970401 h 5165562"/>
                  <a:gd name="connsiteX23" fmla="*/ 5402190 w 6272105"/>
                  <a:gd name="connsiteY23" fmla="*/ 2970458 h 5165562"/>
                  <a:gd name="connsiteX24" fmla="*/ 5402696 w 6272105"/>
                  <a:gd name="connsiteY24" fmla="*/ 2970710 h 5165562"/>
                  <a:gd name="connsiteX25" fmla="*/ 6056263 w 6272105"/>
                  <a:gd name="connsiteY25" fmla="*/ 3479969 h 5165562"/>
                  <a:gd name="connsiteX26" fmla="*/ 6258560 w 6272105"/>
                  <a:gd name="connsiteY26" fmla="*/ 4120822 h 5165562"/>
                  <a:gd name="connsiteX27" fmla="*/ 6017036 w 6272105"/>
                  <a:gd name="connsiteY27" fmla="*/ 4489408 h 5165562"/>
                  <a:gd name="connsiteX28" fmla="*/ 5417346 w 6272105"/>
                  <a:gd name="connsiteY28" fmla="*/ 4808500 h 5165562"/>
                  <a:gd name="connsiteX29" fmla="*/ 2844384 w 6272105"/>
                  <a:gd name="connsiteY29" fmla="*/ 5162639 h 5165562"/>
                  <a:gd name="connsiteX30" fmla="*/ 2844384 w 6272105"/>
                  <a:gd name="connsiteY30" fmla="*/ 5162639 h 5165562"/>
                  <a:gd name="connsiteX31" fmla="*/ 2623979 w 6272105"/>
                  <a:gd name="connsiteY31" fmla="*/ 5165534 h 5165562"/>
                  <a:gd name="connsiteX32" fmla="*/ 579955 w 6272105"/>
                  <a:gd name="connsiteY32" fmla="*/ 2212739 h 5165562"/>
                  <a:gd name="connsiteX33" fmla="*/ 534063 w 6272105"/>
                  <a:gd name="connsiteY33" fmla="*/ 2233453 h 5165562"/>
                  <a:gd name="connsiteX34" fmla="*/ 340962 w 6272105"/>
                  <a:gd name="connsiteY34" fmla="*/ 2472975 h 5165562"/>
                  <a:gd name="connsiteX35" fmla="*/ 132283 w 6272105"/>
                  <a:gd name="connsiteY35" fmla="*/ 2912924 h 5165562"/>
                  <a:gd name="connsiteX36" fmla="*/ 79023 w 6272105"/>
                  <a:gd name="connsiteY36" fmla="*/ 4054519 h 5165562"/>
                  <a:gd name="connsiteX37" fmla="*/ 856601 w 6272105"/>
                  <a:gd name="connsiteY37" fmla="*/ 4855859 h 5165562"/>
                  <a:gd name="connsiteX38" fmla="*/ 2844215 w 6272105"/>
                  <a:gd name="connsiteY38" fmla="*/ 5156568 h 5165562"/>
                  <a:gd name="connsiteX39" fmla="*/ 2844215 w 6272105"/>
                  <a:gd name="connsiteY39" fmla="*/ 5156568 h 5165562"/>
                  <a:gd name="connsiteX40" fmla="*/ 5415294 w 6272105"/>
                  <a:gd name="connsiteY40" fmla="*/ 4802766 h 5165562"/>
                  <a:gd name="connsiteX41" fmla="*/ 6013043 w 6272105"/>
                  <a:gd name="connsiteY41" fmla="*/ 4484799 h 5165562"/>
                  <a:gd name="connsiteX42" fmla="*/ 6252570 w 6272105"/>
                  <a:gd name="connsiteY42" fmla="*/ 4119501 h 5165562"/>
                  <a:gd name="connsiteX43" fmla="*/ 6051483 w 6272105"/>
                  <a:gd name="connsiteY43" fmla="*/ 3483848 h 5165562"/>
                  <a:gd name="connsiteX44" fmla="*/ 5400390 w 6272105"/>
                  <a:gd name="connsiteY44" fmla="*/ 2976444 h 5165562"/>
                  <a:gd name="connsiteX45" fmla="*/ 5093403 w 6272105"/>
                  <a:gd name="connsiteY45" fmla="*/ 2856121 h 5165562"/>
                  <a:gd name="connsiteX46" fmla="*/ 4937617 w 6272105"/>
                  <a:gd name="connsiteY46" fmla="*/ 2598386 h 5165562"/>
                  <a:gd name="connsiteX47" fmla="*/ 4879746 w 6272105"/>
                  <a:gd name="connsiteY47" fmla="*/ 1820936 h 5165562"/>
                  <a:gd name="connsiteX48" fmla="*/ 4481846 w 6272105"/>
                  <a:gd name="connsiteY48" fmla="*/ 323852 h 5165562"/>
                  <a:gd name="connsiteX49" fmla="*/ 3366068 w 6272105"/>
                  <a:gd name="connsiteY49" fmla="*/ 5717 h 5165562"/>
                  <a:gd name="connsiteX50" fmla="*/ 2599514 w 6272105"/>
                  <a:gd name="connsiteY50" fmla="*/ 70361 h 5165562"/>
                  <a:gd name="connsiteX51" fmla="*/ 1932111 w 6272105"/>
                  <a:gd name="connsiteY51" fmla="*/ 603454 h 5165562"/>
                  <a:gd name="connsiteX52" fmla="*/ 1528981 w 6272105"/>
                  <a:gd name="connsiteY52" fmla="*/ 1562724 h 5165562"/>
                  <a:gd name="connsiteX53" fmla="*/ 1273088 w 6272105"/>
                  <a:gd name="connsiteY53" fmla="*/ 2215774 h 5165562"/>
                  <a:gd name="connsiteX54" fmla="*/ 953925 w 6272105"/>
                  <a:gd name="connsiteY54" fmla="*/ 2558081 h 5165562"/>
                  <a:gd name="connsiteX55" fmla="*/ 569635 w 6272105"/>
                  <a:gd name="connsiteY55" fmla="*/ 2430113 h 5165562"/>
                  <a:gd name="connsiteX56" fmla="*/ 568004 w 6272105"/>
                  <a:gd name="connsiteY56" fmla="*/ 2428764 h 5165562"/>
                  <a:gd name="connsiteX57" fmla="*/ 568679 w 6272105"/>
                  <a:gd name="connsiteY57" fmla="*/ 2426769 h 5165562"/>
                  <a:gd name="connsiteX58" fmla="*/ 592778 w 6272105"/>
                  <a:gd name="connsiteY58" fmla="*/ 2216646 h 5165562"/>
                  <a:gd name="connsiteX59" fmla="*/ 579927 w 6272105"/>
                  <a:gd name="connsiteY59" fmla="*/ 2212767 h 5165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272105" h="5165562">
                    <a:moveTo>
                      <a:pt x="2623979" y="5165563"/>
                    </a:moveTo>
                    <a:cubicBezTo>
                      <a:pt x="2272646" y="5165563"/>
                      <a:pt x="1952864" y="5142768"/>
                      <a:pt x="1670678" y="5097517"/>
                    </a:cubicBezTo>
                    <a:cubicBezTo>
                      <a:pt x="1356267" y="5047094"/>
                      <a:pt x="1081506" y="4967638"/>
                      <a:pt x="854042" y="4861396"/>
                    </a:cubicBezTo>
                    <a:cubicBezTo>
                      <a:pt x="455411" y="4675191"/>
                      <a:pt x="192713" y="4404387"/>
                      <a:pt x="73287" y="4056514"/>
                    </a:cubicBezTo>
                    <a:cubicBezTo>
                      <a:pt x="12041" y="3878123"/>
                      <a:pt x="-10989" y="3680058"/>
                      <a:pt x="4843" y="3467883"/>
                    </a:cubicBezTo>
                    <a:cubicBezTo>
                      <a:pt x="18312" y="3287469"/>
                      <a:pt x="59255" y="3100084"/>
                      <a:pt x="126575" y="2910900"/>
                    </a:cubicBezTo>
                    <a:cubicBezTo>
                      <a:pt x="197269" y="2712217"/>
                      <a:pt x="279379" y="2561370"/>
                      <a:pt x="335788" y="2469799"/>
                    </a:cubicBezTo>
                    <a:cubicBezTo>
                      <a:pt x="405948" y="2355969"/>
                      <a:pt x="476895" y="2268024"/>
                      <a:pt x="530464" y="2228563"/>
                    </a:cubicBezTo>
                    <a:cubicBezTo>
                      <a:pt x="559877" y="2206893"/>
                      <a:pt x="582064" y="2201215"/>
                      <a:pt x="596434" y="2211699"/>
                    </a:cubicBezTo>
                    <a:cubicBezTo>
                      <a:pt x="623288" y="2231289"/>
                      <a:pt x="615921" y="2305602"/>
                      <a:pt x="575203" y="2426712"/>
                    </a:cubicBezTo>
                    <a:cubicBezTo>
                      <a:pt x="718137" y="2542539"/>
                      <a:pt x="841500" y="2583602"/>
                      <a:pt x="952322" y="2552207"/>
                    </a:cubicBezTo>
                    <a:cubicBezTo>
                      <a:pt x="1066518" y="2519857"/>
                      <a:pt x="1166738" y="2412069"/>
                      <a:pt x="1267689" y="2213020"/>
                    </a:cubicBezTo>
                    <a:cubicBezTo>
                      <a:pt x="1358151" y="2034685"/>
                      <a:pt x="1438350" y="1804466"/>
                      <a:pt x="1523244" y="1560728"/>
                    </a:cubicBezTo>
                    <a:cubicBezTo>
                      <a:pt x="1639606" y="1226656"/>
                      <a:pt x="1759960" y="881229"/>
                      <a:pt x="1926909" y="600363"/>
                    </a:cubicBezTo>
                    <a:cubicBezTo>
                      <a:pt x="2117760" y="279304"/>
                      <a:pt x="2337491" y="103949"/>
                      <a:pt x="2598642" y="64347"/>
                    </a:cubicBezTo>
                    <a:cubicBezTo>
                      <a:pt x="2842978" y="27303"/>
                      <a:pt x="3069626" y="6026"/>
                      <a:pt x="3272288" y="1107"/>
                    </a:cubicBezTo>
                    <a:cubicBezTo>
                      <a:pt x="3465698" y="-3558"/>
                      <a:pt x="3643051" y="6532"/>
                      <a:pt x="3799455" y="31125"/>
                    </a:cubicBezTo>
                    <a:cubicBezTo>
                      <a:pt x="3947873" y="54481"/>
                      <a:pt x="4081978" y="91610"/>
                      <a:pt x="4198058" y="141470"/>
                    </a:cubicBezTo>
                    <a:cubicBezTo>
                      <a:pt x="4307389" y="188436"/>
                      <a:pt x="4404235" y="248275"/>
                      <a:pt x="4485924" y="319243"/>
                    </a:cubicBezTo>
                    <a:cubicBezTo>
                      <a:pt x="4670336" y="479505"/>
                      <a:pt x="4787147" y="702951"/>
                      <a:pt x="4843049" y="1002311"/>
                    </a:cubicBezTo>
                    <a:cubicBezTo>
                      <a:pt x="4892119" y="1265218"/>
                      <a:pt x="4888970" y="1547771"/>
                      <a:pt x="4885905" y="1821021"/>
                    </a:cubicBezTo>
                    <a:cubicBezTo>
                      <a:pt x="4882643" y="2112961"/>
                      <a:pt x="4879549" y="2388741"/>
                      <a:pt x="4943494" y="2596587"/>
                    </a:cubicBezTo>
                    <a:cubicBezTo>
                      <a:pt x="5014666" y="2827902"/>
                      <a:pt x="5160216" y="2946679"/>
                      <a:pt x="5401599" y="2970401"/>
                    </a:cubicBezTo>
                    <a:lnTo>
                      <a:pt x="5402190" y="2970458"/>
                    </a:lnTo>
                    <a:lnTo>
                      <a:pt x="5402696" y="2970710"/>
                    </a:lnTo>
                    <a:cubicBezTo>
                      <a:pt x="5667756" y="3106576"/>
                      <a:pt x="5899860" y="3287441"/>
                      <a:pt x="6056263" y="3479969"/>
                    </a:cubicBezTo>
                    <a:cubicBezTo>
                      <a:pt x="6234179" y="3698974"/>
                      <a:pt x="6304143" y="3920592"/>
                      <a:pt x="6258560" y="4120822"/>
                    </a:cubicBezTo>
                    <a:cubicBezTo>
                      <a:pt x="6228190" y="4254215"/>
                      <a:pt x="6146951" y="4378220"/>
                      <a:pt x="6017036" y="4489408"/>
                    </a:cubicBezTo>
                    <a:cubicBezTo>
                      <a:pt x="5875001" y="4610996"/>
                      <a:pt x="5673211" y="4718363"/>
                      <a:pt x="5417346" y="4808500"/>
                    </a:cubicBezTo>
                    <a:cubicBezTo>
                      <a:pt x="4834838" y="5013732"/>
                      <a:pt x="3969160" y="5132875"/>
                      <a:pt x="2844384" y="5162639"/>
                    </a:cubicBezTo>
                    <a:lnTo>
                      <a:pt x="2844384" y="5162639"/>
                    </a:lnTo>
                    <a:cubicBezTo>
                      <a:pt x="2769641" y="5164579"/>
                      <a:pt x="2696106" y="5165534"/>
                      <a:pt x="2623979" y="5165534"/>
                    </a:cubicBezTo>
                    <a:close/>
                    <a:moveTo>
                      <a:pt x="579955" y="2212739"/>
                    </a:moveTo>
                    <a:cubicBezTo>
                      <a:pt x="568257" y="2212739"/>
                      <a:pt x="552707" y="2219709"/>
                      <a:pt x="534063" y="2233453"/>
                    </a:cubicBezTo>
                    <a:cubicBezTo>
                      <a:pt x="481113" y="2272465"/>
                      <a:pt x="410728" y="2359791"/>
                      <a:pt x="340962" y="2472975"/>
                    </a:cubicBezTo>
                    <a:cubicBezTo>
                      <a:pt x="284694" y="2564293"/>
                      <a:pt x="202808" y="2714718"/>
                      <a:pt x="132283" y="2912924"/>
                    </a:cubicBezTo>
                    <a:cubicBezTo>
                      <a:pt x="28913" y="3203431"/>
                      <a:pt x="-64220" y="3637280"/>
                      <a:pt x="79023" y="4054519"/>
                    </a:cubicBezTo>
                    <a:cubicBezTo>
                      <a:pt x="197915" y="4400789"/>
                      <a:pt x="459517" y="4670385"/>
                      <a:pt x="856601" y="4855859"/>
                    </a:cubicBezTo>
                    <a:cubicBezTo>
                      <a:pt x="1330425" y="5077196"/>
                      <a:pt x="1999149" y="5178379"/>
                      <a:pt x="2844215" y="5156568"/>
                    </a:cubicBezTo>
                    <a:lnTo>
                      <a:pt x="2844215" y="5156568"/>
                    </a:lnTo>
                    <a:cubicBezTo>
                      <a:pt x="3968345" y="5126832"/>
                      <a:pt x="4833376" y="5007774"/>
                      <a:pt x="5415294" y="4802766"/>
                    </a:cubicBezTo>
                    <a:cubicBezTo>
                      <a:pt x="5670455" y="4712854"/>
                      <a:pt x="5871571" y="4605881"/>
                      <a:pt x="6013043" y="4484799"/>
                    </a:cubicBezTo>
                    <a:cubicBezTo>
                      <a:pt x="6141918" y="4374481"/>
                      <a:pt x="6222510" y="4251572"/>
                      <a:pt x="6252570" y="4119501"/>
                    </a:cubicBezTo>
                    <a:cubicBezTo>
                      <a:pt x="6297731" y="3921154"/>
                      <a:pt x="6228190" y="3701335"/>
                      <a:pt x="6051483" y="3483848"/>
                    </a:cubicBezTo>
                    <a:cubicBezTo>
                      <a:pt x="5895698" y="3292078"/>
                      <a:pt x="5664466" y="3111889"/>
                      <a:pt x="5400390" y="2976444"/>
                    </a:cubicBezTo>
                    <a:cubicBezTo>
                      <a:pt x="5271909" y="2963712"/>
                      <a:pt x="5171464" y="2924363"/>
                      <a:pt x="5093403" y="2856121"/>
                    </a:cubicBezTo>
                    <a:cubicBezTo>
                      <a:pt x="5022990" y="2794568"/>
                      <a:pt x="4972036" y="2710249"/>
                      <a:pt x="4937617" y="2598386"/>
                    </a:cubicBezTo>
                    <a:cubicBezTo>
                      <a:pt x="4873391" y="2389612"/>
                      <a:pt x="4876484" y="2113383"/>
                      <a:pt x="4879746" y="1820936"/>
                    </a:cubicBezTo>
                    <a:cubicBezTo>
                      <a:pt x="4885736" y="1286495"/>
                      <a:pt x="4892513" y="680719"/>
                      <a:pt x="4481846" y="323852"/>
                    </a:cubicBezTo>
                    <a:cubicBezTo>
                      <a:pt x="4237230" y="111256"/>
                      <a:pt x="3869025" y="5717"/>
                      <a:pt x="3366068" y="5717"/>
                    </a:cubicBezTo>
                    <a:cubicBezTo>
                      <a:pt x="3138492" y="5717"/>
                      <a:pt x="2883415" y="27303"/>
                      <a:pt x="2599514" y="70361"/>
                    </a:cubicBezTo>
                    <a:cubicBezTo>
                      <a:pt x="2340275" y="109682"/>
                      <a:pt x="2121978" y="284054"/>
                      <a:pt x="1932111" y="603454"/>
                    </a:cubicBezTo>
                    <a:cubicBezTo>
                      <a:pt x="1765471" y="883787"/>
                      <a:pt x="1645230" y="1228933"/>
                      <a:pt x="1528981" y="1562724"/>
                    </a:cubicBezTo>
                    <a:cubicBezTo>
                      <a:pt x="1444002" y="1806659"/>
                      <a:pt x="1363747" y="2037074"/>
                      <a:pt x="1273088" y="2215774"/>
                    </a:cubicBezTo>
                    <a:cubicBezTo>
                      <a:pt x="1171293" y="2416454"/>
                      <a:pt x="1069892" y="2525225"/>
                      <a:pt x="953925" y="2558081"/>
                    </a:cubicBezTo>
                    <a:cubicBezTo>
                      <a:pt x="840657" y="2590179"/>
                      <a:pt x="714932" y="2548328"/>
                      <a:pt x="569635" y="2430113"/>
                    </a:cubicBezTo>
                    <a:lnTo>
                      <a:pt x="568004" y="2428764"/>
                    </a:lnTo>
                    <a:lnTo>
                      <a:pt x="568679" y="2426769"/>
                    </a:lnTo>
                    <a:cubicBezTo>
                      <a:pt x="622417" y="2267827"/>
                      <a:pt x="606838" y="2226904"/>
                      <a:pt x="592778" y="2216646"/>
                    </a:cubicBezTo>
                    <a:cubicBezTo>
                      <a:pt x="589235" y="2214060"/>
                      <a:pt x="584932" y="2212767"/>
                      <a:pt x="579927" y="2212767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2FF7E1C8-A96E-42B9-B919-D2C66476F253}"/>
                  </a:ext>
                </a:extLst>
              </p:cNvPr>
              <p:cNvSpPr/>
              <p:nvPr/>
            </p:nvSpPr>
            <p:spPr>
              <a:xfrm>
                <a:off x="-1114357" y="900164"/>
                <a:ext cx="6450904" cy="5174511"/>
              </a:xfrm>
              <a:custGeom>
                <a:avLst/>
                <a:gdLst>
                  <a:gd name="connsiteX0" fmla="*/ 2681393 w 6450904"/>
                  <a:gd name="connsiteY0" fmla="*/ 5174484 h 5174511"/>
                  <a:gd name="connsiteX1" fmla="*/ 1684310 w 6450904"/>
                  <a:gd name="connsiteY1" fmla="*/ 5107787 h 5174511"/>
                  <a:gd name="connsiteX2" fmla="*/ 836601 w 6450904"/>
                  <a:gd name="connsiteY2" fmla="*/ 4875207 h 5174511"/>
                  <a:gd name="connsiteX3" fmla="*/ 55003 w 6450904"/>
                  <a:gd name="connsiteY3" fmla="*/ 4077325 h 5174511"/>
                  <a:gd name="connsiteX4" fmla="*/ 17856 w 6450904"/>
                  <a:gd name="connsiteY4" fmla="*/ 3464045 h 5174511"/>
                  <a:gd name="connsiteX5" fmla="*/ 194619 w 6450904"/>
                  <a:gd name="connsiteY5" fmla="*/ 2880838 h 5174511"/>
                  <a:gd name="connsiteX6" fmla="*/ 460185 w 6450904"/>
                  <a:gd name="connsiteY6" fmla="*/ 2419276 h 5174511"/>
                  <a:gd name="connsiteX7" fmla="*/ 690039 w 6450904"/>
                  <a:gd name="connsiteY7" fmla="*/ 2170732 h 5174511"/>
                  <a:gd name="connsiteX8" fmla="*/ 756712 w 6450904"/>
                  <a:gd name="connsiteY8" fmla="*/ 2156763 h 5174511"/>
                  <a:gd name="connsiteX9" fmla="*/ 700219 w 6450904"/>
                  <a:gd name="connsiteY9" fmla="*/ 2396004 h 5174511"/>
                  <a:gd name="connsiteX10" fmla="*/ 971634 w 6450904"/>
                  <a:gd name="connsiteY10" fmla="*/ 2527963 h 5174511"/>
                  <a:gd name="connsiteX11" fmla="*/ 1517980 w 6450904"/>
                  <a:gd name="connsiteY11" fmla="*/ 1627689 h 5174511"/>
                  <a:gd name="connsiteX12" fmla="*/ 1975241 w 6450904"/>
                  <a:gd name="connsiteY12" fmla="*/ 640679 h 5174511"/>
                  <a:gd name="connsiteX13" fmla="*/ 2685837 w 6450904"/>
                  <a:gd name="connsiteY13" fmla="*/ 77737 h 5174511"/>
                  <a:gd name="connsiteX14" fmla="*/ 3434450 w 6450904"/>
                  <a:gd name="connsiteY14" fmla="*/ 2187 h 5174511"/>
                  <a:gd name="connsiteX15" fmla="*/ 4013190 w 6450904"/>
                  <a:gd name="connsiteY15" fmla="*/ 30153 h 5174511"/>
                  <a:gd name="connsiteX16" fmla="*/ 4443400 w 6450904"/>
                  <a:gd name="connsiteY16" fmla="*/ 146879 h 5174511"/>
                  <a:gd name="connsiteX17" fmla="*/ 4746254 w 6450904"/>
                  <a:gd name="connsiteY17" fmla="*/ 337664 h 5174511"/>
                  <a:gd name="connsiteX18" fmla="*/ 5085157 w 6450904"/>
                  <a:gd name="connsiteY18" fmla="*/ 1044511 h 5174511"/>
                  <a:gd name="connsiteX19" fmla="*/ 5090950 w 6450904"/>
                  <a:gd name="connsiteY19" fmla="*/ 1886773 h 5174511"/>
                  <a:gd name="connsiteX20" fmla="*/ 5106191 w 6450904"/>
                  <a:gd name="connsiteY20" fmla="*/ 2646544 h 5174511"/>
                  <a:gd name="connsiteX21" fmla="*/ 5493630 w 6450904"/>
                  <a:gd name="connsiteY21" fmla="*/ 3043546 h 5174511"/>
                  <a:gd name="connsiteX22" fmla="*/ 5494165 w 6450904"/>
                  <a:gd name="connsiteY22" fmla="*/ 3043630 h 5174511"/>
                  <a:gd name="connsiteX23" fmla="*/ 5494614 w 6450904"/>
                  <a:gd name="connsiteY23" fmla="*/ 3043911 h 5174511"/>
                  <a:gd name="connsiteX24" fmla="*/ 6200795 w 6450904"/>
                  <a:gd name="connsiteY24" fmla="*/ 3618854 h 5174511"/>
                  <a:gd name="connsiteX25" fmla="*/ 6434895 w 6450904"/>
                  <a:gd name="connsiteY25" fmla="*/ 4267858 h 5174511"/>
                  <a:gd name="connsiteX26" fmla="*/ 5567052 w 6450904"/>
                  <a:gd name="connsiteY26" fmla="*/ 4866916 h 5174511"/>
                  <a:gd name="connsiteX27" fmla="*/ 2915437 w 6450904"/>
                  <a:gd name="connsiteY27" fmla="*/ 5171617 h 5174511"/>
                  <a:gd name="connsiteX28" fmla="*/ 2915437 w 6450904"/>
                  <a:gd name="connsiteY28" fmla="*/ 5171617 h 5174511"/>
                  <a:gd name="connsiteX29" fmla="*/ 2681450 w 6450904"/>
                  <a:gd name="connsiteY29" fmla="*/ 5174512 h 5174511"/>
                  <a:gd name="connsiteX30" fmla="*/ 739446 w 6450904"/>
                  <a:gd name="connsiteY30" fmla="*/ 2156510 h 5174511"/>
                  <a:gd name="connsiteX31" fmla="*/ 693076 w 6450904"/>
                  <a:gd name="connsiteY31" fmla="*/ 2175454 h 5174511"/>
                  <a:gd name="connsiteX32" fmla="*/ 199737 w 6450904"/>
                  <a:gd name="connsiteY32" fmla="*/ 2883143 h 5174511"/>
                  <a:gd name="connsiteX33" fmla="*/ 60346 w 6450904"/>
                  <a:gd name="connsiteY33" fmla="*/ 4075638 h 5174511"/>
                  <a:gd name="connsiteX34" fmla="*/ 838879 w 6450904"/>
                  <a:gd name="connsiteY34" fmla="*/ 4870064 h 5174511"/>
                  <a:gd name="connsiteX35" fmla="*/ 2915212 w 6450904"/>
                  <a:gd name="connsiteY35" fmla="*/ 5165968 h 5174511"/>
                  <a:gd name="connsiteX36" fmla="*/ 2915212 w 6450904"/>
                  <a:gd name="connsiteY36" fmla="*/ 5165968 h 5174511"/>
                  <a:gd name="connsiteX37" fmla="*/ 5565393 w 6450904"/>
                  <a:gd name="connsiteY37" fmla="*/ 4861492 h 5174511"/>
                  <a:gd name="connsiteX38" fmla="*/ 6429383 w 6450904"/>
                  <a:gd name="connsiteY38" fmla="*/ 4266340 h 5174511"/>
                  <a:gd name="connsiteX39" fmla="*/ 6196465 w 6450904"/>
                  <a:gd name="connsiteY39" fmla="*/ 3622536 h 5174511"/>
                  <a:gd name="connsiteX40" fmla="*/ 5491971 w 6450904"/>
                  <a:gd name="connsiteY40" fmla="*/ 3048914 h 5174511"/>
                  <a:gd name="connsiteX41" fmla="*/ 5226321 w 6450904"/>
                  <a:gd name="connsiteY41" fmla="*/ 2909816 h 5174511"/>
                  <a:gd name="connsiteX42" fmla="*/ 5100651 w 6450904"/>
                  <a:gd name="connsiteY42" fmla="*/ 2647753 h 5174511"/>
                  <a:gd name="connsiteX43" fmla="*/ 5085298 w 6450904"/>
                  <a:gd name="connsiteY43" fmla="*/ 1886408 h 5174511"/>
                  <a:gd name="connsiteX44" fmla="*/ 4742430 w 6450904"/>
                  <a:gd name="connsiteY44" fmla="*/ 341796 h 5174511"/>
                  <a:gd name="connsiteX45" fmla="*/ 4012319 w 6450904"/>
                  <a:gd name="connsiteY45" fmla="*/ 35662 h 5174511"/>
                  <a:gd name="connsiteX46" fmla="*/ 2686652 w 6450904"/>
                  <a:gd name="connsiteY46" fmla="*/ 83246 h 5174511"/>
                  <a:gd name="connsiteX47" fmla="*/ 1979937 w 6450904"/>
                  <a:gd name="connsiteY47" fmla="*/ 643658 h 5174511"/>
                  <a:gd name="connsiteX48" fmla="*/ 1523154 w 6450904"/>
                  <a:gd name="connsiteY48" fmla="*/ 1629741 h 5174511"/>
                  <a:gd name="connsiteX49" fmla="*/ 972646 w 6450904"/>
                  <a:gd name="connsiteY49" fmla="*/ 2533472 h 5174511"/>
                  <a:gd name="connsiteX50" fmla="*/ 694763 w 6450904"/>
                  <a:gd name="connsiteY50" fmla="*/ 2398449 h 5174511"/>
                  <a:gd name="connsiteX51" fmla="*/ 693470 w 6450904"/>
                  <a:gd name="connsiteY51" fmla="*/ 2397072 h 5174511"/>
                  <a:gd name="connsiteX52" fmla="*/ 694285 w 6450904"/>
                  <a:gd name="connsiteY52" fmla="*/ 2395357 h 5174511"/>
                  <a:gd name="connsiteX53" fmla="*/ 753000 w 6450904"/>
                  <a:gd name="connsiteY53" fmla="*/ 2161035 h 5174511"/>
                  <a:gd name="connsiteX54" fmla="*/ 739446 w 6450904"/>
                  <a:gd name="connsiteY54" fmla="*/ 2156538 h 5174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450904" h="5174511">
                    <a:moveTo>
                      <a:pt x="2681393" y="5174484"/>
                    </a:moveTo>
                    <a:cubicBezTo>
                      <a:pt x="2312654" y="5174484"/>
                      <a:pt x="1978137" y="5152139"/>
                      <a:pt x="1684310" y="5107787"/>
                    </a:cubicBezTo>
                    <a:cubicBezTo>
                      <a:pt x="1355755" y="5058180"/>
                      <a:pt x="1070561" y="4979932"/>
                      <a:pt x="836601" y="4875207"/>
                    </a:cubicBezTo>
                    <a:cubicBezTo>
                      <a:pt x="425401" y="4691139"/>
                      <a:pt x="162450" y="4422695"/>
                      <a:pt x="55003" y="4077325"/>
                    </a:cubicBezTo>
                    <a:cubicBezTo>
                      <a:pt x="-2475" y="3892526"/>
                      <a:pt x="-14988" y="3686197"/>
                      <a:pt x="17856" y="3464045"/>
                    </a:cubicBezTo>
                    <a:cubicBezTo>
                      <a:pt x="45667" y="3275845"/>
                      <a:pt x="105141" y="3079634"/>
                      <a:pt x="194619" y="2880838"/>
                    </a:cubicBezTo>
                    <a:cubicBezTo>
                      <a:pt x="288034" y="2673301"/>
                      <a:pt x="390588" y="2515287"/>
                      <a:pt x="460185" y="2419276"/>
                    </a:cubicBezTo>
                    <a:cubicBezTo>
                      <a:pt x="546289" y="2300470"/>
                      <a:pt x="630059" y="2209884"/>
                      <a:pt x="690039" y="2170732"/>
                    </a:cubicBezTo>
                    <a:cubicBezTo>
                      <a:pt x="721393" y="2150270"/>
                      <a:pt x="743805" y="2145576"/>
                      <a:pt x="756712" y="2156763"/>
                    </a:cubicBezTo>
                    <a:cubicBezTo>
                      <a:pt x="782442" y="2179079"/>
                      <a:pt x="762899" y="2261796"/>
                      <a:pt x="700219" y="2396004"/>
                    </a:cubicBezTo>
                    <a:cubicBezTo>
                      <a:pt x="798245" y="2500840"/>
                      <a:pt x="887049" y="2544012"/>
                      <a:pt x="971634" y="2527963"/>
                    </a:cubicBezTo>
                    <a:cubicBezTo>
                      <a:pt x="1180117" y="2488361"/>
                      <a:pt x="1336690" y="2089532"/>
                      <a:pt x="1517980" y="1627689"/>
                    </a:cubicBezTo>
                    <a:cubicBezTo>
                      <a:pt x="1645673" y="1302415"/>
                      <a:pt x="1790379" y="933772"/>
                      <a:pt x="1975241" y="640679"/>
                    </a:cubicBezTo>
                    <a:cubicBezTo>
                      <a:pt x="2187801" y="303656"/>
                      <a:pt x="2420242" y="119503"/>
                      <a:pt x="2685837" y="77737"/>
                    </a:cubicBezTo>
                    <a:cubicBezTo>
                      <a:pt x="2958517" y="34847"/>
                      <a:pt x="3210389" y="9439"/>
                      <a:pt x="3434450" y="2187"/>
                    </a:cubicBezTo>
                    <a:cubicBezTo>
                      <a:pt x="3647994" y="-4699"/>
                      <a:pt x="3842726" y="4689"/>
                      <a:pt x="4013190" y="30153"/>
                    </a:cubicBezTo>
                    <a:cubicBezTo>
                      <a:pt x="4174712" y="54268"/>
                      <a:pt x="4319447" y="93533"/>
                      <a:pt x="4443400" y="146879"/>
                    </a:cubicBezTo>
                    <a:cubicBezTo>
                      <a:pt x="4559902" y="197020"/>
                      <a:pt x="4661781" y="261187"/>
                      <a:pt x="4746254" y="337664"/>
                    </a:cubicBezTo>
                    <a:cubicBezTo>
                      <a:pt x="4930384" y="504363"/>
                      <a:pt x="5041234" y="735566"/>
                      <a:pt x="5085157" y="1044511"/>
                    </a:cubicBezTo>
                    <a:cubicBezTo>
                      <a:pt x="5123710" y="1315681"/>
                      <a:pt x="5107063" y="1605991"/>
                      <a:pt x="5090950" y="1886773"/>
                    </a:cubicBezTo>
                    <a:cubicBezTo>
                      <a:pt x="5074641" y="2170956"/>
                      <a:pt x="5059230" y="2439400"/>
                      <a:pt x="5106191" y="2646544"/>
                    </a:cubicBezTo>
                    <a:cubicBezTo>
                      <a:pt x="5158438" y="2877100"/>
                      <a:pt x="5281548" y="3003270"/>
                      <a:pt x="5493630" y="3043546"/>
                    </a:cubicBezTo>
                    <a:lnTo>
                      <a:pt x="5494165" y="3043630"/>
                    </a:lnTo>
                    <a:lnTo>
                      <a:pt x="5494614" y="3043911"/>
                    </a:lnTo>
                    <a:cubicBezTo>
                      <a:pt x="5702450" y="3175196"/>
                      <a:pt x="5993690" y="3381496"/>
                      <a:pt x="6200795" y="3618854"/>
                    </a:cubicBezTo>
                    <a:cubicBezTo>
                      <a:pt x="6409137" y="3857618"/>
                      <a:pt x="6487901" y="4075976"/>
                      <a:pt x="6434895" y="4267858"/>
                    </a:cubicBezTo>
                    <a:cubicBezTo>
                      <a:pt x="6366085" y="4516964"/>
                      <a:pt x="6074114" y="4718515"/>
                      <a:pt x="5567052" y="4866916"/>
                    </a:cubicBezTo>
                    <a:cubicBezTo>
                      <a:pt x="4975376" y="5040079"/>
                      <a:pt x="4083266" y="5142583"/>
                      <a:pt x="2915437" y="5171617"/>
                    </a:cubicBezTo>
                    <a:lnTo>
                      <a:pt x="2915437" y="5171617"/>
                    </a:lnTo>
                    <a:cubicBezTo>
                      <a:pt x="2836026" y="5173556"/>
                      <a:pt x="2757993" y="5174512"/>
                      <a:pt x="2681450" y="5174512"/>
                    </a:cubicBezTo>
                    <a:close/>
                    <a:moveTo>
                      <a:pt x="739446" y="2156510"/>
                    </a:moveTo>
                    <a:cubicBezTo>
                      <a:pt x="728001" y="2156510"/>
                      <a:pt x="712339" y="2162862"/>
                      <a:pt x="693076" y="2175454"/>
                    </a:cubicBezTo>
                    <a:cubicBezTo>
                      <a:pt x="590269" y="2242571"/>
                      <a:pt x="369245" y="2506518"/>
                      <a:pt x="199737" y="2883143"/>
                    </a:cubicBezTo>
                    <a:cubicBezTo>
                      <a:pt x="62061" y="3189024"/>
                      <a:pt x="-73872" y="3644206"/>
                      <a:pt x="60346" y="4075638"/>
                    </a:cubicBezTo>
                    <a:cubicBezTo>
                      <a:pt x="167286" y="4419407"/>
                      <a:pt x="429225" y="4686698"/>
                      <a:pt x="838879" y="4870064"/>
                    </a:cubicBezTo>
                    <a:cubicBezTo>
                      <a:pt x="1325807" y="5088029"/>
                      <a:pt x="2024395" y="5187581"/>
                      <a:pt x="2915212" y="5165968"/>
                    </a:cubicBezTo>
                    <a:lnTo>
                      <a:pt x="2915212" y="5165968"/>
                    </a:lnTo>
                    <a:cubicBezTo>
                      <a:pt x="4082534" y="5136962"/>
                      <a:pt x="4974195" y="5034514"/>
                      <a:pt x="5565393" y="4861492"/>
                    </a:cubicBezTo>
                    <a:cubicBezTo>
                      <a:pt x="6070458" y="4713680"/>
                      <a:pt x="6361136" y="4513451"/>
                      <a:pt x="6429383" y="4266340"/>
                    </a:cubicBezTo>
                    <a:cubicBezTo>
                      <a:pt x="6481856" y="4076397"/>
                      <a:pt x="6403485" y="3859810"/>
                      <a:pt x="6196465" y="3622536"/>
                    </a:cubicBezTo>
                    <a:cubicBezTo>
                      <a:pt x="5989950" y="3385853"/>
                      <a:pt x="5699470" y="3180002"/>
                      <a:pt x="5491971" y="3048914"/>
                    </a:cubicBezTo>
                    <a:cubicBezTo>
                      <a:pt x="5379041" y="3027385"/>
                      <a:pt x="5292121" y="2981880"/>
                      <a:pt x="5226321" y="2909816"/>
                    </a:cubicBezTo>
                    <a:cubicBezTo>
                      <a:pt x="5166987" y="2844862"/>
                      <a:pt x="5125875" y="2759138"/>
                      <a:pt x="5100651" y="2647753"/>
                    </a:cubicBezTo>
                    <a:cubicBezTo>
                      <a:pt x="5053551" y="2439822"/>
                      <a:pt x="5068960" y="2171013"/>
                      <a:pt x="5085298" y="1886408"/>
                    </a:cubicBezTo>
                    <a:cubicBezTo>
                      <a:pt x="5116849" y="1336479"/>
                      <a:pt x="5152617" y="713165"/>
                      <a:pt x="4742430" y="341796"/>
                    </a:cubicBezTo>
                    <a:cubicBezTo>
                      <a:pt x="4566988" y="182967"/>
                      <a:pt x="4328164" y="82824"/>
                      <a:pt x="4012319" y="35662"/>
                    </a:cubicBezTo>
                    <a:cubicBezTo>
                      <a:pt x="3664051" y="-16335"/>
                      <a:pt x="3218010" y="-342"/>
                      <a:pt x="2686652" y="83246"/>
                    </a:cubicBezTo>
                    <a:cubicBezTo>
                      <a:pt x="2422745" y="124759"/>
                      <a:pt x="2191569" y="308068"/>
                      <a:pt x="1979937" y="643658"/>
                    </a:cubicBezTo>
                    <a:cubicBezTo>
                      <a:pt x="1795385" y="936301"/>
                      <a:pt x="1650763" y="1304691"/>
                      <a:pt x="1523154" y="1629741"/>
                    </a:cubicBezTo>
                    <a:cubicBezTo>
                      <a:pt x="1341245" y="2093102"/>
                      <a:pt x="1184166" y="2493308"/>
                      <a:pt x="972646" y="2533472"/>
                    </a:cubicBezTo>
                    <a:cubicBezTo>
                      <a:pt x="885643" y="2549999"/>
                      <a:pt x="794730" y="2505815"/>
                      <a:pt x="694763" y="2398449"/>
                    </a:cubicBezTo>
                    <a:lnTo>
                      <a:pt x="693470" y="2397072"/>
                    </a:lnTo>
                    <a:lnTo>
                      <a:pt x="694285" y="2395357"/>
                    </a:lnTo>
                    <a:cubicBezTo>
                      <a:pt x="780024" y="2212273"/>
                      <a:pt x="763911" y="2170507"/>
                      <a:pt x="753000" y="2161035"/>
                    </a:cubicBezTo>
                    <a:cubicBezTo>
                      <a:pt x="749541" y="2158028"/>
                      <a:pt x="744986" y="2156538"/>
                      <a:pt x="739446" y="2156538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453A8751-070C-13C2-6F94-F11CE4CF06D4}"/>
                  </a:ext>
                </a:extLst>
              </p:cNvPr>
              <p:cNvSpPr/>
              <p:nvPr/>
            </p:nvSpPr>
            <p:spPr>
              <a:xfrm>
                <a:off x="-1209329" y="926615"/>
                <a:ext cx="6645964" cy="5184963"/>
              </a:xfrm>
              <a:custGeom>
                <a:avLst/>
                <a:gdLst>
                  <a:gd name="connsiteX0" fmla="*/ 2750073 w 6645964"/>
                  <a:gd name="connsiteY0" fmla="*/ 5184964 h 5184963"/>
                  <a:gd name="connsiteX1" fmla="*/ 1710388 w 6645964"/>
                  <a:gd name="connsiteY1" fmla="*/ 5119505 h 5184963"/>
                  <a:gd name="connsiteX2" fmla="*/ 830819 w 6645964"/>
                  <a:gd name="connsiteY2" fmla="*/ 4890269 h 5184963"/>
                  <a:gd name="connsiteX3" fmla="*/ 42809 w 6645964"/>
                  <a:gd name="connsiteY3" fmla="*/ 4099048 h 5184963"/>
                  <a:gd name="connsiteX4" fmla="*/ 35441 w 6645964"/>
                  <a:gd name="connsiteY4" fmla="*/ 3463170 h 5184963"/>
                  <a:gd name="connsiteX5" fmla="*/ 267292 w 6645964"/>
                  <a:gd name="connsiteY5" fmla="*/ 2855118 h 5184963"/>
                  <a:gd name="connsiteX6" fmla="*/ 590589 w 6645964"/>
                  <a:gd name="connsiteY6" fmla="*/ 2373150 h 5184963"/>
                  <a:gd name="connsiteX7" fmla="*/ 858208 w 6645964"/>
                  <a:gd name="connsiteY7" fmla="*/ 2115443 h 5184963"/>
                  <a:gd name="connsiteX8" fmla="*/ 928452 w 6645964"/>
                  <a:gd name="connsiteY8" fmla="*/ 2102936 h 5184963"/>
                  <a:gd name="connsiteX9" fmla="*/ 836021 w 6645964"/>
                  <a:gd name="connsiteY9" fmla="*/ 2366911 h 5184963"/>
                  <a:gd name="connsiteX10" fmla="*/ 1013881 w 6645964"/>
                  <a:gd name="connsiteY10" fmla="*/ 2501399 h 5184963"/>
                  <a:gd name="connsiteX11" fmla="*/ 1250455 w 6645964"/>
                  <a:gd name="connsiteY11" fmla="*/ 2264013 h 5184963"/>
                  <a:gd name="connsiteX12" fmla="*/ 1509695 w 6645964"/>
                  <a:gd name="connsiteY12" fmla="*/ 1712511 h 5184963"/>
                  <a:gd name="connsiteX13" fmla="*/ 2025052 w 6645964"/>
                  <a:gd name="connsiteY13" fmla="*/ 691492 h 5184963"/>
                  <a:gd name="connsiteX14" fmla="*/ 2783930 w 6645964"/>
                  <a:gd name="connsiteY14" fmla="*/ 92714 h 5184963"/>
                  <a:gd name="connsiteX15" fmla="*/ 3608411 w 6645964"/>
                  <a:gd name="connsiteY15" fmla="*/ 3758 h 5184963"/>
                  <a:gd name="connsiteX16" fmla="*/ 4238611 w 6645964"/>
                  <a:gd name="connsiteY16" fmla="*/ 28660 h 5184963"/>
                  <a:gd name="connsiteX17" fmla="*/ 4699444 w 6645964"/>
                  <a:gd name="connsiteY17" fmla="*/ 150895 h 5184963"/>
                  <a:gd name="connsiteX18" fmla="*/ 5015711 w 6645964"/>
                  <a:gd name="connsiteY18" fmla="*/ 353907 h 5184963"/>
                  <a:gd name="connsiteX19" fmla="*/ 5300174 w 6645964"/>
                  <a:gd name="connsiteY19" fmla="*/ 1951583 h 5184963"/>
                  <a:gd name="connsiteX20" fmla="*/ 5274922 w 6645964"/>
                  <a:gd name="connsiteY20" fmla="*/ 2698734 h 5184963"/>
                  <a:gd name="connsiteX21" fmla="*/ 5596476 w 6645964"/>
                  <a:gd name="connsiteY21" fmla="*/ 3118221 h 5184963"/>
                  <a:gd name="connsiteX22" fmla="*/ 5596925 w 6645964"/>
                  <a:gd name="connsiteY22" fmla="*/ 3118362 h 5184963"/>
                  <a:gd name="connsiteX23" fmla="*/ 5606515 w 6645964"/>
                  <a:gd name="connsiteY23" fmla="*/ 3125613 h 5184963"/>
                  <a:gd name="connsiteX24" fmla="*/ 6359487 w 6645964"/>
                  <a:gd name="connsiteY24" fmla="*/ 3757668 h 5184963"/>
                  <a:gd name="connsiteX25" fmla="*/ 6628933 w 6645964"/>
                  <a:gd name="connsiteY25" fmla="*/ 4397762 h 5184963"/>
                  <a:gd name="connsiteX26" fmla="*/ 6370341 w 6645964"/>
                  <a:gd name="connsiteY26" fmla="*/ 4682648 h 5184963"/>
                  <a:gd name="connsiteX27" fmla="*/ 5735557 w 6645964"/>
                  <a:gd name="connsiteY27" fmla="*/ 4918825 h 5184963"/>
                  <a:gd name="connsiteX28" fmla="*/ 4639604 w 6645964"/>
                  <a:gd name="connsiteY28" fmla="*/ 5090724 h 5184963"/>
                  <a:gd name="connsiteX29" fmla="*/ 2997305 w 6645964"/>
                  <a:gd name="connsiteY29" fmla="*/ 5182041 h 5184963"/>
                  <a:gd name="connsiteX30" fmla="*/ 2997305 w 6645964"/>
                  <a:gd name="connsiteY30" fmla="*/ 5182041 h 5184963"/>
                  <a:gd name="connsiteX31" fmla="*/ 2750045 w 6645964"/>
                  <a:gd name="connsiteY31" fmla="*/ 5184936 h 5184963"/>
                  <a:gd name="connsiteX32" fmla="*/ 910146 w 6645964"/>
                  <a:gd name="connsiteY32" fmla="*/ 2101362 h 5184963"/>
                  <a:gd name="connsiteX33" fmla="*/ 860823 w 6645964"/>
                  <a:gd name="connsiteY33" fmla="*/ 2119856 h 5184963"/>
                  <a:gd name="connsiteX34" fmla="*/ 594525 w 6645964"/>
                  <a:gd name="connsiteY34" fmla="*/ 2376410 h 5184963"/>
                  <a:gd name="connsiteX35" fmla="*/ 271791 w 6645964"/>
                  <a:gd name="connsiteY35" fmla="*/ 2857535 h 5184963"/>
                  <a:gd name="connsiteX36" fmla="*/ 47730 w 6645964"/>
                  <a:gd name="connsiteY36" fmla="*/ 4097642 h 5184963"/>
                  <a:gd name="connsiteX37" fmla="*/ 832843 w 6645964"/>
                  <a:gd name="connsiteY37" fmla="*/ 4885548 h 5184963"/>
                  <a:gd name="connsiteX38" fmla="*/ 2997193 w 6645964"/>
                  <a:gd name="connsiteY38" fmla="*/ 5176926 h 5184963"/>
                  <a:gd name="connsiteX39" fmla="*/ 2997193 w 6645964"/>
                  <a:gd name="connsiteY39" fmla="*/ 5176926 h 5184963"/>
                  <a:gd name="connsiteX40" fmla="*/ 5734349 w 6645964"/>
                  <a:gd name="connsiteY40" fmla="*/ 4913850 h 5184963"/>
                  <a:gd name="connsiteX41" fmla="*/ 6367670 w 6645964"/>
                  <a:gd name="connsiteY41" fmla="*/ 4678263 h 5184963"/>
                  <a:gd name="connsiteX42" fmla="*/ 6624041 w 6645964"/>
                  <a:gd name="connsiteY42" fmla="*/ 4396188 h 5184963"/>
                  <a:gd name="connsiteX43" fmla="*/ 6355747 w 6645964"/>
                  <a:gd name="connsiteY43" fmla="*/ 3761181 h 5184963"/>
                  <a:gd name="connsiteX44" fmla="*/ 5603421 w 6645964"/>
                  <a:gd name="connsiteY44" fmla="*/ 3129688 h 5184963"/>
                  <a:gd name="connsiteX45" fmla="*/ 5594564 w 6645964"/>
                  <a:gd name="connsiteY45" fmla="*/ 3122999 h 5184963"/>
                  <a:gd name="connsiteX46" fmla="*/ 5367268 w 6645964"/>
                  <a:gd name="connsiteY46" fmla="*/ 2966334 h 5184963"/>
                  <a:gd name="connsiteX47" fmla="*/ 5269861 w 6645964"/>
                  <a:gd name="connsiteY47" fmla="*/ 2699521 h 5184963"/>
                  <a:gd name="connsiteX48" fmla="*/ 5295084 w 6645964"/>
                  <a:gd name="connsiteY48" fmla="*/ 1951077 h 5184963"/>
                  <a:gd name="connsiteX49" fmla="*/ 5012196 w 6645964"/>
                  <a:gd name="connsiteY49" fmla="*/ 357645 h 5184963"/>
                  <a:gd name="connsiteX50" fmla="*/ 4237880 w 6645964"/>
                  <a:gd name="connsiteY50" fmla="*/ 33747 h 5184963"/>
                  <a:gd name="connsiteX51" fmla="*/ 2784745 w 6645964"/>
                  <a:gd name="connsiteY51" fmla="*/ 97774 h 5184963"/>
                  <a:gd name="connsiteX52" fmla="*/ 2029326 w 6645964"/>
                  <a:gd name="connsiteY52" fmla="*/ 694331 h 5184963"/>
                  <a:gd name="connsiteX53" fmla="*/ 1514391 w 6645964"/>
                  <a:gd name="connsiteY53" fmla="*/ 1714534 h 5184963"/>
                  <a:gd name="connsiteX54" fmla="*/ 1014274 w 6645964"/>
                  <a:gd name="connsiteY54" fmla="*/ 2506487 h 5184963"/>
                  <a:gd name="connsiteX55" fmla="*/ 830847 w 6645964"/>
                  <a:gd name="connsiteY55" fmla="*/ 2368316 h 5184963"/>
                  <a:gd name="connsiteX56" fmla="*/ 830031 w 6645964"/>
                  <a:gd name="connsiteY56" fmla="*/ 2366995 h 5184963"/>
                  <a:gd name="connsiteX57" fmla="*/ 830819 w 6645964"/>
                  <a:gd name="connsiteY57" fmla="*/ 2365646 h 5184963"/>
                  <a:gd name="connsiteX58" fmla="*/ 924852 w 6645964"/>
                  <a:gd name="connsiteY58" fmla="*/ 2106533 h 5184963"/>
                  <a:gd name="connsiteX59" fmla="*/ 910146 w 6645964"/>
                  <a:gd name="connsiteY59" fmla="*/ 2101334 h 5184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645964" h="5184963">
                    <a:moveTo>
                      <a:pt x="2750073" y="5184964"/>
                    </a:moveTo>
                    <a:cubicBezTo>
                      <a:pt x="2364603" y="5184964"/>
                      <a:pt x="2015800" y="5163041"/>
                      <a:pt x="1710388" y="5119505"/>
                    </a:cubicBezTo>
                    <a:cubicBezTo>
                      <a:pt x="1367772" y="5070684"/>
                      <a:pt x="1071836" y="4993560"/>
                      <a:pt x="830819" y="4890269"/>
                    </a:cubicBezTo>
                    <a:cubicBezTo>
                      <a:pt x="405980" y="4708197"/>
                      <a:pt x="140835" y="4441973"/>
                      <a:pt x="42809" y="4099048"/>
                    </a:cubicBezTo>
                    <a:cubicBezTo>
                      <a:pt x="-11688" y="3908431"/>
                      <a:pt x="-14163" y="3694485"/>
                      <a:pt x="35441" y="3463170"/>
                    </a:cubicBezTo>
                    <a:cubicBezTo>
                      <a:pt x="77396" y="3267578"/>
                      <a:pt x="155402" y="3062992"/>
                      <a:pt x="267292" y="2855118"/>
                    </a:cubicBezTo>
                    <a:cubicBezTo>
                      <a:pt x="383737" y="2638755"/>
                      <a:pt x="507381" y="2473602"/>
                      <a:pt x="590589" y="2373150"/>
                    </a:cubicBezTo>
                    <a:cubicBezTo>
                      <a:pt x="691793" y="2250972"/>
                      <a:pt x="791844" y="2154652"/>
                      <a:pt x="858208" y="2115443"/>
                    </a:cubicBezTo>
                    <a:cubicBezTo>
                      <a:pt x="892655" y="2095094"/>
                      <a:pt x="916304" y="2090878"/>
                      <a:pt x="928452" y="2102936"/>
                    </a:cubicBezTo>
                    <a:cubicBezTo>
                      <a:pt x="953704" y="2128007"/>
                      <a:pt x="921759" y="2219268"/>
                      <a:pt x="836021" y="2366911"/>
                    </a:cubicBezTo>
                    <a:cubicBezTo>
                      <a:pt x="895889" y="2461882"/>
                      <a:pt x="954097" y="2505896"/>
                      <a:pt x="1013881" y="2501399"/>
                    </a:cubicBezTo>
                    <a:cubicBezTo>
                      <a:pt x="1086009" y="2495975"/>
                      <a:pt x="1161174" y="2420566"/>
                      <a:pt x="1250455" y="2264013"/>
                    </a:cubicBezTo>
                    <a:cubicBezTo>
                      <a:pt x="1331610" y="2121683"/>
                      <a:pt x="1418107" y="1922943"/>
                      <a:pt x="1509695" y="1712511"/>
                    </a:cubicBezTo>
                    <a:cubicBezTo>
                      <a:pt x="1654851" y="1378945"/>
                      <a:pt x="1819382" y="1000886"/>
                      <a:pt x="2025052" y="691492"/>
                    </a:cubicBezTo>
                    <a:cubicBezTo>
                      <a:pt x="2263454" y="332911"/>
                      <a:pt x="2511671" y="137038"/>
                      <a:pt x="2783930" y="92714"/>
                    </a:cubicBezTo>
                    <a:cubicBezTo>
                      <a:pt x="3085405" y="43613"/>
                      <a:pt x="3362810" y="13708"/>
                      <a:pt x="3608411" y="3758"/>
                    </a:cubicBezTo>
                    <a:cubicBezTo>
                      <a:pt x="3842230" y="-5686"/>
                      <a:pt x="4054256" y="2690"/>
                      <a:pt x="4238611" y="28660"/>
                    </a:cubicBezTo>
                    <a:cubicBezTo>
                      <a:pt x="4413041" y="53253"/>
                      <a:pt x="4568067" y="94373"/>
                      <a:pt x="4699444" y="150895"/>
                    </a:cubicBezTo>
                    <a:cubicBezTo>
                      <a:pt x="4822695" y="203903"/>
                      <a:pt x="4929101" y="272230"/>
                      <a:pt x="5015711" y="353907"/>
                    </a:cubicBezTo>
                    <a:cubicBezTo>
                      <a:pt x="5425955" y="740847"/>
                      <a:pt x="5359142" y="1384088"/>
                      <a:pt x="5300174" y="1951583"/>
                    </a:cubicBezTo>
                    <a:cubicBezTo>
                      <a:pt x="5271323" y="2229302"/>
                      <a:pt x="5244074" y="2491590"/>
                      <a:pt x="5274922" y="2698734"/>
                    </a:cubicBezTo>
                    <a:cubicBezTo>
                      <a:pt x="5309285" y="2929459"/>
                      <a:pt x="5411445" y="3062739"/>
                      <a:pt x="5596476" y="3118221"/>
                    </a:cubicBezTo>
                    <a:lnTo>
                      <a:pt x="5596925" y="3118362"/>
                    </a:lnTo>
                    <a:lnTo>
                      <a:pt x="5606515" y="3125613"/>
                    </a:lnTo>
                    <a:cubicBezTo>
                      <a:pt x="5862379" y="3319322"/>
                      <a:pt x="6152382" y="3538860"/>
                      <a:pt x="6359487" y="3757668"/>
                    </a:cubicBezTo>
                    <a:cubicBezTo>
                      <a:pt x="6598395" y="4010119"/>
                      <a:pt x="6686524" y="4219484"/>
                      <a:pt x="6628933" y="4397762"/>
                    </a:cubicBezTo>
                    <a:cubicBezTo>
                      <a:pt x="6594880" y="4503189"/>
                      <a:pt x="6507877" y="4599031"/>
                      <a:pt x="6370341" y="4682648"/>
                    </a:cubicBezTo>
                    <a:cubicBezTo>
                      <a:pt x="6221304" y="4773263"/>
                      <a:pt x="6007732" y="4852719"/>
                      <a:pt x="5735557" y="4918825"/>
                    </a:cubicBezTo>
                    <a:cubicBezTo>
                      <a:pt x="5443643" y="4989709"/>
                      <a:pt x="5074904" y="5047553"/>
                      <a:pt x="4639604" y="5090724"/>
                    </a:cubicBezTo>
                    <a:cubicBezTo>
                      <a:pt x="4176607" y="5136621"/>
                      <a:pt x="3624074" y="5167370"/>
                      <a:pt x="2997305" y="5182041"/>
                    </a:cubicBezTo>
                    <a:lnTo>
                      <a:pt x="2997305" y="5182041"/>
                    </a:lnTo>
                    <a:cubicBezTo>
                      <a:pt x="2913310" y="5183980"/>
                      <a:pt x="2830890" y="5184936"/>
                      <a:pt x="2750045" y="5184936"/>
                    </a:cubicBezTo>
                    <a:close/>
                    <a:moveTo>
                      <a:pt x="910146" y="2101362"/>
                    </a:moveTo>
                    <a:cubicBezTo>
                      <a:pt x="898279" y="2101362"/>
                      <a:pt x="881604" y="2107573"/>
                      <a:pt x="860823" y="2119856"/>
                    </a:cubicBezTo>
                    <a:cubicBezTo>
                      <a:pt x="794937" y="2158783"/>
                      <a:pt x="695392" y="2254682"/>
                      <a:pt x="594525" y="2376410"/>
                    </a:cubicBezTo>
                    <a:cubicBezTo>
                      <a:pt x="511459" y="2476694"/>
                      <a:pt x="388039" y="2641566"/>
                      <a:pt x="271791" y="2857535"/>
                    </a:cubicBezTo>
                    <a:cubicBezTo>
                      <a:pt x="99415" y="3177834"/>
                      <a:pt x="-79401" y="3652972"/>
                      <a:pt x="47730" y="4097642"/>
                    </a:cubicBezTo>
                    <a:cubicBezTo>
                      <a:pt x="145335" y="4439022"/>
                      <a:pt x="409467" y="4704121"/>
                      <a:pt x="832843" y="4885548"/>
                    </a:cubicBezTo>
                    <a:cubicBezTo>
                      <a:pt x="1334141" y="5100392"/>
                      <a:pt x="2062339" y="5198427"/>
                      <a:pt x="2997193" y="5176926"/>
                    </a:cubicBezTo>
                    <a:lnTo>
                      <a:pt x="2997193" y="5176926"/>
                    </a:lnTo>
                    <a:cubicBezTo>
                      <a:pt x="4211954" y="5148454"/>
                      <a:pt x="5132859" y="5059919"/>
                      <a:pt x="5734349" y="4913850"/>
                    </a:cubicBezTo>
                    <a:cubicBezTo>
                      <a:pt x="6005989" y="4847885"/>
                      <a:pt x="6219083" y="4768597"/>
                      <a:pt x="6367670" y="4678263"/>
                    </a:cubicBezTo>
                    <a:cubicBezTo>
                      <a:pt x="6504109" y="4595293"/>
                      <a:pt x="6590353" y="4500406"/>
                      <a:pt x="6624041" y="4396188"/>
                    </a:cubicBezTo>
                    <a:cubicBezTo>
                      <a:pt x="6681012" y="4219849"/>
                      <a:pt x="6593249" y="4012143"/>
                      <a:pt x="6355747" y="3761181"/>
                    </a:cubicBezTo>
                    <a:cubicBezTo>
                      <a:pt x="6148951" y="3542683"/>
                      <a:pt x="5859118" y="3323257"/>
                      <a:pt x="5603421" y="3129688"/>
                    </a:cubicBezTo>
                    <a:lnTo>
                      <a:pt x="5594564" y="3122999"/>
                    </a:lnTo>
                    <a:cubicBezTo>
                      <a:pt x="5496031" y="3093375"/>
                      <a:pt x="5421653" y="3042109"/>
                      <a:pt x="5367268" y="2966334"/>
                    </a:cubicBezTo>
                    <a:cubicBezTo>
                      <a:pt x="5318283" y="2898092"/>
                      <a:pt x="5286423" y="2810794"/>
                      <a:pt x="5269861" y="2699521"/>
                    </a:cubicBezTo>
                    <a:cubicBezTo>
                      <a:pt x="5238929" y="2491731"/>
                      <a:pt x="5266205" y="2229105"/>
                      <a:pt x="5295084" y="1951077"/>
                    </a:cubicBezTo>
                    <a:cubicBezTo>
                      <a:pt x="5353911" y="1384735"/>
                      <a:pt x="5420612" y="742842"/>
                      <a:pt x="5012196" y="357645"/>
                    </a:cubicBezTo>
                    <a:cubicBezTo>
                      <a:pt x="4832058" y="187770"/>
                      <a:pt x="4578781" y="81809"/>
                      <a:pt x="4237880" y="33747"/>
                    </a:cubicBezTo>
                    <a:cubicBezTo>
                      <a:pt x="3860930" y="-19402"/>
                      <a:pt x="3372006" y="2128"/>
                      <a:pt x="2784745" y="97774"/>
                    </a:cubicBezTo>
                    <a:cubicBezTo>
                      <a:pt x="2513977" y="141872"/>
                      <a:pt x="2266885" y="336987"/>
                      <a:pt x="2029326" y="694331"/>
                    </a:cubicBezTo>
                    <a:cubicBezTo>
                      <a:pt x="1823881" y="1003332"/>
                      <a:pt x="1659462" y="1381165"/>
                      <a:pt x="1514391" y="1714534"/>
                    </a:cubicBezTo>
                    <a:cubicBezTo>
                      <a:pt x="1324777" y="2150267"/>
                      <a:pt x="1175009" y="2494429"/>
                      <a:pt x="1014274" y="2506487"/>
                    </a:cubicBezTo>
                    <a:cubicBezTo>
                      <a:pt x="952129" y="2511124"/>
                      <a:pt x="892121" y="2465957"/>
                      <a:pt x="830847" y="2368316"/>
                    </a:cubicBezTo>
                    <a:lnTo>
                      <a:pt x="830031" y="2366995"/>
                    </a:lnTo>
                    <a:lnTo>
                      <a:pt x="830819" y="2365646"/>
                    </a:lnTo>
                    <a:cubicBezTo>
                      <a:pt x="948080" y="2163955"/>
                      <a:pt x="935651" y="2117270"/>
                      <a:pt x="924852" y="2106533"/>
                    </a:cubicBezTo>
                    <a:cubicBezTo>
                      <a:pt x="921337" y="2103048"/>
                      <a:pt x="916416" y="2101334"/>
                      <a:pt x="910146" y="2101334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885BE3DA-89BB-9490-D16D-C656D6FB78E8}"/>
                  </a:ext>
                </a:extLst>
              </p:cNvPr>
              <p:cNvSpPr/>
              <p:nvPr/>
            </p:nvSpPr>
            <p:spPr>
              <a:xfrm>
                <a:off x="-1312493" y="946649"/>
                <a:ext cx="6905449" cy="5201861"/>
              </a:xfrm>
              <a:custGeom>
                <a:avLst/>
                <a:gdLst>
                  <a:gd name="connsiteX0" fmla="*/ 2827170 w 6905449"/>
                  <a:gd name="connsiteY0" fmla="*/ 5201862 h 5201861"/>
                  <a:gd name="connsiteX1" fmla="*/ 1745445 w 6905449"/>
                  <a:gd name="connsiteY1" fmla="*/ 5137498 h 5201861"/>
                  <a:gd name="connsiteX2" fmla="*/ 833229 w 6905449"/>
                  <a:gd name="connsiteY2" fmla="*/ 4911130 h 5201861"/>
                  <a:gd name="connsiteX3" fmla="*/ 34421 w 6905449"/>
                  <a:gd name="connsiteY3" fmla="*/ 4125529 h 5201861"/>
                  <a:gd name="connsiteX4" fmla="*/ 55455 w 6905449"/>
                  <a:gd name="connsiteY4" fmla="*/ 3468909 h 5201861"/>
                  <a:gd name="connsiteX5" fmla="*/ 342111 w 6905449"/>
                  <a:gd name="connsiteY5" fmla="*/ 2837416 h 5201861"/>
                  <a:gd name="connsiteX6" fmla="*/ 724235 w 6905449"/>
                  <a:gd name="connsiteY6" fmla="*/ 2335381 h 5201861"/>
                  <a:gd name="connsiteX7" fmla="*/ 1032291 w 6905449"/>
                  <a:gd name="connsiteY7" fmla="*/ 2067078 h 5201861"/>
                  <a:gd name="connsiteX8" fmla="*/ 1108862 w 6905449"/>
                  <a:gd name="connsiteY8" fmla="*/ 2055076 h 5201861"/>
                  <a:gd name="connsiteX9" fmla="*/ 979960 w 6905449"/>
                  <a:gd name="connsiteY9" fmla="*/ 2344122 h 5201861"/>
                  <a:gd name="connsiteX10" fmla="*/ 1077930 w 6905449"/>
                  <a:gd name="connsiteY10" fmla="*/ 2478470 h 5201861"/>
                  <a:gd name="connsiteX11" fmla="*/ 1489609 w 6905449"/>
                  <a:gd name="connsiteY11" fmla="*/ 1829045 h 5201861"/>
                  <a:gd name="connsiteX12" fmla="*/ 2068124 w 6905449"/>
                  <a:gd name="connsiteY12" fmla="*/ 763759 h 5201861"/>
                  <a:gd name="connsiteX13" fmla="*/ 2445946 w 6905449"/>
                  <a:gd name="connsiteY13" fmla="*/ 334463 h 5201861"/>
                  <a:gd name="connsiteX14" fmla="*/ 2890244 w 6905449"/>
                  <a:gd name="connsiteY14" fmla="*/ 114081 h 5201861"/>
                  <a:gd name="connsiteX15" fmla="*/ 5331407 w 6905449"/>
                  <a:gd name="connsiteY15" fmla="*/ 364368 h 5201861"/>
                  <a:gd name="connsiteX16" fmla="*/ 5619920 w 6905449"/>
                  <a:gd name="connsiteY16" fmla="*/ 1099658 h 5201861"/>
                  <a:gd name="connsiteX17" fmla="*/ 5544670 w 6905449"/>
                  <a:gd name="connsiteY17" fmla="*/ 1979639 h 5201861"/>
                  <a:gd name="connsiteX18" fmla="*/ 5477744 w 6905449"/>
                  <a:gd name="connsiteY18" fmla="*/ 2714395 h 5201861"/>
                  <a:gd name="connsiteX19" fmla="*/ 5707879 w 6905449"/>
                  <a:gd name="connsiteY19" fmla="*/ 3199538 h 5201861"/>
                  <a:gd name="connsiteX20" fmla="*/ 6555898 w 6905449"/>
                  <a:gd name="connsiteY20" fmla="*/ 3801829 h 5201861"/>
                  <a:gd name="connsiteX21" fmla="*/ 6894098 w 6905449"/>
                  <a:gd name="connsiteY21" fmla="*/ 4427897 h 5201861"/>
                  <a:gd name="connsiteX22" fmla="*/ 6639555 w 6905449"/>
                  <a:gd name="connsiteY22" fmla="*/ 4706178 h 5201861"/>
                  <a:gd name="connsiteX23" fmla="*/ 5981741 w 6905449"/>
                  <a:gd name="connsiteY23" fmla="*/ 4938168 h 5201861"/>
                  <a:gd name="connsiteX24" fmla="*/ 4828479 w 6905449"/>
                  <a:gd name="connsiteY24" fmla="*/ 5107959 h 5201861"/>
                  <a:gd name="connsiteX25" fmla="*/ 3087478 w 6905449"/>
                  <a:gd name="connsiteY25" fmla="*/ 5198882 h 5201861"/>
                  <a:gd name="connsiteX26" fmla="*/ 2827170 w 6905449"/>
                  <a:gd name="connsiteY26" fmla="*/ 5201778 h 5201861"/>
                  <a:gd name="connsiteX27" fmla="*/ 1089066 w 6905449"/>
                  <a:gd name="connsiteY27" fmla="*/ 2052181 h 5201861"/>
                  <a:gd name="connsiteX28" fmla="*/ 1034513 w 6905449"/>
                  <a:gd name="connsiteY28" fmla="*/ 2071181 h 5201861"/>
                  <a:gd name="connsiteX29" fmla="*/ 346048 w 6905449"/>
                  <a:gd name="connsiteY29" fmla="*/ 2839889 h 5201861"/>
                  <a:gd name="connsiteX30" fmla="*/ 38892 w 6905449"/>
                  <a:gd name="connsiteY30" fmla="*/ 4124349 h 5201861"/>
                  <a:gd name="connsiteX31" fmla="*/ 834972 w 6905449"/>
                  <a:gd name="connsiteY31" fmla="*/ 4906858 h 5201861"/>
                  <a:gd name="connsiteX32" fmla="*/ 3087366 w 6905449"/>
                  <a:gd name="connsiteY32" fmla="*/ 5194357 h 5201861"/>
                  <a:gd name="connsiteX33" fmla="*/ 3087366 w 6905449"/>
                  <a:gd name="connsiteY33" fmla="*/ 5194357 h 5201861"/>
                  <a:gd name="connsiteX34" fmla="*/ 5980700 w 6905449"/>
                  <a:gd name="connsiteY34" fmla="*/ 4933755 h 5201861"/>
                  <a:gd name="connsiteX35" fmla="*/ 6637221 w 6905449"/>
                  <a:gd name="connsiteY35" fmla="*/ 4702271 h 5201861"/>
                  <a:gd name="connsiteX36" fmla="*/ 6889655 w 6905449"/>
                  <a:gd name="connsiteY36" fmla="*/ 4426717 h 5201861"/>
                  <a:gd name="connsiteX37" fmla="*/ 5705405 w 6905449"/>
                  <a:gd name="connsiteY37" fmla="*/ 3203473 h 5201861"/>
                  <a:gd name="connsiteX38" fmla="*/ 5533703 w 6905449"/>
                  <a:gd name="connsiteY38" fmla="*/ 3001051 h 5201861"/>
                  <a:gd name="connsiteX39" fmla="*/ 5473132 w 6905449"/>
                  <a:gd name="connsiteY39" fmla="*/ 2714676 h 5201861"/>
                  <a:gd name="connsiteX40" fmla="*/ 5540086 w 6905449"/>
                  <a:gd name="connsiteY40" fmla="*/ 1978992 h 5201861"/>
                  <a:gd name="connsiteX41" fmla="*/ 5328146 w 6905449"/>
                  <a:gd name="connsiteY41" fmla="*/ 367712 h 5201861"/>
                  <a:gd name="connsiteX42" fmla="*/ 2890975 w 6905449"/>
                  <a:gd name="connsiteY42" fmla="*/ 118690 h 5201861"/>
                  <a:gd name="connsiteX43" fmla="*/ 2071892 w 6905449"/>
                  <a:gd name="connsiteY43" fmla="*/ 766457 h 5201861"/>
                  <a:gd name="connsiteX44" fmla="*/ 1493770 w 6905449"/>
                  <a:gd name="connsiteY44" fmla="*/ 1831097 h 5201861"/>
                  <a:gd name="connsiteX45" fmla="*/ 1081445 w 6905449"/>
                  <a:gd name="connsiteY45" fmla="*/ 2483276 h 5201861"/>
                  <a:gd name="connsiteX46" fmla="*/ 1077593 w 6905449"/>
                  <a:gd name="connsiteY46" fmla="*/ 2483136 h 5201861"/>
                  <a:gd name="connsiteX47" fmla="*/ 975179 w 6905449"/>
                  <a:gd name="connsiteY47" fmla="*/ 2344515 h 5201861"/>
                  <a:gd name="connsiteX48" fmla="*/ 974842 w 6905449"/>
                  <a:gd name="connsiteY48" fmla="*/ 2343447 h 5201861"/>
                  <a:gd name="connsiteX49" fmla="*/ 975489 w 6905449"/>
                  <a:gd name="connsiteY49" fmla="*/ 2342520 h 5201861"/>
                  <a:gd name="connsiteX50" fmla="*/ 1092524 w 6905449"/>
                  <a:gd name="connsiteY50" fmla="*/ 2143443 h 5201861"/>
                  <a:gd name="connsiteX51" fmla="*/ 1105432 w 6905449"/>
                  <a:gd name="connsiteY51" fmla="*/ 2058252 h 5201861"/>
                  <a:gd name="connsiteX52" fmla="*/ 1089066 w 6905449"/>
                  <a:gd name="connsiteY52" fmla="*/ 2052209 h 5201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6905449" h="5201861">
                    <a:moveTo>
                      <a:pt x="2827170" y="5201862"/>
                    </a:moveTo>
                    <a:cubicBezTo>
                      <a:pt x="2425362" y="5201862"/>
                      <a:pt x="2062444" y="5180304"/>
                      <a:pt x="1745445" y="5137498"/>
                    </a:cubicBezTo>
                    <a:cubicBezTo>
                      <a:pt x="1388714" y="5089324"/>
                      <a:pt x="1081783" y="5013184"/>
                      <a:pt x="833229" y="4911130"/>
                    </a:cubicBezTo>
                    <a:cubicBezTo>
                      <a:pt x="393824" y="4730715"/>
                      <a:pt x="125080" y="4466403"/>
                      <a:pt x="34421" y="4125529"/>
                    </a:cubicBezTo>
                    <a:cubicBezTo>
                      <a:pt x="-17686" y="3929600"/>
                      <a:pt x="-10600" y="3708684"/>
                      <a:pt x="55455" y="3468909"/>
                    </a:cubicBezTo>
                    <a:cubicBezTo>
                      <a:pt x="111273" y="3266319"/>
                      <a:pt x="207725" y="3053863"/>
                      <a:pt x="342111" y="2837416"/>
                    </a:cubicBezTo>
                    <a:cubicBezTo>
                      <a:pt x="481812" y="2612397"/>
                      <a:pt x="627024" y="2440189"/>
                      <a:pt x="724235" y="2335381"/>
                    </a:cubicBezTo>
                    <a:cubicBezTo>
                      <a:pt x="842368" y="2207975"/>
                      <a:pt x="957548" y="2107691"/>
                      <a:pt x="1032291" y="2067078"/>
                    </a:cubicBezTo>
                    <a:cubicBezTo>
                      <a:pt x="1071181" y="2045942"/>
                      <a:pt x="1096939" y="2041922"/>
                      <a:pt x="1108862" y="2055076"/>
                    </a:cubicBezTo>
                    <a:cubicBezTo>
                      <a:pt x="1134142" y="2082986"/>
                      <a:pt x="1089572" y="2182932"/>
                      <a:pt x="979960" y="2344122"/>
                    </a:cubicBezTo>
                    <a:cubicBezTo>
                      <a:pt x="1008052" y="2431982"/>
                      <a:pt x="1040109" y="2475913"/>
                      <a:pt x="1077930" y="2478470"/>
                    </a:cubicBezTo>
                    <a:cubicBezTo>
                      <a:pt x="1178375" y="2485216"/>
                      <a:pt x="1315770" y="2195664"/>
                      <a:pt x="1489609" y="1829045"/>
                    </a:cubicBezTo>
                    <a:cubicBezTo>
                      <a:pt x="1644466" y="1502534"/>
                      <a:pt x="1837173" y="1096144"/>
                      <a:pt x="2068124" y="763759"/>
                    </a:cubicBezTo>
                    <a:cubicBezTo>
                      <a:pt x="2194889" y="581321"/>
                      <a:pt x="2318477" y="440901"/>
                      <a:pt x="2445946" y="334463"/>
                    </a:cubicBezTo>
                    <a:cubicBezTo>
                      <a:pt x="2590877" y="213465"/>
                      <a:pt x="2740363" y="139320"/>
                      <a:pt x="2890244" y="114081"/>
                    </a:cubicBezTo>
                    <a:cubicBezTo>
                      <a:pt x="4146032" y="-97335"/>
                      <a:pt x="4944559" y="-15461"/>
                      <a:pt x="5331407" y="364368"/>
                    </a:cubicBezTo>
                    <a:cubicBezTo>
                      <a:pt x="5508985" y="538711"/>
                      <a:pt x="5603357" y="779245"/>
                      <a:pt x="5619920" y="1099658"/>
                    </a:cubicBezTo>
                    <a:cubicBezTo>
                      <a:pt x="5634486" y="1381620"/>
                      <a:pt x="5588819" y="1685646"/>
                      <a:pt x="5544670" y="1979639"/>
                    </a:cubicBezTo>
                    <a:cubicBezTo>
                      <a:pt x="5504402" y="2247801"/>
                      <a:pt x="5466356" y="2501096"/>
                      <a:pt x="5477744" y="2714395"/>
                    </a:cubicBezTo>
                    <a:cubicBezTo>
                      <a:pt x="5490511" y="2953299"/>
                      <a:pt x="5563623" y="3107462"/>
                      <a:pt x="5707879" y="3199538"/>
                    </a:cubicBezTo>
                    <a:cubicBezTo>
                      <a:pt x="5976567" y="3371071"/>
                      <a:pt x="6310972" y="3584567"/>
                      <a:pt x="6555898" y="3801829"/>
                    </a:cubicBezTo>
                    <a:cubicBezTo>
                      <a:pt x="6832712" y="4047394"/>
                      <a:pt x="6943337" y="4252177"/>
                      <a:pt x="6894098" y="4427897"/>
                    </a:cubicBezTo>
                    <a:cubicBezTo>
                      <a:pt x="6865303" y="4530682"/>
                      <a:pt x="6779649" y="4624305"/>
                      <a:pt x="6639555" y="4706178"/>
                    </a:cubicBezTo>
                    <a:cubicBezTo>
                      <a:pt x="6487481" y="4795051"/>
                      <a:pt x="6266148" y="4873102"/>
                      <a:pt x="5981741" y="4938168"/>
                    </a:cubicBezTo>
                    <a:cubicBezTo>
                      <a:pt x="5676104" y="5008097"/>
                      <a:pt x="5288102" y="5065209"/>
                      <a:pt x="4828479" y="5107959"/>
                    </a:cubicBezTo>
                    <a:cubicBezTo>
                      <a:pt x="4338739" y="5153491"/>
                      <a:pt x="3752969" y="5184099"/>
                      <a:pt x="3087478" y="5198882"/>
                    </a:cubicBezTo>
                    <a:cubicBezTo>
                      <a:pt x="2999012" y="5200822"/>
                      <a:pt x="2912205" y="5201778"/>
                      <a:pt x="2827170" y="5201778"/>
                    </a:cubicBezTo>
                    <a:close/>
                    <a:moveTo>
                      <a:pt x="1089066" y="2052181"/>
                    </a:moveTo>
                    <a:cubicBezTo>
                      <a:pt x="1076159" y="2052181"/>
                      <a:pt x="1057740" y="2058561"/>
                      <a:pt x="1034513" y="2071181"/>
                    </a:cubicBezTo>
                    <a:cubicBezTo>
                      <a:pt x="881286" y="2154376"/>
                      <a:pt x="574496" y="2471949"/>
                      <a:pt x="346048" y="2839889"/>
                    </a:cubicBezTo>
                    <a:cubicBezTo>
                      <a:pt x="138859" y="3173596"/>
                      <a:pt x="-82643" y="3667340"/>
                      <a:pt x="38892" y="4124349"/>
                    </a:cubicBezTo>
                    <a:cubicBezTo>
                      <a:pt x="129157" y="4463761"/>
                      <a:pt x="397002" y="4727033"/>
                      <a:pt x="834972" y="4906858"/>
                    </a:cubicBezTo>
                    <a:cubicBezTo>
                      <a:pt x="1351708" y="5119004"/>
                      <a:pt x="2109545" y="5215746"/>
                      <a:pt x="3087366" y="5194357"/>
                    </a:cubicBezTo>
                    <a:lnTo>
                      <a:pt x="3087366" y="5194357"/>
                    </a:lnTo>
                    <a:cubicBezTo>
                      <a:pt x="4376617" y="5165717"/>
                      <a:pt x="5350051" y="5078053"/>
                      <a:pt x="5980700" y="4933755"/>
                    </a:cubicBezTo>
                    <a:cubicBezTo>
                      <a:pt x="6264657" y="4868802"/>
                      <a:pt x="6485569" y="4790919"/>
                      <a:pt x="6637221" y="4702271"/>
                    </a:cubicBezTo>
                    <a:cubicBezTo>
                      <a:pt x="6776247" y="4621016"/>
                      <a:pt x="6861198" y="4528321"/>
                      <a:pt x="6889655" y="4426717"/>
                    </a:cubicBezTo>
                    <a:cubicBezTo>
                      <a:pt x="7000701" y="4030418"/>
                      <a:pt x="6252060" y="3552469"/>
                      <a:pt x="5705405" y="3203473"/>
                    </a:cubicBezTo>
                    <a:cubicBezTo>
                      <a:pt x="5628496" y="3154371"/>
                      <a:pt x="5572340" y="3088181"/>
                      <a:pt x="5533703" y="3001051"/>
                    </a:cubicBezTo>
                    <a:cubicBezTo>
                      <a:pt x="5499087" y="2922972"/>
                      <a:pt x="5479263" y="2829293"/>
                      <a:pt x="5473132" y="2714676"/>
                    </a:cubicBezTo>
                    <a:cubicBezTo>
                      <a:pt x="5461716" y="2500927"/>
                      <a:pt x="5499790" y="2247408"/>
                      <a:pt x="5540086" y="1978992"/>
                    </a:cubicBezTo>
                    <a:cubicBezTo>
                      <a:pt x="5626162" y="1405792"/>
                      <a:pt x="5723739" y="756086"/>
                      <a:pt x="5328146" y="367712"/>
                    </a:cubicBezTo>
                    <a:cubicBezTo>
                      <a:pt x="4942421" y="-10992"/>
                      <a:pt x="4145216" y="-92445"/>
                      <a:pt x="2890975" y="118690"/>
                    </a:cubicBezTo>
                    <a:cubicBezTo>
                      <a:pt x="2609774" y="166021"/>
                      <a:pt x="2341845" y="377915"/>
                      <a:pt x="2071892" y="766457"/>
                    </a:cubicBezTo>
                    <a:cubicBezTo>
                      <a:pt x="1841166" y="1098533"/>
                      <a:pt x="1648544" y="1504698"/>
                      <a:pt x="1493770" y="1831097"/>
                    </a:cubicBezTo>
                    <a:cubicBezTo>
                      <a:pt x="1314589" y="2208958"/>
                      <a:pt x="1184477" y="2483248"/>
                      <a:pt x="1081445" y="2483276"/>
                    </a:cubicBezTo>
                    <a:cubicBezTo>
                      <a:pt x="1080152" y="2483276"/>
                      <a:pt x="1078858" y="2483220"/>
                      <a:pt x="1077593" y="2483136"/>
                    </a:cubicBezTo>
                    <a:cubicBezTo>
                      <a:pt x="1037521" y="2480438"/>
                      <a:pt x="1004002" y="2435074"/>
                      <a:pt x="975179" y="2344515"/>
                    </a:cubicBezTo>
                    <a:lnTo>
                      <a:pt x="974842" y="2343447"/>
                    </a:lnTo>
                    <a:lnTo>
                      <a:pt x="975489" y="2342520"/>
                    </a:lnTo>
                    <a:cubicBezTo>
                      <a:pt x="1031673" y="2259971"/>
                      <a:pt x="1071041" y="2192994"/>
                      <a:pt x="1092524" y="2143443"/>
                    </a:cubicBezTo>
                    <a:cubicBezTo>
                      <a:pt x="1116623" y="2087876"/>
                      <a:pt x="1112827" y="2066431"/>
                      <a:pt x="1105432" y="2058252"/>
                    </a:cubicBezTo>
                    <a:cubicBezTo>
                      <a:pt x="1101776" y="2054233"/>
                      <a:pt x="1096293" y="2052209"/>
                      <a:pt x="1089066" y="205220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3FB3CFB4-B610-6468-8DCC-5D84BC6A0E92}"/>
                  </a:ext>
                </a:extLst>
              </p:cNvPr>
              <p:cNvSpPr/>
              <p:nvPr/>
            </p:nvSpPr>
            <p:spPr>
              <a:xfrm>
                <a:off x="-1421884" y="970509"/>
                <a:ext cx="7119819" cy="5214933"/>
              </a:xfrm>
              <a:custGeom>
                <a:avLst/>
                <a:gdLst>
                  <a:gd name="connsiteX0" fmla="*/ 2910747 w 7119819"/>
                  <a:gd name="connsiteY0" fmla="*/ 5214934 h 5214933"/>
                  <a:gd name="connsiteX1" fmla="*/ 1787039 w 7119819"/>
                  <a:gd name="connsiteY1" fmla="*/ 5151470 h 5214933"/>
                  <a:gd name="connsiteX2" fmla="*/ 841388 w 7119819"/>
                  <a:gd name="connsiteY2" fmla="*/ 4927406 h 5214933"/>
                  <a:gd name="connsiteX3" fmla="*/ 28463 w 7119819"/>
                  <a:gd name="connsiteY3" fmla="*/ 4146078 h 5214933"/>
                  <a:gd name="connsiteX4" fmla="*/ 76661 w 7119819"/>
                  <a:gd name="connsiteY4" fmla="*/ 3470374 h 5214933"/>
                  <a:gd name="connsiteX5" fmla="*/ 417617 w 7119819"/>
                  <a:gd name="connsiteY5" fmla="*/ 2816845 h 5214933"/>
                  <a:gd name="connsiteX6" fmla="*/ 859328 w 7119819"/>
                  <a:gd name="connsiteY6" fmla="*/ 2295220 h 5214933"/>
                  <a:gd name="connsiteX7" fmla="*/ 1210295 w 7119819"/>
                  <a:gd name="connsiteY7" fmla="*/ 2015309 h 5214933"/>
                  <a:gd name="connsiteX8" fmla="*/ 1295893 w 7119819"/>
                  <a:gd name="connsiteY8" fmla="*/ 2003139 h 5214933"/>
                  <a:gd name="connsiteX9" fmla="*/ 1130097 w 7119819"/>
                  <a:gd name="connsiteY9" fmla="*/ 2317480 h 5214933"/>
                  <a:gd name="connsiteX10" fmla="*/ 1159145 w 7119819"/>
                  <a:gd name="connsiteY10" fmla="*/ 2451350 h 5214933"/>
                  <a:gd name="connsiteX11" fmla="*/ 1444086 w 7119819"/>
                  <a:gd name="connsiteY11" fmla="*/ 1986893 h 5214933"/>
                  <a:gd name="connsiteX12" fmla="*/ 2089330 w 7119819"/>
                  <a:gd name="connsiteY12" fmla="*/ 862977 h 5214933"/>
                  <a:gd name="connsiteX13" fmla="*/ 2517009 w 7119819"/>
                  <a:gd name="connsiteY13" fmla="*/ 381431 h 5214933"/>
                  <a:gd name="connsiteX14" fmla="*/ 3002840 w 7119819"/>
                  <a:gd name="connsiteY14" fmla="*/ 131706 h 5214933"/>
                  <a:gd name="connsiteX15" fmla="*/ 4309188 w 7119819"/>
                  <a:gd name="connsiteY15" fmla="*/ 0 h 5214933"/>
                  <a:gd name="connsiteX16" fmla="*/ 5604907 w 7119819"/>
                  <a:gd name="connsiteY16" fmla="*/ 378171 h 5214933"/>
                  <a:gd name="connsiteX17" fmla="*/ 5872920 w 7119819"/>
                  <a:gd name="connsiteY17" fmla="*/ 1145839 h 5214933"/>
                  <a:gd name="connsiteX18" fmla="*/ 5752678 w 7119819"/>
                  <a:gd name="connsiteY18" fmla="*/ 2061909 h 5214933"/>
                  <a:gd name="connsiteX19" fmla="*/ 5649252 w 7119819"/>
                  <a:gd name="connsiteY19" fmla="*/ 2786772 h 5214933"/>
                  <a:gd name="connsiteX20" fmla="*/ 5825059 w 7119819"/>
                  <a:gd name="connsiteY20" fmla="*/ 3276918 h 5214933"/>
                  <a:gd name="connsiteX21" fmla="*/ 6249223 w 7119819"/>
                  <a:gd name="connsiteY21" fmla="*/ 3592186 h 5214933"/>
                  <a:gd name="connsiteX22" fmla="*/ 6890672 w 7119819"/>
                  <a:gd name="connsiteY22" fmla="*/ 4096920 h 5214933"/>
                  <a:gd name="connsiteX23" fmla="*/ 7078485 w 7119819"/>
                  <a:gd name="connsiteY23" fmla="*/ 4333379 h 5214933"/>
                  <a:gd name="connsiteX24" fmla="*/ 7109221 w 7119819"/>
                  <a:gd name="connsiteY24" fmla="*/ 4553395 h 5214933"/>
                  <a:gd name="connsiteX25" fmla="*/ 6176393 w 7119819"/>
                  <a:gd name="connsiteY25" fmla="*/ 4989915 h 5214933"/>
                  <a:gd name="connsiteX26" fmla="*/ 4986461 w 7119819"/>
                  <a:gd name="connsiteY26" fmla="*/ 5132301 h 5214933"/>
                  <a:gd name="connsiteX27" fmla="*/ 3183850 w 7119819"/>
                  <a:gd name="connsiteY27" fmla="*/ 5212011 h 5214933"/>
                  <a:gd name="connsiteX28" fmla="*/ 3183850 w 7119819"/>
                  <a:gd name="connsiteY28" fmla="*/ 5212011 h 5214933"/>
                  <a:gd name="connsiteX29" fmla="*/ 2910719 w 7119819"/>
                  <a:gd name="connsiteY29" fmla="*/ 5214906 h 5214933"/>
                  <a:gd name="connsiteX30" fmla="*/ 1274128 w 7119819"/>
                  <a:gd name="connsiteY30" fmla="*/ 1998782 h 5214933"/>
                  <a:gd name="connsiteX31" fmla="*/ 1212179 w 7119819"/>
                  <a:gd name="connsiteY31" fmla="*/ 2019019 h 5214933"/>
                  <a:gd name="connsiteX32" fmla="*/ 420992 w 7119819"/>
                  <a:gd name="connsiteY32" fmla="*/ 2819206 h 5214933"/>
                  <a:gd name="connsiteX33" fmla="*/ 32456 w 7119819"/>
                  <a:gd name="connsiteY33" fmla="*/ 4145066 h 5214933"/>
                  <a:gd name="connsiteX34" fmla="*/ 842878 w 7119819"/>
                  <a:gd name="connsiteY34" fmla="*/ 4923556 h 5214933"/>
                  <a:gd name="connsiteX35" fmla="*/ 3183737 w 7119819"/>
                  <a:gd name="connsiteY35" fmla="*/ 5207879 h 5214933"/>
                  <a:gd name="connsiteX36" fmla="*/ 3183793 w 7119819"/>
                  <a:gd name="connsiteY36" fmla="*/ 5209931 h 5214933"/>
                  <a:gd name="connsiteX37" fmla="*/ 3183737 w 7119819"/>
                  <a:gd name="connsiteY37" fmla="*/ 5207879 h 5214933"/>
                  <a:gd name="connsiteX38" fmla="*/ 6175633 w 7119819"/>
                  <a:gd name="connsiteY38" fmla="*/ 4985839 h 5214933"/>
                  <a:gd name="connsiteX39" fmla="*/ 7105284 w 7119819"/>
                  <a:gd name="connsiteY39" fmla="*/ 4552159 h 5214933"/>
                  <a:gd name="connsiteX40" fmla="*/ 7074802 w 7119819"/>
                  <a:gd name="connsiteY40" fmla="*/ 4335262 h 5214933"/>
                  <a:gd name="connsiteX41" fmla="*/ 6887775 w 7119819"/>
                  <a:gd name="connsiteY41" fmla="*/ 4099871 h 5214933"/>
                  <a:gd name="connsiteX42" fmla="*/ 6246777 w 7119819"/>
                  <a:gd name="connsiteY42" fmla="*/ 3595531 h 5214933"/>
                  <a:gd name="connsiteX43" fmla="*/ 5822473 w 7119819"/>
                  <a:gd name="connsiteY43" fmla="*/ 3280150 h 5214933"/>
                  <a:gd name="connsiteX44" fmla="*/ 5681872 w 7119819"/>
                  <a:gd name="connsiteY44" fmla="*/ 3072500 h 5214933"/>
                  <a:gd name="connsiteX45" fmla="*/ 5645091 w 7119819"/>
                  <a:gd name="connsiteY45" fmla="*/ 2786687 h 5214933"/>
                  <a:gd name="connsiteX46" fmla="*/ 5748601 w 7119819"/>
                  <a:gd name="connsiteY46" fmla="*/ 2061094 h 5214933"/>
                  <a:gd name="connsiteX47" fmla="*/ 5868758 w 7119819"/>
                  <a:gd name="connsiteY47" fmla="*/ 1145867 h 5214933"/>
                  <a:gd name="connsiteX48" fmla="*/ 5601899 w 7119819"/>
                  <a:gd name="connsiteY48" fmla="*/ 381066 h 5214933"/>
                  <a:gd name="connsiteX49" fmla="*/ 3003487 w 7119819"/>
                  <a:gd name="connsiteY49" fmla="*/ 135782 h 5214933"/>
                  <a:gd name="connsiteX50" fmla="*/ 2092648 w 7119819"/>
                  <a:gd name="connsiteY50" fmla="*/ 865366 h 5214933"/>
                  <a:gd name="connsiteX51" fmla="*/ 1447742 w 7119819"/>
                  <a:gd name="connsiteY51" fmla="*/ 1988748 h 5214933"/>
                  <a:gd name="connsiteX52" fmla="*/ 1162407 w 7119819"/>
                  <a:gd name="connsiteY52" fmla="*/ 2455847 h 5214933"/>
                  <a:gd name="connsiteX53" fmla="*/ 1158189 w 7119819"/>
                  <a:gd name="connsiteY53" fmla="*/ 2455370 h 5214933"/>
                  <a:gd name="connsiteX54" fmla="*/ 1125963 w 7119819"/>
                  <a:gd name="connsiteY54" fmla="*/ 2316805 h 5214933"/>
                  <a:gd name="connsiteX55" fmla="*/ 1125963 w 7119819"/>
                  <a:gd name="connsiteY55" fmla="*/ 2316103 h 5214933"/>
                  <a:gd name="connsiteX56" fmla="*/ 1126385 w 7119819"/>
                  <a:gd name="connsiteY56" fmla="*/ 2315541 h 5214933"/>
                  <a:gd name="connsiteX57" fmla="*/ 1271766 w 7119819"/>
                  <a:gd name="connsiteY57" fmla="*/ 2099262 h 5214933"/>
                  <a:gd name="connsiteX58" fmla="*/ 1292715 w 7119819"/>
                  <a:gd name="connsiteY58" fmla="*/ 2005809 h 5214933"/>
                  <a:gd name="connsiteX59" fmla="*/ 1274100 w 7119819"/>
                  <a:gd name="connsiteY59" fmla="*/ 1998782 h 5214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7119819" h="5214933">
                    <a:moveTo>
                      <a:pt x="2910747" y="5214934"/>
                    </a:moveTo>
                    <a:cubicBezTo>
                      <a:pt x="2492741" y="5214934"/>
                      <a:pt x="2115763" y="5193686"/>
                      <a:pt x="1787039" y="5151470"/>
                    </a:cubicBezTo>
                    <a:cubicBezTo>
                      <a:pt x="1416106" y="5103858"/>
                      <a:pt x="1097955" y="5028477"/>
                      <a:pt x="841388" y="4927406"/>
                    </a:cubicBezTo>
                    <a:cubicBezTo>
                      <a:pt x="386741" y="4748312"/>
                      <a:pt x="113245" y="4485434"/>
                      <a:pt x="28463" y="4146078"/>
                    </a:cubicBezTo>
                    <a:cubicBezTo>
                      <a:pt x="-21703" y="3945258"/>
                      <a:pt x="-5506" y="3717906"/>
                      <a:pt x="76661" y="3470374"/>
                    </a:cubicBezTo>
                    <a:cubicBezTo>
                      <a:pt x="146089" y="3261178"/>
                      <a:pt x="260791" y="3041302"/>
                      <a:pt x="417617" y="2816845"/>
                    </a:cubicBezTo>
                    <a:cubicBezTo>
                      <a:pt x="580742" y="2583366"/>
                      <a:pt x="747860" y="2404328"/>
                      <a:pt x="859328" y="2295220"/>
                    </a:cubicBezTo>
                    <a:cubicBezTo>
                      <a:pt x="994895" y="2162558"/>
                      <a:pt x="1126104" y="2057918"/>
                      <a:pt x="1210295" y="2015309"/>
                    </a:cubicBezTo>
                    <a:cubicBezTo>
                      <a:pt x="1255034" y="1992683"/>
                      <a:pt x="1283829" y="1988579"/>
                      <a:pt x="1295893" y="2003139"/>
                    </a:cubicBezTo>
                    <a:cubicBezTo>
                      <a:pt x="1321539" y="2034056"/>
                      <a:pt x="1264230" y="2142743"/>
                      <a:pt x="1130097" y="2317480"/>
                    </a:cubicBezTo>
                    <a:cubicBezTo>
                      <a:pt x="1130406" y="2401827"/>
                      <a:pt x="1140192" y="2446853"/>
                      <a:pt x="1159145" y="2451350"/>
                    </a:cubicBezTo>
                    <a:cubicBezTo>
                      <a:pt x="1204165" y="2461946"/>
                      <a:pt x="1304779" y="2262701"/>
                      <a:pt x="1444086" y="1986893"/>
                    </a:cubicBezTo>
                    <a:cubicBezTo>
                      <a:pt x="1605074" y="1668083"/>
                      <a:pt x="1825563" y="1231479"/>
                      <a:pt x="2089330" y="862977"/>
                    </a:cubicBezTo>
                    <a:cubicBezTo>
                      <a:pt x="2233277" y="661848"/>
                      <a:pt x="2377168" y="499843"/>
                      <a:pt x="2517009" y="381431"/>
                    </a:cubicBezTo>
                    <a:cubicBezTo>
                      <a:pt x="2679965" y="243457"/>
                      <a:pt x="2843427" y="159447"/>
                      <a:pt x="3002840" y="131706"/>
                    </a:cubicBezTo>
                    <a:cubicBezTo>
                      <a:pt x="3507343" y="43986"/>
                      <a:pt x="3942052" y="0"/>
                      <a:pt x="4309188" y="0"/>
                    </a:cubicBezTo>
                    <a:cubicBezTo>
                      <a:pt x="4929912" y="0"/>
                      <a:pt x="5357703" y="125663"/>
                      <a:pt x="5604907" y="378171"/>
                    </a:cubicBezTo>
                    <a:cubicBezTo>
                      <a:pt x="5783048" y="560131"/>
                      <a:pt x="5870698" y="811233"/>
                      <a:pt x="5872920" y="1145839"/>
                    </a:cubicBezTo>
                    <a:cubicBezTo>
                      <a:pt x="5874860" y="1440028"/>
                      <a:pt x="5812743" y="1756168"/>
                      <a:pt x="5752678" y="2061909"/>
                    </a:cubicBezTo>
                    <a:cubicBezTo>
                      <a:pt x="5700825" y="2325856"/>
                      <a:pt x="5651840" y="2575187"/>
                      <a:pt x="5649252" y="2786772"/>
                    </a:cubicBezTo>
                    <a:cubicBezTo>
                      <a:pt x="5646357" y="3023708"/>
                      <a:pt x="5702231" y="3179473"/>
                      <a:pt x="5825059" y="3276918"/>
                    </a:cubicBezTo>
                    <a:cubicBezTo>
                      <a:pt x="5957111" y="3381670"/>
                      <a:pt x="6105614" y="3488699"/>
                      <a:pt x="6249223" y="3592186"/>
                    </a:cubicBezTo>
                    <a:cubicBezTo>
                      <a:pt x="6482986" y="3760628"/>
                      <a:pt x="6724679" y="3934831"/>
                      <a:pt x="6890672" y="4096920"/>
                    </a:cubicBezTo>
                    <a:cubicBezTo>
                      <a:pt x="6980009" y="4184190"/>
                      <a:pt x="7041451" y="4261539"/>
                      <a:pt x="7078485" y="4333379"/>
                    </a:cubicBezTo>
                    <a:cubicBezTo>
                      <a:pt x="7120131" y="4414157"/>
                      <a:pt x="7130171" y="4486137"/>
                      <a:pt x="7109221" y="4553395"/>
                    </a:cubicBezTo>
                    <a:cubicBezTo>
                      <a:pt x="7050759" y="4741117"/>
                      <a:pt x="6745628" y="4883897"/>
                      <a:pt x="6176393" y="4989915"/>
                    </a:cubicBezTo>
                    <a:cubicBezTo>
                      <a:pt x="5864034" y="5048095"/>
                      <a:pt x="5463660" y="5095988"/>
                      <a:pt x="4986461" y="5132301"/>
                    </a:cubicBezTo>
                    <a:cubicBezTo>
                      <a:pt x="4483927" y="5170526"/>
                      <a:pt x="3877432" y="5197367"/>
                      <a:pt x="3183850" y="5212011"/>
                    </a:cubicBezTo>
                    <a:lnTo>
                      <a:pt x="3183850" y="5212011"/>
                    </a:lnTo>
                    <a:cubicBezTo>
                      <a:pt x="3090997" y="5213950"/>
                      <a:pt x="2999916" y="5214906"/>
                      <a:pt x="2910719" y="5214906"/>
                    </a:cubicBezTo>
                    <a:close/>
                    <a:moveTo>
                      <a:pt x="1274128" y="1998782"/>
                    </a:moveTo>
                    <a:cubicBezTo>
                      <a:pt x="1259674" y="1998782"/>
                      <a:pt x="1238781" y="2005584"/>
                      <a:pt x="1212179" y="2019019"/>
                    </a:cubicBezTo>
                    <a:cubicBezTo>
                      <a:pt x="1039522" y="2106345"/>
                      <a:pt x="687964" y="2437129"/>
                      <a:pt x="420992" y="2819206"/>
                    </a:cubicBezTo>
                    <a:cubicBezTo>
                      <a:pt x="179131" y="3165392"/>
                      <a:pt x="-84608" y="3676449"/>
                      <a:pt x="32456" y="4145066"/>
                    </a:cubicBezTo>
                    <a:cubicBezTo>
                      <a:pt x="116901" y="4483045"/>
                      <a:pt x="389553" y="4744968"/>
                      <a:pt x="842878" y="4923556"/>
                    </a:cubicBezTo>
                    <a:cubicBezTo>
                      <a:pt x="1375895" y="5133538"/>
                      <a:pt x="2163483" y="5229184"/>
                      <a:pt x="3183737" y="5207879"/>
                    </a:cubicBezTo>
                    <a:lnTo>
                      <a:pt x="3183793" y="5209931"/>
                    </a:lnTo>
                    <a:lnTo>
                      <a:pt x="3183737" y="5207879"/>
                    </a:lnTo>
                    <a:cubicBezTo>
                      <a:pt x="4549672" y="5179014"/>
                      <a:pt x="5528336" y="5106387"/>
                      <a:pt x="6175633" y="4985839"/>
                    </a:cubicBezTo>
                    <a:cubicBezTo>
                      <a:pt x="6743237" y="4880131"/>
                      <a:pt x="7047329" y="4738279"/>
                      <a:pt x="7105284" y="4552159"/>
                    </a:cubicBezTo>
                    <a:cubicBezTo>
                      <a:pt x="7125896" y="4485968"/>
                      <a:pt x="7115942" y="4415028"/>
                      <a:pt x="7074802" y="4335262"/>
                    </a:cubicBezTo>
                    <a:cubicBezTo>
                      <a:pt x="7037993" y="4263815"/>
                      <a:pt x="6976803" y="4186832"/>
                      <a:pt x="6887775" y="4099871"/>
                    </a:cubicBezTo>
                    <a:cubicBezTo>
                      <a:pt x="6722007" y="3937979"/>
                      <a:pt x="6480427" y="3763888"/>
                      <a:pt x="6246777" y="3595531"/>
                    </a:cubicBezTo>
                    <a:cubicBezTo>
                      <a:pt x="6103111" y="3492015"/>
                      <a:pt x="5954581" y="3384959"/>
                      <a:pt x="5822473" y="3280150"/>
                    </a:cubicBezTo>
                    <a:cubicBezTo>
                      <a:pt x="5757009" y="3228209"/>
                      <a:pt x="5711033" y="3160304"/>
                      <a:pt x="5681872" y="3072500"/>
                    </a:cubicBezTo>
                    <a:cubicBezTo>
                      <a:pt x="5655748" y="2993803"/>
                      <a:pt x="5643713" y="2900293"/>
                      <a:pt x="5645091" y="2786687"/>
                    </a:cubicBezTo>
                    <a:cubicBezTo>
                      <a:pt x="5647678" y="2574737"/>
                      <a:pt x="5696691" y="2325237"/>
                      <a:pt x="5748601" y="2061094"/>
                    </a:cubicBezTo>
                    <a:cubicBezTo>
                      <a:pt x="5808638" y="1755550"/>
                      <a:pt x="5870698" y="1439635"/>
                      <a:pt x="5868758" y="1145867"/>
                    </a:cubicBezTo>
                    <a:cubicBezTo>
                      <a:pt x="5866537" y="812386"/>
                      <a:pt x="5779252" y="562211"/>
                      <a:pt x="5601899" y="381066"/>
                    </a:cubicBezTo>
                    <a:cubicBezTo>
                      <a:pt x="5209482" y="-19759"/>
                      <a:pt x="4359524" y="-100002"/>
                      <a:pt x="3003487" y="135782"/>
                    </a:cubicBezTo>
                    <a:cubicBezTo>
                      <a:pt x="2704767" y="187722"/>
                      <a:pt x="2406834" y="426373"/>
                      <a:pt x="2092648" y="865366"/>
                    </a:cubicBezTo>
                    <a:cubicBezTo>
                      <a:pt x="1829078" y="1233615"/>
                      <a:pt x="1608673" y="1670078"/>
                      <a:pt x="1447742" y="1988748"/>
                    </a:cubicBezTo>
                    <a:cubicBezTo>
                      <a:pt x="1306522" y="2268378"/>
                      <a:pt x="1211870" y="2455819"/>
                      <a:pt x="1162407" y="2455847"/>
                    </a:cubicBezTo>
                    <a:cubicBezTo>
                      <a:pt x="1160945" y="2455847"/>
                      <a:pt x="1159539" y="2455679"/>
                      <a:pt x="1158189" y="2455370"/>
                    </a:cubicBezTo>
                    <a:cubicBezTo>
                      <a:pt x="1136480" y="2450254"/>
                      <a:pt x="1126244" y="2406212"/>
                      <a:pt x="1125963" y="2316805"/>
                    </a:cubicBezTo>
                    <a:lnTo>
                      <a:pt x="1125963" y="2316103"/>
                    </a:lnTo>
                    <a:cubicBezTo>
                      <a:pt x="1125963" y="2316103"/>
                      <a:pt x="1126385" y="2315541"/>
                      <a:pt x="1126385" y="2315541"/>
                    </a:cubicBezTo>
                    <a:cubicBezTo>
                      <a:pt x="1195139" y="2225994"/>
                      <a:pt x="1244068" y="2153227"/>
                      <a:pt x="1271766" y="2099262"/>
                    </a:cubicBezTo>
                    <a:cubicBezTo>
                      <a:pt x="1302895" y="2038637"/>
                      <a:pt x="1300336" y="2014971"/>
                      <a:pt x="1292715" y="2005809"/>
                    </a:cubicBezTo>
                    <a:cubicBezTo>
                      <a:pt x="1288835" y="2001115"/>
                      <a:pt x="1282564" y="1998782"/>
                      <a:pt x="1274100" y="1998782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A533884F-C66F-84CE-194B-FC655F932427}"/>
                  </a:ext>
                </a:extLst>
              </p:cNvPr>
              <p:cNvSpPr/>
              <p:nvPr/>
            </p:nvSpPr>
            <p:spPr>
              <a:xfrm>
                <a:off x="-1536226" y="993133"/>
                <a:ext cx="7336349" cy="5229269"/>
              </a:xfrm>
              <a:custGeom>
                <a:avLst/>
                <a:gdLst>
                  <a:gd name="connsiteX0" fmla="*/ 2999443 w 7336349"/>
                  <a:gd name="connsiteY0" fmla="*/ 5229270 h 5229269"/>
                  <a:gd name="connsiteX1" fmla="*/ 1833583 w 7336349"/>
                  <a:gd name="connsiteY1" fmla="*/ 5166508 h 5229269"/>
                  <a:gd name="connsiteX2" fmla="*/ 853850 w 7336349"/>
                  <a:gd name="connsiteY2" fmla="*/ 4944187 h 5229269"/>
                  <a:gd name="connsiteX3" fmla="*/ 24166 w 7336349"/>
                  <a:gd name="connsiteY3" fmla="*/ 4165669 h 5229269"/>
                  <a:gd name="connsiteX4" fmla="*/ 1390860 w 7336349"/>
                  <a:gd name="connsiteY4" fmla="*/ 1965056 h 5229269"/>
                  <a:gd name="connsiteX5" fmla="*/ 1488184 w 7336349"/>
                  <a:gd name="connsiteY5" fmla="*/ 1952155 h 5229269"/>
                  <a:gd name="connsiteX6" fmla="*/ 1492289 w 7336349"/>
                  <a:gd name="connsiteY6" fmla="*/ 1960812 h 5229269"/>
                  <a:gd name="connsiteX7" fmla="*/ 2033911 w 7336349"/>
                  <a:gd name="connsiteY7" fmla="*/ 1064079 h 5229269"/>
                  <a:gd name="connsiteX8" fmla="*/ 3120332 w 7336349"/>
                  <a:gd name="connsiteY8" fmla="*/ 150511 h 5229269"/>
                  <a:gd name="connsiteX9" fmla="*/ 4185128 w 7336349"/>
                  <a:gd name="connsiteY9" fmla="*/ 12902 h 5229269"/>
                  <a:gd name="connsiteX10" fmla="*/ 4974910 w 7336349"/>
                  <a:gd name="connsiteY10" fmla="*/ 21334 h 5229269"/>
                  <a:gd name="connsiteX11" fmla="*/ 5526795 w 7336349"/>
                  <a:gd name="connsiteY11" fmla="*/ 153884 h 5229269"/>
                  <a:gd name="connsiteX12" fmla="*/ 5877819 w 7336349"/>
                  <a:gd name="connsiteY12" fmla="*/ 388712 h 5229269"/>
                  <a:gd name="connsiteX13" fmla="*/ 6123504 w 7336349"/>
                  <a:gd name="connsiteY13" fmla="*/ 1186876 h 5229269"/>
                  <a:gd name="connsiteX14" fmla="*/ 5956583 w 7336349"/>
                  <a:gd name="connsiteY14" fmla="*/ 2138416 h 5229269"/>
                  <a:gd name="connsiteX15" fmla="*/ 5818682 w 7336349"/>
                  <a:gd name="connsiteY15" fmla="*/ 2857938 h 5229269"/>
                  <a:gd name="connsiteX16" fmla="*/ 5947163 w 7336349"/>
                  <a:gd name="connsiteY16" fmla="*/ 3355448 h 5229269"/>
                  <a:gd name="connsiteX17" fmla="*/ 6639480 w 7336349"/>
                  <a:gd name="connsiteY17" fmla="*/ 3912010 h 5229269"/>
                  <a:gd name="connsiteX18" fmla="*/ 7328451 w 7336349"/>
                  <a:gd name="connsiteY18" fmla="*/ 4670432 h 5229269"/>
                  <a:gd name="connsiteX19" fmla="*/ 7073767 w 7336349"/>
                  <a:gd name="connsiteY19" fmla="*/ 4876395 h 5229269"/>
                  <a:gd name="connsiteX20" fmla="*/ 6384881 w 7336349"/>
                  <a:gd name="connsiteY20" fmla="*/ 5039046 h 5229269"/>
                  <a:gd name="connsiteX21" fmla="*/ 3285200 w 7336349"/>
                  <a:gd name="connsiteY21" fmla="*/ 5226318 h 5229269"/>
                  <a:gd name="connsiteX22" fmla="*/ 2999472 w 7336349"/>
                  <a:gd name="connsiteY22" fmla="*/ 5229242 h 5229269"/>
                  <a:gd name="connsiteX23" fmla="*/ 1463944 w 7336349"/>
                  <a:gd name="connsiteY23" fmla="*/ 1946225 h 5229269"/>
                  <a:gd name="connsiteX24" fmla="*/ 1392435 w 7336349"/>
                  <a:gd name="connsiteY24" fmla="*/ 1968344 h 5229269"/>
                  <a:gd name="connsiteX25" fmla="*/ 997122 w 7336349"/>
                  <a:gd name="connsiteY25" fmla="*/ 2260004 h 5229269"/>
                  <a:gd name="connsiteX26" fmla="*/ 495825 w 7336349"/>
                  <a:gd name="connsiteY26" fmla="*/ 2800151 h 5229269"/>
                  <a:gd name="connsiteX27" fmla="*/ 27709 w 7336349"/>
                  <a:gd name="connsiteY27" fmla="*/ 4164827 h 5229269"/>
                  <a:gd name="connsiteX28" fmla="*/ 855144 w 7336349"/>
                  <a:gd name="connsiteY28" fmla="*/ 4940786 h 5229269"/>
                  <a:gd name="connsiteX29" fmla="*/ 2999246 w 7336349"/>
                  <a:gd name="connsiteY29" fmla="*/ 5225644 h 5229269"/>
                  <a:gd name="connsiteX30" fmla="*/ 3285088 w 7336349"/>
                  <a:gd name="connsiteY30" fmla="*/ 5222721 h 5229269"/>
                  <a:gd name="connsiteX31" fmla="*/ 3285088 w 7336349"/>
                  <a:gd name="connsiteY31" fmla="*/ 5224548 h 5229269"/>
                  <a:gd name="connsiteX32" fmla="*/ 3285088 w 7336349"/>
                  <a:gd name="connsiteY32" fmla="*/ 5222721 h 5229269"/>
                  <a:gd name="connsiteX33" fmla="*/ 6384290 w 7336349"/>
                  <a:gd name="connsiteY33" fmla="*/ 5035505 h 5229269"/>
                  <a:gd name="connsiteX34" fmla="*/ 7072333 w 7336349"/>
                  <a:gd name="connsiteY34" fmla="*/ 4873078 h 5229269"/>
                  <a:gd name="connsiteX35" fmla="*/ 7324907 w 7336349"/>
                  <a:gd name="connsiteY35" fmla="*/ 4669392 h 5229269"/>
                  <a:gd name="connsiteX36" fmla="*/ 6637259 w 7336349"/>
                  <a:gd name="connsiteY36" fmla="*/ 3914989 h 5229269"/>
                  <a:gd name="connsiteX37" fmla="*/ 5944548 w 7336349"/>
                  <a:gd name="connsiteY37" fmla="*/ 3358090 h 5229269"/>
                  <a:gd name="connsiteX38" fmla="*/ 5830577 w 7336349"/>
                  <a:gd name="connsiteY38" fmla="*/ 3144623 h 5229269"/>
                  <a:gd name="connsiteX39" fmla="*/ 5814970 w 7336349"/>
                  <a:gd name="connsiteY39" fmla="*/ 2857713 h 5229269"/>
                  <a:gd name="connsiteX40" fmla="*/ 5952955 w 7336349"/>
                  <a:gd name="connsiteY40" fmla="*/ 2137601 h 5229269"/>
                  <a:gd name="connsiteX41" fmla="*/ 6119792 w 7336349"/>
                  <a:gd name="connsiteY41" fmla="*/ 1186763 h 5229269"/>
                  <a:gd name="connsiteX42" fmla="*/ 5875091 w 7336349"/>
                  <a:gd name="connsiteY42" fmla="*/ 391242 h 5229269"/>
                  <a:gd name="connsiteX43" fmla="*/ 4974432 w 7336349"/>
                  <a:gd name="connsiteY43" fmla="*/ 24988 h 5229269"/>
                  <a:gd name="connsiteX44" fmla="*/ 3120922 w 7336349"/>
                  <a:gd name="connsiteY44" fmla="*/ 154137 h 5229269"/>
                  <a:gd name="connsiteX45" fmla="*/ 2036835 w 7336349"/>
                  <a:gd name="connsiteY45" fmla="*/ 1066215 h 5229269"/>
                  <a:gd name="connsiteX46" fmla="*/ 1493218 w 7336349"/>
                  <a:gd name="connsiteY46" fmla="*/ 1966827 h 5229269"/>
                  <a:gd name="connsiteX47" fmla="*/ 1397778 w 7336349"/>
                  <a:gd name="connsiteY47" fmla="*/ 2150417 h 5229269"/>
                  <a:gd name="connsiteX48" fmla="*/ 1344743 w 7336349"/>
                  <a:gd name="connsiteY48" fmla="*/ 2254579 h 5229269"/>
                  <a:gd name="connsiteX49" fmla="*/ 1246688 w 7336349"/>
                  <a:gd name="connsiteY49" fmla="*/ 2429513 h 5229269"/>
                  <a:gd name="connsiteX50" fmla="*/ 1281838 w 7336349"/>
                  <a:gd name="connsiteY50" fmla="*/ 2290471 h 5229269"/>
                  <a:gd name="connsiteX51" fmla="*/ 1281951 w 7336349"/>
                  <a:gd name="connsiteY51" fmla="*/ 2290134 h 5229269"/>
                  <a:gd name="connsiteX52" fmla="*/ 1282176 w 7336349"/>
                  <a:gd name="connsiteY52" fmla="*/ 2289853 h 5229269"/>
                  <a:gd name="connsiteX53" fmla="*/ 1394066 w 7336349"/>
                  <a:gd name="connsiteY53" fmla="*/ 2149658 h 5229269"/>
                  <a:gd name="connsiteX54" fmla="*/ 1489590 w 7336349"/>
                  <a:gd name="connsiteY54" fmla="*/ 1965899 h 5229269"/>
                  <a:gd name="connsiteX55" fmla="*/ 1485288 w 7336349"/>
                  <a:gd name="connsiteY55" fmla="*/ 1954404 h 5229269"/>
                  <a:gd name="connsiteX56" fmla="*/ 1463916 w 7336349"/>
                  <a:gd name="connsiteY56" fmla="*/ 1946225 h 5229269"/>
                  <a:gd name="connsiteX57" fmla="*/ 1285213 w 7336349"/>
                  <a:gd name="connsiteY57" fmla="*/ 2291933 h 5229269"/>
                  <a:gd name="connsiteX58" fmla="*/ 1248207 w 7336349"/>
                  <a:gd name="connsiteY58" fmla="*/ 2425831 h 5229269"/>
                  <a:gd name="connsiteX59" fmla="*/ 1341509 w 7336349"/>
                  <a:gd name="connsiteY59" fmla="*/ 2252949 h 5229269"/>
                  <a:gd name="connsiteX60" fmla="*/ 1384702 w 7336349"/>
                  <a:gd name="connsiteY60" fmla="*/ 2168068 h 5229269"/>
                  <a:gd name="connsiteX61" fmla="*/ 1285213 w 7336349"/>
                  <a:gd name="connsiteY61" fmla="*/ 2291933 h 5229269"/>
                  <a:gd name="connsiteX62" fmla="*/ 1489871 w 7336349"/>
                  <a:gd name="connsiteY62" fmla="*/ 1973235 h 5229269"/>
                  <a:gd name="connsiteX63" fmla="*/ 1407985 w 7336349"/>
                  <a:gd name="connsiteY63" fmla="*/ 2130574 h 5229269"/>
                  <a:gd name="connsiteX64" fmla="*/ 1489871 w 7336349"/>
                  <a:gd name="connsiteY64" fmla="*/ 1973235 h 5229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7336349" h="5229269">
                    <a:moveTo>
                      <a:pt x="2999443" y="5229270"/>
                    </a:moveTo>
                    <a:cubicBezTo>
                      <a:pt x="2565269" y="5229270"/>
                      <a:pt x="2174174" y="5208246"/>
                      <a:pt x="1833583" y="5166508"/>
                    </a:cubicBezTo>
                    <a:cubicBezTo>
                      <a:pt x="1448366" y="5119290"/>
                      <a:pt x="1118714" y="5044499"/>
                      <a:pt x="853850" y="4944187"/>
                    </a:cubicBezTo>
                    <a:cubicBezTo>
                      <a:pt x="383401" y="4765993"/>
                      <a:pt x="104252" y="4504070"/>
                      <a:pt x="24166" y="4165669"/>
                    </a:cubicBezTo>
                    <a:cubicBezTo>
                      <a:pt x="-185469" y="3279786"/>
                      <a:pt x="1027661" y="2137966"/>
                      <a:pt x="1390860" y="1965056"/>
                    </a:cubicBezTo>
                    <a:cubicBezTo>
                      <a:pt x="1442911" y="1940266"/>
                      <a:pt x="1475642" y="1935938"/>
                      <a:pt x="1488184" y="1952155"/>
                    </a:cubicBezTo>
                    <a:cubicBezTo>
                      <a:pt x="1490068" y="1954600"/>
                      <a:pt x="1491418" y="1957495"/>
                      <a:pt x="1492289" y="1960812"/>
                    </a:cubicBezTo>
                    <a:cubicBezTo>
                      <a:pt x="1629459" y="1701896"/>
                      <a:pt x="1815052" y="1373361"/>
                      <a:pt x="2033911" y="1064079"/>
                    </a:cubicBezTo>
                    <a:cubicBezTo>
                      <a:pt x="2420394" y="517889"/>
                      <a:pt x="2785927" y="210518"/>
                      <a:pt x="3120332" y="150511"/>
                    </a:cubicBezTo>
                    <a:cubicBezTo>
                      <a:pt x="3513788" y="79908"/>
                      <a:pt x="3872039" y="33589"/>
                      <a:pt x="4185128" y="12902"/>
                    </a:cubicBezTo>
                    <a:cubicBezTo>
                      <a:pt x="4482611" y="-6772"/>
                      <a:pt x="4748318" y="-3933"/>
                      <a:pt x="4974910" y="21334"/>
                    </a:cubicBezTo>
                    <a:cubicBezTo>
                      <a:pt x="5188735" y="45196"/>
                      <a:pt x="5374412" y="89773"/>
                      <a:pt x="5526795" y="153884"/>
                    </a:cubicBezTo>
                    <a:cubicBezTo>
                      <a:pt x="5669280" y="213834"/>
                      <a:pt x="5787356" y="292813"/>
                      <a:pt x="5877819" y="388712"/>
                    </a:cubicBezTo>
                    <a:cubicBezTo>
                      <a:pt x="6055960" y="577559"/>
                      <a:pt x="6136327" y="838638"/>
                      <a:pt x="6123504" y="1186876"/>
                    </a:cubicBezTo>
                    <a:cubicBezTo>
                      <a:pt x="6112256" y="1492841"/>
                      <a:pt x="6033098" y="1821039"/>
                      <a:pt x="5956583" y="2138416"/>
                    </a:cubicBezTo>
                    <a:cubicBezTo>
                      <a:pt x="5893538" y="2399833"/>
                      <a:pt x="5834007" y="2646719"/>
                      <a:pt x="5818682" y="2857938"/>
                    </a:cubicBezTo>
                    <a:cubicBezTo>
                      <a:pt x="5801500" y="3094509"/>
                      <a:pt x="5842331" y="3252607"/>
                      <a:pt x="5947163" y="3355448"/>
                    </a:cubicBezTo>
                    <a:cubicBezTo>
                      <a:pt x="6148896" y="3553345"/>
                      <a:pt x="6398294" y="3735671"/>
                      <a:pt x="6639480" y="3912010"/>
                    </a:cubicBezTo>
                    <a:cubicBezTo>
                      <a:pt x="7044241" y="4207914"/>
                      <a:pt x="7393774" y="4463456"/>
                      <a:pt x="7328451" y="4670432"/>
                    </a:cubicBezTo>
                    <a:cubicBezTo>
                      <a:pt x="7303452" y="4749607"/>
                      <a:pt x="7220160" y="4816950"/>
                      <a:pt x="7073767" y="4876395"/>
                    </a:cubicBezTo>
                    <a:cubicBezTo>
                      <a:pt x="6916998" y="4940027"/>
                      <a:pt x="6691643" y="4993233"/>
                      <a:pt x="6384881" y="5039046"/>
                    </a:cubicBezTo>
                    <a:cubicBezTo>
                      <a:pt x="5734940" y="5136097"/>
                      <a:pt x="4721013" y="5197369"/>
                      <a:pt x="3285200" y="5226318"/>
                    </a:cubicBezTo>
                    <a:cubicBezTo>
                      <a:pt x="3188045" y="5228258"/>
                      <a:pt x="3092746" y="5229242"/>
                      <a:pt x="2999472" y="5229242"/>
                    </a:cubicBezTo>
                    <a:close/>
                    <a:moveTo>
                      <a:pt x="1463944" y="1946225"/>
                    </a:moveTo>
                    <a:cubicBezTo>
                      <a:pt x="1447466" y="1946225"/>
                      <a:pt x="1423339" y="1953645"/>
                      <a:pt x="1392435" y="1968344"/>
                    </a:cubicBezTo>
                    <a:cubicBezTo>
                      <a:pt x="1298036" y="2013286"/>
                      <a:pt x="1150265" y="2122311"/>
                      <a:pt x="997122" y="2260004"/>
                    </a:cubicBezTo>
                    <a:cubicBezTo>
                      <a:pt x="871313" y="2373132"/>
                      <a:pt x="682205" y="2558690"/>
                      <a:pt x="495825" y="2800151"/>
                    </a:cubicBezTo>
                    <a:cubicBezTo>
                      <a:pt x="219629" y="3157973"/>
                      <a:pt x="-85783" y="3685192"/>
                      <a:pt x="27709" y="4164827"/>
                    </a:cubicBezTo>
                    <a:cubicBezTo>
                      <a:pt x="107486" y="4501990"/>
                      <a:pt x="385875" y="4763042"/>
                      <a:pt x="855144" y="4940786"/>
                    </a:cubicBezTo>
                    <a:cubicBezTo>
                      <a:pt x="1354754" y="5130026"/>
                      <a:pt x="2075248" y="5225644"/>
                      <a:pt x="2999246" y="5225644"/>
                    </a:cubicBezTo>
                    <a:cubicBezTo>
                      <a:pt x="3092493" y="5225644"/>
                      <a:pt x="3187679" y="5224660"/>
                      <a:pt x="3285088" y="5222721"/>
                    </a:cubicBezTo>
                    <a:lnTo>
                      <a:pt x="3285088" y="5224548"/>
                    </a:lnTo>
                    <a:cubicBezTo>
                      <a:pt x="3285088" y="5224548"/>
                      <a:pt x="3285088" y="5222721"/>
                      <a:pt x="3285088" y="5222721"/>
                    </a:cubicBezTo>
                    <a:cubicBezTo>
                      <a:pt x="4720732" y="5193771"/>
                      <a:pt x="5734490" y="5132528"/>
                      <a:pt x="6384290" y="5035505"/>
                    </a:cubicBezTo>
                    <a:cubicBezTo>
                      <a:pt x="6690771" y="4989748"/>
                      <a:pt x="6915844" y="4936598"/>
                      <a:pt x="7072333" y="4873078"/>
                    </a:cubicBezTo>
                    <a:cubicBezTo>
                      <a:pt x="7217658" y="4814083"/>
                      <a:pt x="7300275" y="4747471"/>
                      <a:pt x="7324907" y="4669392"/>
                    </a:cubicBezTo>
                    <a:cubicBezTo>
                      <a:pt x="7389472" y="4464890"/>
                      <a:pt x="7040894" y="4210078"/>
                      <a:pt x="6637259" y="3914989"/>
                    </a:cubicBezTo>
                    <a:cubicBezTo>
                      <a:pt x="6395960" y="3738594"/>
                      <a:pt x="6146478" y="3556184"/>
                      <a:pt x="5944548" y="3358090"/>
                    </a:cubicBezTo>
                    <a:cubicBezTo>
                      <a:pt x="5888729" y="3303339"/>
                      <a:pt x="5851442" y="3233495"/>
                      <a:pt x="5830577" y="3144623"/>
                    </a:cubicBezTo>
                    <a:cubicBezTo>
                      <a:pt x="5811849" y="3064913"/>
                      <a:pt x="5806759" y="2971066"/>
                      <a:pt x="5814970" y="2857713"/>
                    </a:cubicBezTo>
                    <a:cubicBezTo>
                      <a:pt x="5830323" y="2646213"/>
                      <a:pt x="5889910" y="2399158"/>
                      <a:pt x="5952955" y="2137601"/>
                    </a:cubicBezTo>
                    <a:cubicBezTo>
                      <a:pt x="6029442" y="1820393"/>
                      <a:pt x="6108544" y="1492364"/>
                      <a:pt x="6119792" y="1186763"/>
                    </a:cubicBezTo>
                    <a:cubicBezTo>
                      <a:pt x="6132559" y="839566"/>
                      <a:pt x="6052529" y="579357"/>
                      <a:pt x="5875091" y="391242"/>
                    </a:cubicBezTo>
                    <a:cubicBezTo>
                      <a:pt x="5686546" y="191377"/>
                      <a:pt x="5391931" y="71560"/>
                      <a:pt x="4974432" y="24988"/>
                    </a:cubicBezTo>
                    <a:cubicBezTo>
                      <a:pt x="4510478" y="-26756"/>
                      <a:pt x="3886858" y="16697"/>
                      <a:pt x="3120922" y="154137"/>
                    </a:cubicBezTo>
                    <a:cubicBezTo>
                      <a:pt x="2787502" y="213975"/>
                      <a:pt x="2422756" y="520840"/>
                      <a:pt x="2036835" y="1066215"/>
                    </a:cubicBezTo>
                    <a:cubicBezTo>
                      <a:pt x="1816908" y="1377015"/>
                      <a:pt x="1630528" y="1707349"/>
                      <a:pt x="1493218" y="1966827"/>
                    </a:cubicBezTo>
                    <a:cubicBezTo>
                      <a:pt x="1495664" y="1998812"/>
                      <a:pt x="1462876" y="2061629"/>
                      <a:pt x="1397778" y="2150417"/>
                    </a:cubicBezTo>
                    <a:cubicBezTo>
                      <a:pt x="1378487" y="2188108"/>
                      <a:pt x="1360772" y="2223016"/>
                      <a:pt x="1344743" y="2254579"/>
                    </a:cubicBezTo>
                    <a:cubicBezTo>
                      <a:pt x="1270309" y="2401182"/>
                      <a:pt x="1253718" y="2432408"/>
                      <a:pt x="1246688" y="2429513"/>
                    </a:cubicBezTo>
                    <a:cubicBezTo>
                      <a:pt x="1242020" y="2427602"/>
                      <a:pt x="1241795" y="2416500"/>
                      <a:pt x="1281838" y="2290471"/>
                    </a:cubicBezTo>
                    <a:lnTo>
                      <a:pt x="1281951" y="2290134"/>
                    </a:lnTo>
                    <a:lnTo>
                      <a:pt x="1282176" y="2289853"/>
                    </a:lnTo>
                    <a:cubicBezTo>
                      <a:pt x="1328799" y="2234736"/>
                      <a:pt x="1365440" y="2188473"/>
                      <a:pt x="1394066" y="2149658"/>
                    </a:cubicBezTo>
                    <a:cubicBezTo>
                      <a:pt x="1422523" y="2094064"/>
                      <a:pt x="1454440" y="2032314"/>
                      <a:pt x="1489590" y="1965899"/>
                    </a:cubicBezTo>
                    <a:cubicBezTo>
                      <a:pt x="1488971" y="1960784"/>
                      <a:pt x="1487340" y="1957074"/>
                      <a:pt x="1485288" y="1954404"/>
                    </a:cubicBezTo>
                    <a:cubicBezTo>
                      <a:pt x="1481070" y="1948951"/>
                      <a:pt x="1473899" y="1946225"/>
                      <a:pt x="1463916" y="1946225"/>
                    </a:cubicBezTo>
                    <a:close/>
                    <a:moveTo>
                      <a:pt x="1285213" y="2291933"/>
                    </a:moveTo>
                    <a:cubicBezTo>
                      <a:pt x="1274246" y="2326447"/>
                      <a:pt x="1245957" y="2415516"/>
                      <a:pt x="1248207" y="2425831"/>
                    </a:cubicBezTo>
                    <a:cubicBezTo>
                      <a:pt x="1256446" y="2420491"/>
                      <a:pt x="1292327" y="2349832"/>
                      <a:pt x="1341509" y="2252949"/>
                    </a:cubicBezTo>
                    <a:cubicBezTo>
                      <a:pt x="1354782" y="2226838"/>
                      <a:pt x="1369180" y="2198451"/>
                      <a:pt x="1384702" y="2168068"/>
                    </a:cubicBezTo>
                    <a:cubicBezTo>
                      <a:pt x="1356722" y="2205281"/>
                      <a:pt x="1323484" y="2246682"/>
                      <a:pt x="1285213" y="2291933"/>
                    </a:cubicBezTo>
                    <a:close/>
                    <a:moveTo>
                      <a:pt x="1489871" y="1973235"/>
                    </a:moveTo>
                    <a:cubicBezTo>
                      <a:pt x="1460204" y="2029363"/>
                      <a:pt x="1432844" y="2082147"/>
                      <a:pt x="1407985" y="2130574"/>
                    </a:cubicBezTo>
                    <a:cubicBezTo>
                      <a:pt x="1470721" y="2042826"/>
                      <a:pt x="1488718" y="1997069"/>
                      <a:pt x="1489871" y="1973235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89645708-EE4F-09CB-1A94-8E2BB8812A9B}"/>
                  </a:ext>
                </a:extLst>
              </p:cNvPr>
              <p:cNvSpPr/>
              <p:nvPr/>
            </p:nvSpPr>
            <p:spPr>
              <a:xfrm>
                <a:off x="-1692135" y="1013751"/>
                <a:ext cx="7591479" cy="5245555"/>
              </a:xfrm>
              <a:custGeom>
                <a:avLst/>
                <a:gdLst>
                  <a:gd name="connsiteX0" fmla="*/ 3137186 w 7591479"/>
                  <a:gd name="connsiteY0" fmla="*/ 5245499 h 5245555"/>
                  <a:gd name="connsiteX1" fmla="*/ 1919417 w 7591479"/>
                  <a:gd name="connsiteY1" fmla="*/ 5181080 h 5245555"/>
                  <a:gd name="connsiteX2" fmla="*/ 897813 w 7591479"/>
                  <a:gd name="connsiteY2" fmla="*/ 4954009 h 5245555"/>
                  <a:gd name="connsiteX3" fmla="*/ 26398 w 7591479"/>
                  <a:gd name="connsiteY3" fmla="*/ 4158655 h 5245555"/>
                  <a:gd name="connsiteX4" fmla="*/ 94365 w 7591479"/>
                  <a:gd name="connsiteY4" fmla="*/ 3467717 h 5245555"/>
                  <a:gd name="connsiteX5" fmla="*/ 493305 w 7591479"/>
                  <a:gd name="connsiteY5" fmla="*/ 2789455 h 5245555"/>
                  <a:gd name="connsiteX6" fmla="*/ 1488391 w 7591479"/>
                  <a:gd name="connsiteY6" fmla="*/ 1898147 h 5245555"/>
                  <a:gd name="connsiteX7" fmla="*/ 1590777 w 7591479"/>
                  <a:gd name="connsiteY7" fmla="*/ 1856887 h 5245555"/>
                  <a:gd name="connsiteX8" fmla="*/ 1992613 w 7591479"/>
                  <a:gd name="connsiteY8" fmla="*/ 1247935 h 5245555"/>
                  <a:gd name="connsiteX9" fmla="*/ 2610581 w 7591479"/>
                  <a:gd name="connsiteY9" fmla="*/ 552191 h 5245555"/>
                  <a:gd name="connsiteX10" fmla="*/ 3279390 w 7591479"/>
                  <a:gd name="connsiteY10" fmla="*/ 171434 h 5245555"/>
                  <a:gd name="connsiteX11" fmla="*/ 4414149 w 7591479"/>
                  <a:gd name="connsiteY11" fmla="*/ 17102 h 5245555"/>
                  <a:gd name="connsiteX12" fmla="*/ 5249879 w 7591479"/>
                  <a:gd name="connsiteY12" fmla="*/ 18817 h 5245555"/>
                  <a:gd name="connsiteX13" fmla="*/ 5827269 w 7591479"/>
                  <a:gd name="connsiteY13" fmla="*/ 153025 h 5245555"/>
                  <a:gd name="connsiteX14" fmla="*/ 6186897 w 7591479"/>
                  <a:gd name="connsiteY14" fmla="*/ 396201 h 5245555"/>
                  <a:gd name="connsiteX15" fmla="*/ 6381685 w 7591479"/>
                  <a:gd name="connsiteY15" fmla="*/ 771814 h 5245555"/>
                  <a:gd name="connsiteX16" fmla="*/ 6408821 w 7591479"/>
                  <a:gd name="connsiteY16" fmla="*/ 1221487 h 5245555"/>
                  <a:gd name="connsiteX17" fmla="*/ 6194546 w 7591479"/>
                  <a:gd name="connsiteY17" fmla="*/ 2206867 h 5245555"/>
                  <a:gd name="connsiteX18" fmla="*/ 6023575 w 7591479"/>
                  <a:gd name="connsiteY18" fmla="*/ 2926923 h 5245555"/>
                  <a:gd name="connsiteX19" fmla="*/ 6110748 w 7591479"/>
                  <a:gd name="connsiteY19" fmla="*/ 3436126 h 5245555"/>
                  <a:gd name="connsiteX20" fmla="*/ 7008033 w 7591479"/>
                  <a:gd name="connsiteY20" fmla="*/ 4189994 h 5245555"/>
                  <a:gd name="connsiteX21" fmla="*/ 7586183 w 7591479"/>
                  <a:gd name="connsiteY21" fmla="*/ 4784724 h 5245555"/>
                  <a:gd name="connsiteX22" fmla="*/ 7337038 w 7591479"/>
                  <a:gd name="connsiteY22" fmla="*/ 4957185 h 5245555"/>
                  <a:gd name="connsiteX23" fmla="*/ 6635835 w 7591479"/>
                  <a:gd name="connsiteY23" fmla="*/ 5088273 h 5245555"/>
                  <a:gd name="connsiteX24" fmla="*/ 3428117 w 7591479"/>
                  <a:gd name="connsiteY24" fmla="*/ 5242717 h 5245555"/>
                  <a:gd name="connsiteX25" fmla="*/ 3137242 w 7591479"/>
                  <a:gd name="connsiteY25" fmla="*/ 5245555 h 5245555"/>
                  <a:gd name="connsiteX26" fmla="*/ 1588415 w 7591479"/>
                  <a:gd name="connsiteY26" fmla="*/ 1860906 h 5245555"/>
                  <a:gd name="connsiteX27" fmla="*/ 1489797 w 7591479"/>
                  <a:gd name="connsiteY27" fmla="*/ 1900930 h 5245555"/>
                  <a:gd name="connsiteX28" fmla="*/ 495751 w 7591479"/>
                  <a:gd name="connsiteY28" fmla="*/ 2791366 h 5245555"/>
                  <a:gd name="connsiteX29" fmla="*/ 29407 w 7591479"/>
                  <a:gd name="connsiteY29" fmla="*/ 4157896 h 5245555"/>
                  <a:gd name="connsiteX30" fmla="*/ 898881 w 7591479"/>
                  <a:gd name="connsiteY30" fmla="*/ 4951057 h 5245555"/>
                  <a:gd name="connsiteX31" fmla="*/ 3428005 w 7591479"/>
                  <a:gd name="connsiteY31" fmla="*/ 5239513 h 5245555"/>
                  <a:gd name="connsiteX32" fmla="*/ 3428005 w 7591479"/>
                  <a:gd name="connsiteY32" fmla="*/ 5241087 h 5245555"/>
                  <a:gd name="connsiteX33" fmla="*/ 3428005 w 7591479"/>
                  <a:gd name="connsiteY33" fmla="*/ 5239513 h 5245555"/>
                  <a:gd name="connsiteX34" fmla="*/ 6635441 w 7591479"/>
                  <a:gd name="connsiteY34" fmla="*/ 5085096 h 5245555"/>
                  <a:gd name="connsiteX35" fmla="*/ 7336026 w 7591479"/>
                  <a:gd name="connsiteY35" fmla="*/ 4954149 h 5245555"/>
                  <a:gd name="connsiteX36" fmla="*/ 7583145 w 7591479"/>
                  <a:gd name="connsiteY36" fmla="*/ 4783768 h 5245555"/>
                  <a:gd name="connsiteX37" fmla="*/ 7006205 w 7591479"/>
                  <a:gd name="connsiteY37" fmla="*/ 4192523 h 5245555"/>
                  <a:gd name="connsiteX38" fmla="*/ 6108302 w 7591479"/>
                  <a:gd name="connsiteY38" fmla="*/ 3438065 h 5245555"/>
                  <a:gd name="connsiteX39" fmla="*/ 6020454 w 7591479"/>
                  <a:gd name="connsiteY39" fmla="*/ 2926474 h 5245555"/>
                  <a:gd name="connsiteX40" fmla="*/ 6191509 w 7591479"/>
                  <a:gd name="connsiteY40" fmla="*/ 2205968 h 5245555"/>
                  <a:gd name="connsiteX41" fmla="*/ 6405672 w 7591479"/>
                  <a:gd name="connsiteY41" fmla="*/ 1221206 h 5245555"/>
                  <a:gd name="connsiteX42" fmla="*/ 6184563 w 7591479"/>
                  <a:gd name="connsiteY42" fmla="*/ 398280 h 5245555"/>
                  <a:gd name="connsiteX43" fmla="*/ 5249570 w 7591479"/>
                  <a:gd name="connsiteY43" fmla="*/ 21909 h 5245555"/>
                  <a:gd name="connsiteX44" fmla="*/ 3279980 w 7591479"/>
                  <a:gd name="connsiteY44" fmla="*/ 174470 h 5245555"/>
                  <a:gd name="connsiteX45" fmla="*/ 2612662 w 7591479"/>
                  <a:gd name="connsiteY45" fmla="*/ 554495 h 5245555"/>
                  <a:gd name="connsiteX46" fmla="*/ 1995116 w 7591479"/>
                  <a:gd name="connsiteY46" fmla="*/ 1249734 h 5245555"/>
                  <a:gd name="connsiteX47" fmla="*/ 1595051 w 7591479"/>
                  <a:gd name="connsiteY47" fmla="*/ 1855734 h 5245555"/>
                  <a:gd name="connsiteX48" fmla="*/ 1678624 w 7591479"/>
                  <a:gd name="connsiteY48" fmla="*/ 1866274 h 5245555"/>
                  <a:gd name="connsiteX49" fmla="*/ 1481952 w 7591479"/>
                  <a:gd name="connsiteY49" fmla="*/ 2268223 h 5245555"/>
                  <a:gd name="connsiteX50" fmla="*/ 1353724 w 7591479"/>
                  <a:gd name="connsiteY50" fmla="*/ 2392453 h 5245555"/>
                  <a:gd name="connsiteX51" fmla="*/ 1346919 w 7591479"/>
                  <a:gd name="connsiteY51" fmla="*/ 2369237 h 5245555"/>
                  <a:gd name="connsiteX52" fmla="*/ 1534846 w 7591479"/>
                  <a:gd name="connsiteY52" fmla="*/ 1954697 h 5245555"/>
                  <a:gd name="connsiteX53" fmla="*/ 1588415 w 7591479"/>
                  <a:gd name="connsiteY53" fmla="*/ 1860878 h 5245555"/>
                  <a:gd name="connsiteX54" fmla="*/ 1592717 w 7591479"/>
                  <a:gd name="connsiteY54" fmla="*/ 1859754 h 5245555"/>
                  <a:gd name="connsiteX55" fmla="*/ 1537602 w 7591479"/>
                  <a:gd name="connsiteY55" fmla="*/ 1956243 h 5245555"/>
                  <a:gd name="connsiteX56" fmla="*/ 1350068 w 7591479"/>
                  <a:gd name="connsiteY56" fmla="*/ 2369575 h 5245555"/>
                  <a:gd name="connsiteX57" fmla="*/ 1354905 w 7591479"/>
                  <a:gd name="connsiteY57" fmla="*/ 2389558 h 5245555"/>
                  <a:gd name="connsiteX58" fmla="*/ 1479477 w 7591479"/>
                  <a:gd name="connsiteY58" fmla="*/ 2266312 h 5245555"/>
                  <a:gd name="connsiteX59" fmla="*/ 1676206 w 7591479"/>
                  <a:gd name="connsiteY59" fmla="*/ 1868298 h 5245555"/>
                  <a:gd name="connsiteX60" fmla="*/ 1592717 w 7591479"/>
                  <a:gd name="connsiteY60" fmla="*/ 1859754 h 5245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7591479" h="5245555">
                    <a:moveTo>
                      <a:pt x="3137186" y="5245499"/>
                    </a:moveTo>
                    <a:cubicBezTo>
                      <a:pt x="2683946" y="5245499"/>
                      <a:pt x="2275417" y="5223914"/>
                      <a:pt x="1919417" y="5181080"/>
                    </a:cubicBezTo>
                    <a:cubicBezTo>
                      <a:pt x="1518227" y="5132793"/>
                      <a:pt x="1174515" y="5056400"/>
                      <a:pt x="897813" y="4954009"/>
                    </a:cubicBezTo>
                    <a:cubicBezTo>
                      <a:pt x="405233" y="4771739"/>
                      <a:pt x="112052" y="4504138"/>
                      <a:pt x="26398" y="4158655"/>
                    </a:cubicBezTo>
                    <a:cubicBezTo>
                      <a:pt x="-24555" y="3953170"/>
                      <a:pt x="-1666" y="3720702"/>
                      <a:pt x="94365" y="3467717"/>
                    </a:cubicBezTo>
                    <a:cubicBezTo>
                      <a:pt x="176841" y="3250512"/>
                      <a:pt x="311058" y="3022316"/>
                      <a:pt x="493305" y="2789455"/>
                    </a:cubicBezTo>
                    <a:cubicBezTo>
                      <a:pt x="824250" y="2366595"/>
                      <a:pt x="1244393" y="2021000"/>
                      <a:pt x="1488391" y="1898147"/>
                    </a:cubicBezTo>
                    <a:cubicBezTo>
                      <a:pt x="1528069" y="1878163"/>
                      <a:pt x="1562319" y="1864391"/>
                      <a:pt x="1590777" y="1856887"/>
                    </a:cubicBezTo>
                    <a:cubicBezTo>
                      <a:pt x="1709303" y="1654043"/>
                      <a:pt x="1849594" y="1441278"/>
                      <a:pt x="1992613" y="1247935"/>
                    </a:cubicBezTo>
                    <a:cubicBezTo>
                      <a:pt x="2201827" y="965073"/>
                      <a:pt x="2409747" y="731003"/>
                      <a:pt x="2610581" y="552191"/>
                    </a:cubicBezTo>
                    <a:cubicBezTo>
                      <a:pt x="2852414" y="336924"/>
                      <a:pt x="3077431" y="208816"/>
                      <a:pt x="3279390" y="171434"/>
                    </a:cubicBezTo>
                    <a:cubicBezTo>
                      <a:pt x="3699701" y="93636"/>
                      <a:pt x="4081488" y="41695"/>
                      <a:pt x="4414149" y="17102"/>
                    </a:cubicBezTo>
                    <a:cubicBezTo>
                      <a:pt x="4730079" y="-6254"/>
                      <a:pt x="5011252" y="-5692"/>
                      <a:pt x="5249879" y="18817"/>
                    </a:cubicBezTo>
                    <a:cubicBezTo>
                      <a:pt x="5474924" y="41948"/>
                      <a:pt x="5669206" y="87087"/>
                      <a:pt x="5827269" y="153025"/>
                    </a:cubicBezTo>
                    <a:cubicBezTo>
                      <a:pt x="5974956" y="214634"/>
                      <a:pt x="6095957" y="296451"/>
                      <a:pt x="6186897" y="396201"/>
                    </a:cubicBezTo>
                    <a:cubicBezTo>
                      <a:pt x="6280790" y="499210"/>
                      <a:pt x="6346310" y="625576"/>
                      <a:pt x="6381685" y="771814"/>
                    </a:cubicBezTo>
                    <a:cubicBezTo>
                      <a:pt x="6413349" y="902761"/>
                      <a:pt x="6422234" y="1049842"/>
                      <a:pt x="6408821" y="1221487"/>
                    </a:cubicBezTo>
                    <a:cubicBezTo>
                      <a:pt x="6384076" y="1538302"/>
                      <a:pt x="6287708" y="1878163"/>
                      <a:pt x="6194546" y="2206867"/>
                    </a:cubicBezTo>
                    <a:cubicBezTo>
                      <a:pt x="6120590" y="2467778"/>
                      <a:pt x="6050740" y="2714214"/>
                      <a:pt x="6023575" y="2926923"/>
                    </a:cubicBezTo>
                    <a:cubicBezTo>
                      <a:pt x="5993150" y="3165321"/>
                      <a:pt x="6020848" y="3327129"/>
                      <a:pt x="6110748" y="3436126"/>
                    </a:cubicBezTo>
                    <a:cubicBezTo>
                      <a:pt x="6351456" y="3727982"/>
                      <a:pt x="6700286" y="3973435"/>
                      <a:pt x="7008033" y="4189994"/>
                    </a:cubicBezTo>
                    <a:cubicBezTo>
                      <a:pt x="7357482" y="4435924"/>
                      <a:pt x="7633508" y="4630167"/>
                      <a:pt x="7586183" y="4784724"/>
                    </a:cubicBezTo>
                    <a:cubicBezTo>
                      <a:pt x="7565514" y="4852179"/>
                      <a:pt x="7484022" y="4908589"/>
                      <a:pt x="7337038" y="4957185"/>
                    </a:cubicBezTo>
                    <a:cubicBezTo>
                      <a:pt x="7181056" y="5008731"/>
                      <a:pt x="6951680" y="5051622"/>
                      <a:pt x="6635835" y="5088273"/>
                    </a:cubicBezTo>
                    <a:cubicBezTo>
                      <a:pt x="5983448" y="5163991"/>
                      <a:pt x="4964179" y="5213064"/>
                      <a:pt x="3428117" y="5242717"/>
                    </a:cubicBezTo>
                    <a:cubicBezTo>
                      <a:pt x="3329275" y="5244628"/>
                      <a:pt x="3232232" y="5245555"/>
                      <a:pt x="3137242" y="5245555"/>
                    </a:cubicBezTo>
                    <a:close/>
                    <a:moveTo>
                      <a:pt x="1588415" y="1860906"/>
                    </a:moveTo>
                    <a:cubicBezTo>
                      <a:pt x="1560716" y="1868523"/>
                      <a:pt x="1527591" y="1881901"/>
                      <a:pt x="1489797" y="1900930"/>
                    </a:cubicBezTo>
                    <a:cubicBezTo>
                      <a:pt x="1246108" y="2023614"/>
                      <a:pt x="826416" y="2368872"/>
                      <a:pt x="495751" y="2791366"/>
                    </a:cubicBezTo>
                    <a:cubicBezTo>
                      <a:pt x="216800" y="3147783"/>
                      <a:pt x="-90525" y="3674158"/>
                      <a:pt x="29407" y="4157896"/>
                    </a:cubicBezTo>
                    <a:cubicBezTo>
                      <a:pt x="114808" y="4502312"/>
                      <a:pt x="407342" y="4769181"/>
                      <a:pt x="898881" y="4951057"/>
                    </a:cubicBezTo>
                    <a:cubicBezTo>
                      <a:pt x="1473460" y="5163682"/>
                      <a:pt x="2324374" y="5260733"/>
                      <a:pt x="3428005" y="5239513"/>
                    </a:cubicBezTo>
                    <a:lnTo>
                      <a:pt x="3428005" y="5241087"/>
                    </a:lnTo>
                    <a:cubicBezTo>
                      <a:pt x="3428005" y="5241087"/>
                      <a:pt x="3428005" y="5239513"/>
                      <a:pt x="3428005" y="5239513"/>
                    </a:cubicBezTo>
                    <a:cubicBezTo>
                      <a:pt x="4963982" y="5209861"/>
                      <a:pt x="5983167" y="5160787"/>
                      <a:pt x="6635441" y="5085096"/>
                    </a:cubicBezTo>
                    <a:cubicBezTo>
                      <a:pt x="6951090" y="5048446"/>
                      <a:pt x="7180240" y="5005612"/>
                      <a:pt x="7336026" y="4954149"/>
                    </a:cubicBezTo>
                    <a:cubicBezTo>
                      <a:pt x="7481969" y="4905919"/>
                      <a:pt x="7562815" y="4850184"/>
                      <a:pt x="7583145" y="4783768"/>
                    </a:cubicBezTo>
                    <a:cubicBezTo>
                      <a:pt x="7629825" y="4631376"/>
                      <a:pt x="7354613" y="4437723"/>
                      <a:pt x="7006205" y="4192523"/>
                    </a:cubicBezTo>
                    <a:cubicBezTo>
                      <a:pt x="6698290" y="3975852"/>
                      <a:pt x="6349291" y="3730258"/>
                      <a:pt x="6108302" y="3438065"/>
                    </a:cubicBezTo>
                    <a:cubicBezTo>
                      <a:pt x="6017811" y="3328366"/>
                      <a:pt x="5989888" y="3165799"/>
                      <a:pt x="6020454" y="2926474"/>
                    </a:cubicBezTo>
                    <a:cubicBezTo>
                      <a:pt x="6047618" y="2713540"/>
                      <a:pt x="6117525" y="2466991"/>
                      <a:pt x="6191509" y="2205968"/>
                    </a:cubicBezTo>
                    <a:cubicBezTo>
                      <a:pt x="6284643" y="1877433"/>
                      <a:pt x="6380954" y="1537683"/>
                      <a:pt x="6405672" y="1221206"/>
                    </a:cubicBezTo>
                    <a:cubicBezTo>
                      <a:pt x="6433792" y="861529"/>
                      <a:pt x="6361467" y="592327"/>
                      <a:pt x="6184563" y="398280"/>
                    </a:cubicBezTo>
                    <a:cubicBezTo>
                      <a:pt x="5994865" y="190153"/>
                      <a:pt x="5689002" y="67047"/>
                      <a:pt x="5249570" y="21909"/>
                    </a:cubicBezTo>
                    <a:cubicBezTo>
                      <a:pt x="4760814" y="-28317"/>
                      <a:pt x="4098135" y="23033"/>
                      <a:pt x="3279980" y="174470"/>
                    </a:cubicBezTo>
                    <a:cubicBezTo>
                      <a:pt x="3078584" y="211739"/>
                      <a:pt x="2854073" y="339623"/>
                      <a:pt x="2612662" y="554495"/>
                    </a:cubicBezTo>
                    <a:cubicBezTo>
                      <a:pt x="2411968" y="733139"/>
                      <a:pt x="2204217" y="967068"/>
                      <a:pt x="1995116" y="1249734"/>
                    </a:cubicBezTo>
                    <a:cubicBezTo>
                      <a:pt x="1852800" y="1442150"/>
                      <a:pt x="1713184" y="1653819"/>
                      <a:pt x="1595051" y="1855734"/>
                    </a:cubicBezTo>
                    <a:cubicBezTo>
                      <a:pt x="1636050" y="1845588"/>
                      <a:pt x="1664367" y="1849045"/>
                      <a:pt x="1678624" y="1866274"/>
                    </a:cubicBezTo>
                    <a:cubicBezTo>
                      <a:pt x="1716980" y="1912678"/>
                      <a:pt x="1648985" y="2051692"/>
                      <a:pt x="1481952" y="2268223"/>
                    </a:cubicBezTo>
                    <a:cubicBezTo>
                      <a:pt x="1413339" y="2357180"/>
                      <a:pt x="1370203" y="2398974"/>
                      <a:pt x="1353724" y="2392453"/>
                    </a:cubicBezTo>
                    <a:cubicBezTo>
                      <a:pt x="1347847" y="2390120"/>
                      <a:pt x="1345626" y="2382532"/>
                      <a:pt x="1346919" y="2369237"/>
                    </a:cubicBezTo>
                    <a:cubicBezTo>
                      <a:pt x="1352571" y="2311085"/>
                      <a:pt x="1424587" y="2152256"/>
                      <a:pt x="1534846" y="1954697"/>
                    </a:cubicBezTo>
                    <a:cubicBezTo>
                      <a:pt x="1552112" y="1923752"/>
                      <a:pt x="1569996" y="1892441"/>
                      <a:pt x="1588415" y="1860878"/>
                    </a:cubicBezTo>
                    <a:close/>
                    <a:moveTo>
                      <a:pt x="1592717" y="1859754"/>
                    </a:moveTo>
                    <a:cubicBezTo>
                      <a:pt x="1573764" y="1892216"/>
                      <a:pt x="1555345" y="1924426"/>
                      <a:pt x="1537602" y="1956243"/>
                    </a:cubicBezTo>
                    <a:cubicBezTo>
                      <a:pt x="1427539" y="2153437"/>
                      <a:pt x="1355692" y="2311816"/>
                      <a:pt x="1350068" y="2369575"/>
                    </a:cubicBezTo>
                    <a:cubicBezTo>
                      <a:pt x="1349309" y="2377501"/>
                      <a:pt x="1349506" y="2387422"/>
                      <a:pt x="1354905" y="2389558"/>
                    </a:cubicBezTo>
                    <a:cubicBezTo>
                      <a:pt x="1363369" y="2392903"/>
                      <a:pt x="1390786" y="2381323"/>
                      <a:pt x="1479477" y="2266312"/>
                    </a:cubicBezTo>
                    <a:cubicBezTo>
                      <a:pt x="1643108" y="2054137"/>
                      <a:pt x="1712987" y="1912790"/>
                      <a:pt x="1676206" y="1868298"/>
                    </a:cubicBezTo>
                    <a:cubicBezTo>
                      <a:pt x="1662595" y="1851828"/>
                      <a:pt x="1633913" y="1849130"/>
                      <a:pt x="1592717" y="1859754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D7A3DA68-DF67-A108-002A-286DEA65AF4C}"/>
                  </a:ext>
                </a:extLst>
              </p:cNvPr>
              <p:cNvSpPr/>
              <p:nvPr/>
            </p:nvSpPr>
            <p:spPr>
              <a:xfrm>
                <a:off x="-1775339" y="1032252"/>
                <a:ext cx="7771347" cy="5264070"/>
              </a:xfrm>
              <a:custGeom>
                <a:avLst/>
                <a:gdLst>
                  <a:gd name="connsiteX0" fmla="*/ 3187884 w 7771347"/>
                  <a:gd name="connsiteY0" fmla="*/ 5264014 h 5264070"/>
                  <a:gd name="connsiteX1" fmla="*/ 1936792 w 7771347"/>
                  <a:gd name="connsiteY1" fmla="*/ 5202152 h 5264070"/>
                  <a:gd name="connsiteX2" fmla="*/ 1052442 w 7771347"/>
                  <a:gd name="connsiteY2" fmla="*/ 5034807 h 5264070"/>
                  <a:gd name="connsiteX3" fmla="*/ 3180685 w 7771347"/>
                  <a:gd name="connsiteY3" fmla="*/ 5261457 h 5264070"/>
                  <a:gd name="connsiteX4" fmla="*/ 3498189 w 7771347"/>
                  <a:gd name="connsiteY4" fmla="*/ 5258449 h 5264070"/>
                  <a:gd name="connsiteX5" fmla="*/ 6812201 w 7771347"/>
                  <a:gd name="connsiteY5" fmla="*/ 5134922 h 5264070"/>
                  <a:gd name="connsiteX6" fmla="*/ 7524652 w 7771347"/>
                  <a:gd name="connsiteY6" fmla="*/ 5033908 h 5264070"/>
                  <a:gd name="connsiteX7" fmla="*/ 7765698 w 7771347"/>
                  <a:gd name="connsiteY7" fmla="*/ 4895625 h 5264070"/>
                  <a:gd name="connsiteX8" fmla="*/ 7643826 w 7771347"/>
                  <a:gd name="connsiteY8" fmla="*/ 4699836 h 5264070"/>
                  <a:gd name="connsiteX9" fmla="*/ 7271796 w 7771347"/>
                  <a:gd name="connsiteY9" fmla="*/ 4440330 h 5264070"/>
                  <a:gd name="connsiteX10" fmla="*/ 6699805 w 7771347"/>
                  <a:gd name="connsiteY10" fmla="*/ 4039590 h 5264070"/>
                  <a:gd name="connsiteX11" fmla="*/ 6199323 w 7771347"/>
                  <a:gd name="connsiteY11" fmla="*/ 3520185 h 5264070"/>
                  <a:gd name="connsiteX12" fmla="*/ 6148398 w 7771347"/>
                  <a:gd name="connsiteY12" fmla="*/ 2991673 h 5264070"/>
                  <a:gd name="connsiteX13" fmla="*/ 6351847 w 7771347"/>
                  <a:gd name="connsiteY13" fmla="*/ 2264028 h 5264070"/>
                  <a:gd name="connsiteX14" fmla="*/ 6612970 w 7771347"/>
                  <a:gd name="connsiteY14" fmla="*/ 1247759 h 5264070"/>
                  <a:gd name="connsiteX15" fmla="*/ 6416382 w 7771347"/>
                  <a:gd name="connsiteY15" fmla="*/ 401871 h 5264070"/>
                  <a:gd name="connsiteX16" fmla="*/ 3366249 w 7771347"/>
                  <a:gd name="connsiteY16" fmla="*/ 196948 h 5264070"/>
                  <a:gd name="connsiteX17" fmla="*/ 2092352 w 7771347"/>
                  <a:gd name="connsiteY17" fmla="*/ 1213807 h 5264070"/>
                  <a:gd name="connsiteX18" fmla="*/ 1571736 w 7771347"/>
                  <a:gd name="connsiteY18" fmla="*/ 1970964 h 5264070"/>
                  <a:gd name="connsiteX19" fmla="*/ 1755023 w 7771347"/>
                  <a:gd name="connsiteY19" fmla="*/ 1871411 h 5264070"/>
                  <a:gd name="connsiteX20" fmla="*/ 1883869 w 7771347"/>
                  <a:gd name="connsiteY20" fmla="*/ 1855840 h 5264070"/>
                  <a:gd name="connsiteX21" fmla="*/ 1606071 w 7771347"/>
                  <a:gd name="connsiteY21" fmla="*/ 2246574 h 5264070"/>
                  <a:gd name="connsiteX22" fmla="*/ 1425877 w 7771347"/>
                  <a:gd name="connsiteY22" fmla="*/ 2383649 h 5264070"/>
                  <a:gd name="connsiteX23" fmla="*/ 1415951 w 7771347"/>
                  <a:gd name="connsiteY23" fmla="*/ 2381569 h 5264070"/>
                  <a:gd name="connsiteX24" fmla="*/ 1404534 w 7771347"/>
                  <a:gd name="connsiteY24" fmla="*/ 2336683 h 5264070"/>
                  <a:gd name="connsiteX25" fmla="*/ 1564594 w 7771347"/>
                  <a:gd name="connsiteY25" fmla="*/ 1978271 h 5264070"/>
                  <a:gd name="connsiteX26" fmla="*/ 642591 w 7771347"/>
                  <a:gd name="connsiteY26" fmla="*/ 2768593 h 5264070"/>
                  <a:gd name="connsiteX27" fmla="*/ 143825 w 7771347"/>
                  <a:gd name="connsiteY27" fmla="*/ 3480583 h 5264070"/>
                  <a:gd name="connsiteX28" fmla="*/ 20912 w 7771347"/>
                  <a:gd name="connsiteY28" fmla="*/ 4204349 h 5264070"/>
                  <a:gd name="connsiteX29" fmla="*/ 318029 w 7771347"/>
                  <a:gd name="connsiteY29" fmla="*/ 4676704 h 5264070"/>
                  <a:gd name="connsiteX30" fmla="*/ 18325 w 7771347"/>
                  <a:gd name="connsiteY30" fmla="*/ 4204911 h 5264070"/>
                  <a:gd name="connsiteX31" fmla="*/ 141435 w 7771347"/>
                  <a:gd name="connsiteY31" fmla="*/ 3479459 h 5264070"/>
                  <a:gd name="connsiteX32" fmla="*/ 640623 w 7771347"/>
                  <a:gd name="connsiteY32" fmla="*/ 2766851 h 5264070"/>
                  <a:gd name="connsiteX33" fmla="*/ 1262752 w 7771347"/>
                  <a:gd name="connsiteY33" fmla="*/ 2189856 h 5264070"/>
                  <a:gd name="connsiteX34" fmla="*/ 1567068 w 7771347"/>
                  <a:gd name="connsiteY34" fmla="*/ 1973915 h 5264070"/>
                  <a:gd name="connsiteX35" fmla="*/ 2090243 w 7771347"/>
                  <a:gd name="connsiteY35" fmla="*/ 1212205 h 5264070"/>
                  <a:gd name="connsiteX36" fmla="*/ 3365715 w 7771347"/>
                  <a:gd name="connsiteY36" fmla="*/ 194390 h 5264070"/>
                  <a:gd name="connsiteX37" fmla="*/ 4569003 w 7771347"/>
                  <a:gd name="connsiteY37" fmla="*/ 22323 h 5264070"/>
                  <a:gd name="connsiteX38" fmla="*/ 5449388 w 7771347"/>
                  <a:gd name="connsiteY38" fmla="*/ 15971 h 5264070"/>
                  <a:gd name="connsiteX39" fmla="*/ 6051102 w 7771347"/>
                  <a:gd name="connsiteY39" fmla="*/ 150263 h 5264070"/>
                  <a:gd name="connsiteX40" fmla="*/ 6418323 w 7771347"/>
                  <a:gd name="connsiteY40" fmla="*/ 400157 h 5264070"/>
                  <a:gd name="connsiteX41" fmla="*/ 6605237 w 7771347"/>
                  <a:gd name="connsiteY41" fmla="*/ 785438 h 5264070"/>
                  <a:gd name="connsiteX42" fmla="*/ 6615557 w 7771347"/>
                  <a:gd name="connsiteY42" fmla="*/ 1248125 h 5264070"/>
                  <a:gd name="connsiteX43" fmla="*/ 6354321 w 7771347"/>
                  <a:gd name="connsiteY43" fmla="*/ 2264900 h 5264070"/>
                  <a:gd name="connsiteX44" fmla="*/ 6150957 w 7771347"/>
                  <a:gd name="connsiteY44" fmla="*/ 2992179 h 5264070"/>
                  <a:gd name="connsiteX45" fmla="*/ 6201489 w 7771347"/>
                  <a:gd name="connsiteY45" fmla="*/ 3518751 h 5264070"/>
                  <a:gd name="connsiteX46" fmla="*/ 7273202 w 7771347"/>
                  <a:gd name="connsiteY46" fmla="*/ 4438166 h 5264070"/>
                  <a:gd name="connsiteX47" fmla="*/ 7645485 w 7771347"/>
                  <a:gd name="connsiteY47" fmla="*/ 4697840 h 5264070"/>
                  <a:gd name="connsiteX48" fmla="*/ 7768201 w 7771347"/>
                  <a:gd name="connsiteY48" fmla="*/ 4896383 h 5264070"/>
                  <a:gd name="connsiteX49" fmla="*/ 7525271 w 7771347"/>
                  <a:gd name="connsiteY49" fmla="*/ 5036493 h 5264070"/>
                  <a:gd name="connsiteX50" fmla="*/ 6812370 w 7771347"/>
                  <a:gd name="connsiteY50" fmla="*/ 5137592 h 5264070"/>
                  <a:gd name="connsiteX51" fmla="*/ 3498189 w 7771347"/>
                  <a:gd name="connsiteY51" fmla="*/ 5261148 h 5264070"/>
                  <a:gd name="connsiteX52" fmla="*/ 3498189 w 7771347"/>
                  <a:gd name="connsiteY52" fmla="*/ 5259827 h 5264070"/>
                  <a:gd name="connsiteX53" fmla="*/ 3498189 w 7771347"/>
                  <a:gd name="connsiteY53" fmla="*/ 5261148 h 5264070"/>
                  <a:gd name="connsiteX54" fmla="*/ 3187827 w 7771347"/>
                  <a:gd name="connsiteY54" fmla="*/ 5264071 h 5264070"/>
                  <a:gd name="connsiteX55" fmla="*/ 1569262 w 7771347"/>
                  <a:gd name="connsiteY55" fmla="*/ 1975320 h 5264070"/>
                  <a:gd name="connsiteX56" fmla="*/ 1407177 w 7771347"/>
                  <a:gd name="connsiteY56" fmla="*/ 2336992 h 5264070"/>
                  <a:gd name="connsiteX57" fmla="*/ 1417132 w 7771347"/>
                  <a:gd name="connsiteY57" fmla="*/ 2379152 h 5264070"/>
                  <a:gd name="connsiteX58" fmla="*/ 1604215 w 7771347"/>
                  <a:gd name="connsiteY58" fmla="*/ 2244691 h 5264070"/>
                  <a:gd name="connsiteX59" fmla="*/ 1881732 w 7771347"/>
                  <a:gd name="connsiteY59" fmla="*/ 1857302 h 5264070"/>
                  <a:gd name="connsiteX60" fmla="*/ 1756120 w 7771347"/>
                  <a:gd name="connsiteY60" fmla="*/ 1873800 h 5264070"/>
                  <a:gd name="connsiteX61" fmla="*/ 1569290 w 7771347"/>
                  <a:gd name="connsiteY61" fmla="*/ 1975320 h 5264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7771347" h="5264070">
                    <a:moveTo>
                      <a:pt x="3187884" y="5264014"/>
                    </a:moveTo>
                    <a:cubicBezTo>
                      <a:pt x="2721259" y="5264014"/>
                      <a:pt x="2301594" y="5243300"/>
                      <a:pt x="1936792" y="5202152"/>
                    </a:cubicBezTo>
                    <a:cubicBezTo>
                      <a:pt x="1599856" y="5164153"/>
                      <a:pt x="1303330" y="5107996"/>
                      <a:pt x="1052442" y="5034807"/>
                    </a:cubicBezTo>
                    <a:cubicBezTo>
                      <a:pt x="1571567" y="5185626"/>
                      <a:pt x="2281938" y="5261457"/>
                      <a:pt x="3180685" y="5261457"/>
                    </a:cubicBezTo>
                    <a:cubicBezTo>
                      <a:pt x="3284083" y="5261457"/>
                      <a:pt x="3389786" y="5260445"/>
                      <a:pt x="3498189" y="5258449"/>
                    </a:cubicBezTo>
                    <a:cubicBezTo>
                      <a:pt x="5153199" y="5227785"/>
                      <a:pt x="6175281" y="5189701"/>
                      <a:pt x="6812201" y="5134922"/>
                    </a:cubicBezTo>
                    <a:cubicBezTo>
                      <a:pt x="7137354" y="5106956"/>
                      <a:pt x="7370414" y="5073903"/>
                      <a:pt x="7524652" y="5033908"/>
                    </a:cubicBezTo>
                    <a:cubicBezTo>
                      <a:pt x="7671017" y="4995964"/>
                      <a:pt x="7749866" y="4950741"/>
                      <a:pt x="7765698" y="4895625"/>
                    </a:cubicBezTo>
                    <a:cubicBezTo>
                      <a:pt x="7780490" y="4844190"/>
                      <a:pt x="7741768" y="4781963"/>
                      <a:pt x="7643826" y="4699836"/>
                    </a:cubicBezTo>
                    <a:cubicBezTo>
                      <a:pt x="7553785" y="4624342"/>
                      <a:pt x="7423111" y="4539068"/>
                      <a:pt x="7271796" y="4440330"/>
                    </a:cubicBezTo>
                    <a:cubicBezTo>
                      <a:pt x="7093374" y="4323914"/>
                      <a:pt x="6891163" y="4191954"/>
                      <a:pt x="6699805" y="4039590"/>
                    </a:cubicBezTo>
                    <a:cubicBezTo>
                      <a:pt x="6478162" y="3863082"/>
                      <a:pt x="6314447" y="3693179"/>
                      <a:pt x="6199323" y="3520185"/>
                    </a:cubicBezTo>
                    <a:cubicBezTo>
                      <a:pt x="6121431" y="3403150"/>
                      <a:pt x="6105262" y="3235243"/>
                      <a:pt x="6148398" y="2991673"/>
                    </a:cubicBezTo>
                    <a:cubicBezTo>
                      <a:pt x="6186754" y="2775058"/>
                      <a:pt x="6266952" y="2526823"/>
                      <a:pt x="6351847" y="2264028"/>
                    </a:cubicBezTo>
                    <a:cubicBezTo>
                      <a:pt x="6461459" y="1924700"/>
                      <a:pt x="6574811" y="1573849"/>
                      <a:pt x="6612970" y="1247759"/>
                    </a:cubicBezTo>
                    <a:cubicBezTo>
                      <a:pt x="6656332" y="877262"/>
                      <a:pt x="6592021" y="600555"/>
                      <a:pt x="6416382" y="401871"/>
                    </a:cubicBezTo>
                    <a:cubicBezTo>
                      <a:pt x="6015812" y="-51315"/>
                      <a:pt x="5018110" y="-118349"/>
                      <a:pt x="3366249" y="196948"/>
                    </a:cubicBezTo>
                    <a:cubicBezTo>
                      <a:pt x="2892173" y="287450"/>
                      <a:pt x="2364611" y="872877"/>
                      <a:pt x="2092352" y="1213807"/>
                    </a:cubicBezTo>
                    <a:cubicBezTo>
                      <a:pt x="1879230" y="1480649"/>
                      <a:pt x="1695380" y="1755135"/>
                      <a:pt x="1571736" y="1970964"/>
                    </a:cubicBezTo>
                    <a:cubicBezTo>
                      <a:pt x="1641249" y="1927596"/>
                      <a:pt x="1703563" y="1893643"/>
                      <a:pt x="1755023" y="1871411"/>
                    </a:cubicBezTo>
                    <a:cubicBezTo>
                      <a:pt x="1825436" y="1841028"/>
                      <a:pt x="1869978" y="1835660"/>
                      <a:pt x="1883869" y="1855840"/>
                    </a:cubicBezTo>
                    <a:cubicBezTo>
                      <a:pt x="1911652" y="1896257"/>
                      <a:pt x="1813007" y="2035018"/>
                      <a:pt x="1606071" y="2246574"/>
                    </a:cubicBezTo>
                    <a:cubicBezTo>
                      <a:pt x="1516986" y="2337639"/>
                      <a:pt x="1456500" y="2383649"/>
                      <a:pt x="1425877" y="2383649"/>
                    </a:cubicBezTo>
                    <a:cubicBezTo>
                      <a:pt x="1422109" y="2383649"/>
                      <a:pt x="1418791" y="2382946"/>
                      <a:pt x="1415951" y="2381569"/>
                    </a:cubicBezTo>
                    <a:cubicBezTo>
                      <a:pt x="1405125" y="2376285"/>
                      <a:pt x="1401272" y="2361192"/>
                      <a:pt x="1404534" y="2336683"/>
                    </a:cubicBezTo>
                    <a:cubicBezTo>
                      <a:pt x="1413167" y="2271758"/>
                      <a:pt x="1471151" y="2142384"/>
                      <a:pt x="1564594" y="1978271"/>
                    </a:cubicBezTo>
                    <a:cubicBezTo>
                      <a:pt x="1304595" y="2141597"/>
                      <a:pt x="943870" y="2436095"/>
                      <a:pt x="642591" y="2768593"/>
                    </a:cubicBezTo>
                    <a:cubicBezTo>
                      <a:pt x="420021" y="3014214"/>
                      <a:pt x="252200" y="3253765"/>
                      <a:pt x="143825" y="3480583"/>
                    </a:cubicBezTo>
                    <a:cubicBezTo>
                      <a:pt x="16131" y="3747762"/>
                      <a:pt x="-25205" y="3991275"/>
                      <a:pt x="20912" y="4204349"/>
                    </a:cubicBezTo>
                    <a:cubicBezTo>
                      <a:pt x="59971" y="4384736"/>
                      <a:pt x="159206" y="4542244"/>
                      <a:pt x="318029" y="4676704"/>
                    </a:cubicBezTo>
                    <a:cubicBezTo>
                      <a:pt x="157435" y="4541710"/>
                      <a:pt x="57102" y="4384061"/>
                      <a:pt x="18325" y="4204911"/>
                    </a:cubicBezTo>
                    <a:cubicBezTo>
                      <a:pt x="-27933" y="3991247"/>
                      <a:pt x="13488" y="3747171"/>
                      <a:pt x="141435" y="3479459"/>
                    </a:cubicBezTo>
                    <a:cubicBezTo>
                      <a:pt x="249922" y="3252444"/>
                      <a:pt x="417883" y="3012669"/>
                      <a:pt x="640623" y="2766851"/>
                    </a:cubicBezTo>
                    <a:cubicBezTo>
                      <a:pt x="873823" y="2509481"/>
                      <a:pt x="1107642" y="2311022"/>
                      <a:pt x="1262752" y="2189856"/>
                    </a:cubicBezTo>
                    <a:cubicBezTo>
                      <a:pt x="1371099" y="2105228"/>
                      <a:pt x="1475256" y="2031476"/>
                      <a:pt x="1567068" y="1973915"/>
                    </a:cubicBezTo>
                    <a:cubicBezTo>
                      <a:pt x="1690825" y="1757215"/>
                      <a:pt x="1875715" y="1480845"/>
                      <a:pt x="2090243" y="1212205"/>
                    </a:cubicBezTo>
                    <a:cubicBezTo>
                      <a:pt x="2362755" y="870994"/>
                      <a:pt x="2890823" y="285061"/>
                      <a:pt x="3365715" y="194390"/>
                    </a:cubicBezTo>
                    <a:cubicBezTo>
                      <a:pt x="3812460" y="109116"/>
                      <a:pt x="4217305" y="51216"/>
                      <a:pt x="4569003" y="22323"/>
                    </a:cubicBezTo>
                    <a:cubicBezTo>
                      <a:pt x="4902986" y="-5137"/>
                      <a:pt x="5199175" y="-7273"/>
                      <a:pt x="5449388" y="15971"/>
                    </a:cubicBezTo>
                    <a:cubicBezTo>
                      <a:pt x="5685316" y="37894"/>
                      <a:pt x="5887752" y="83061"/>
                      <a:pt x="6051102" y="150263"/>
                    </a:cubicBezTo>
                    <a:cubicBezTo>
                      <a:pt x="6203654" y="213025"/>
                      <a:pt x="6327214" y="297091"/>
                      <a:pt x="6418323" y="400157"/>
                    </a:cubicBezTo>
                    <a:cubicBezTo>
                      <a:pt x="6511485" y="505584"/>
                      <a:pt x="6574389" y="635210"/>
                      <a:pt x="6605237" y="785438"/>
                    </a:cubicBezTo>
                    <a:cubicBezTo>
                      <a:pt x="6632879" y="919983"/>
                      <a:pt x="6636253" y="1071336"/>
                      <a:pt x="6615557" y="1248125"/>
                    </a:cubicBezTo>
                    <a:cubicBezTo>
                      <a:pt x="6577370" y="1574467"/>
                      <a:pt x="6463990" y="1925459"/>
                      <a:pt x="6354321" y="2264900"/>
                    </a:cubicBezTo>
                    <a:cubicBezTo>
                      <a:pt x="6269455" y="2527610"/>
                      <a:pt x="6189284" y="2775760"/>
                      <a:pt x="6150957" y="2992179"/>
                    </a:cubicBezTo>
                    <a:cubicBezTo>
                      <a:pt x="6107933" y="3235018"/>
                      <a:pt x="6123990" y="3402335"/>
                      <a:pt x="6201489" y="3518751"/>
                    </a:cubicBezTo>
                    <a:cubicBezTo>
                      <a:pt x="6460475" y="3907884"/>
                      <a:pt x="6911099" y="4201904"/>
                      <a:pt x="7273202" y="4438166"/>
                    </a:cubicBezTo>
                    <a:cubicBezTo>
                      <a:pt x="7424601" y="4536931"/>
                      <a:pt x="7555332" y="4622262"/>
                      <a:pt x="7645485" y="4697840"/>
                    </a:cubicBezTo>
                    <a:cubicBezTo>
                      <a:pt x="7744327" y="4780726"/>
                      <a:pt x="7783302" y="4843825"/>
                      <a:pt x="7768201" y="4896383"/>
                    </a:cubicBezTo>
                    <a:cubicBezTo>
                      <a:pt x="7752088" y="4952456"/>
                      <a:pt x="7672620" y="4998269"/>
                      <a:pt x="7525271" y="5036493"/>
                    </a:cubicBezTo>
                    <a:cubicBezTo>
                      <a:pt x="7370863" y="5076545"/>
                      <a:pt x="7137663" y="5109598"/>
                      <a:pt x="6812370" y="5137592"/>
                    </a:cubicBezTo>
                    <a:cubicBezTo>
                      <a:pt x="6175393" y="5192371"/>
                      <a:pt x="5153283" y="5230483"/>
                      <a:pt x="3498189" y="5261148"/>
                    </a:cubicBezTo>
                    <a:lnTo>
                      <a:pt x="3498189" y="5259827"/>
                    </a:lnTo>
                    <a:cubicBezTo>
                      <a:pt x="3498189" y="5259827"/>
                      <a:pt x="3498189" y="5261148"/>
                      <a:pt x="3498189" y="5261148"/>
                    </a:cubicBezTo>
                    <a:cubicBezTo>
                      <a:pt x="3392626" y="5263115"/>
                      <a:pt x="3289060" y="5264071"/>
                      <a:pt x="3187827" y="5264071"/>
                    </a:cubicBezTo>
                    <a:close/>
                    <a:moveTo>
                      <a:pt x="1569262" y="1975320"/>
                    </a:moveTo>
                    <a:cubicBezTo>
                      <a:pt x="1474609" y="2141063"/>
                      <a:pt x="1415866" y="2271701"/>
                      <a:pt x="1407177" y="2336992"/>
                    </a:cubicBezTo>
                    <a:cubicBezTo>
                      <a:pt x="1404084" y="2360265"/>
                      <a:pt x="1407430" y="2374430"/>
                      <a:pt x="1417132" y="2379152"/>
                    </a:cubicBezTo>
                    <a:cubicBezTo>
                      <a:pt x="1434313" y="2387500"/>
                      <a:pt x="1480711" y="2370973"/>
                      <a:pt x="1604215" y="2244691"/>
                    </a:cubicBezTo>
                    <a:cubicBezTo>
                      <a:pt x="1882098" y="1960592"/>
                      <a:pt x="1897367" y="1880039"/>
                      <a:pt x="1881732" y="1857302"/>
                    </a:cubicBezTo>
                    <a:cubicBezTo>
                      <a:pt x="1868657" y="1838274"/>
                      <a:pt x="1825211" y="1843979"/>
                      <a:pt x="1756120" y="1873800"/>
                    </a:cubicBezTo>
                    <a:cubicBezTo>
                      <a:pt x="1703704" y="1896426"/>
                      <a:pt x="1640321" y="1930884"/>
                      <a:pt x="1569290" y="1975320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</p:grpSp>
        <p:grpSp>
          <p:nvGrpSpPr>
            <p:cNvPr id="58" name="Graphic 32">
              <a:extLst>
                <a:ext uri="{FF2B5EF4-FFF2-40B4-BE49-F238E27FC236}">
                  <a16:creationId xmlns:a16="http://schemas.microsoft.com/office/drawing/2014/main" id="{C35F8CD2-CAFE-124C-91A5-2CF058154A1C}"/>
                </a:ext>
              </a:extLst>
            </p:cNvPr>
            <p:cNvGrpSpPr/>
            <p:nvPr/>
          </p:nvGrpSpPr>
          <p:grpSpPr>
            <a:xfrm>
              <a:off x="-8998277" y="75232"/>
              <a:ext cx="6122400" cy="6857480"/>
              <a:chOff x="3035255" y="0"/>
              <a:chExt cx="6122400" cy="6857480"/>
            </a:xfrm>
            <a:grpFill/>
          </p:grpSpPr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1C379AD0-9C57-4D76-73BE-4CDDAEB04E04}"/>
                  </a:ext>
                </a:extLst>
              </p:cNvPr>
              <p:cNvSpPr/>
              <p:nvPr/>
            </p:nvSpPr>
            <p:spPr>
              <a:xfrm>
                <a:off x="3035255" y="0"/>
                <a:ext cx="6005194" cy="6857480"/>
              </a:xfrm>
              <a:custGeom>
                <a:avLst/>
                <a:gdLst>
                  <a:gd name="connsiteX0" fmla="*/ 3103350 w 6005194"/>
                  <a:gd name="connsiteY0" fmla="*/ 6857458 h 6857480"/>
                  <a:gd name="connsiteX1" fmla="*/ 2990429 w 6005194"/>
                  <a:gd name="connsiteY1" fmla="*/ 6820044 h 6857480"/>
                  <a:gd name="connsiteX2" fmla="*/ 3001567 w 6005194"/>
                  <a:gd name="connsiteY2" fmla="*/ 6409221 h 6857480"/>
                  <a:gd name="connsiteX3" fmla="*/ 3245001 w 6005194"/>
                  <a:gd name="connsiteY3" fmla="*/ 5300194 h 6857480"/>
                  <a:gd name="connsiteX4" fmla="*/ 3081346 w 6005194"/>
                  <a:gd name="connsiteY4" fmla="*/ 4633270 h 6857480"/>
                  <a:gd name="connsiteX5" fmla="*/ 2386634 w 6005194"/>
                  <a:gd name="connsiteY5" fmla="*/ 4220545 h 6857480"/>
                  <a:gd name="connsiteX6" fmla="*/ 1435132 w 6005194"/>
                  <a:gd name="connsiteY6" fmla="*/ 4128879 h 6857480"/>
                  <a:gd name="connsiteX7" fmla="*/ 438805 w 6005194"/>
                  <a:gd name="connsiteY7" fmla="*/ 4007631 h 6857480"/>
                  <a:gd name="connsiteX8" fmla="*/ 119691 w 6005194"/>
                  <a:gd name="connsiteY8" fmla="*/ 3797907 h 6857480"/>
                  <a:gd name="connsiteX9" fmla="*/ 0 w 6005194"/>
                  <a:gd name="connsiteY9" fmla="*/ 3408721 h 6857480"/>
                  <a:gd name="connsiteX10" fmla="*/ 35520 w 6005194"/>
                  <a:gd name="connsiteY10" fmla="*/ 3208572 h 6857480"/>
                  <a:gd name="connsiteX11" fmla="*/ 136443 w 6005194"/>
                  <a:gd name="connsiteY11" fmla="*/ 3067745 h 6857480"/>
                  <a:gd name="connsiteX12" fmla="*/ 1665593 w 6005194"/>
                  <a:gd name="connsiteY12" fmla="*/ 3011908 h 6857480"/>
                  <a:gd name="connsiteX13" fmla="*/ 2805924 w 6005194"/>
                  <a:gd name="connsiteY13" fmla="*/ 3110183 h 6857480"/>
                  <a:gd name="connsiteX14" fmla="*/ 3583358 w 6005194"/>
                  <a:gd name="connsiteY14" fmla="*/ 2799785 h 6857480"/>
                  <a:gd name="connsiteX15" fmla="*/ 3001680 w 6005194"/>
                  <a:gd name="connsiteY15" fmla="*/ 408380 h 6857480"/>
                  <a:gd name="connsiteX16" fmla="*/ 2915835 w 6005194"/>
                  <a:gd name="connsiteY16" fmla="*/ 31348 h 6857480"/>
                  <a:gd name="connsiteX17" fmla="*/ 3162256 w 6005194"/>
                  <a:gd name="connsiteY17" fmla="*/ 36622 h 6857480"/>
                  <a:gd name="connsiteX18" fmla="*/ 3924816 w 6005194"/>
                  <a:gd name="connsiteY18" fmla="*/ 509552 h 6857480"/>
                  <a:gd name="connsiteX19" fmla="*/ 4866607 w 6005194"/>
                  <a:gd name="connsiteY19" fmla="*/ 1367029 h 6857480"/>
                  <a:gd name="connsiteX20" fmla="*/ 5304528 w 6005194"/>
                  <a:gd name="connsiteY20" fmla="*/ 1875358 h 6857480"/>
                  <a:gd name="connsiteX21" fmla="*/ 5666996 w 6005194"/>
                  <a:gd name="connsiteY21" fmla="*/ 2402293 h 6857480"/>
                  <a:gd name="connsiteX22" fmla="*/ 6005194 w 6005194"/>
                  <a:gd name="connsiteY22" fmla="*/ 3408744 h 6857480"/>
                  <a:gd name="connsiteX23" fmla="*/ 5705391 w 6005194"/>
                  <a:gd name="connsiteY23" fmla="*/ 4389891 h 6857480"/>
                  <a:gd name="connsiteX24" fmla="*/ 4983875 w 6005194"/>
                  <a:gd name="connsiteY24" fmla="*/ 5413634 h 6857480"/>
                  <a:gd name="connsiteX25" fmla="*/ 4107125 w 6005194"/>
                  <a:gd name="connsiteY25" fmla="*/ 6281522 h 6857480"/>
                  <a:gd name="connsiteX26" fmla="*/ 3341418 w 6005194"/>
                  <a:gd name="connsiteY26" fmla="*/ 6794989 h 6857480"/>
                  <a:gd name="connsiteX27" fmla="*/ 3128978 w 6005194"/>
                  <a:gd name="connsiteY27" fmla="*/ 6856394 h 6857480"/>
                  <a:gd name="connsiteX28" fmla="*/ 3103396 w 6005194"/>
                  <a:gd name="connsiteY28" fmla="*/ 6857480 h 6857480"/>
                  <a:gd name="connsiteX29" fmla="*/ 721154 w 6005194"/>
                  <a:gd name="connsiteY29" fmla="*/ 2921260 h 6857480"/>
                  <a:gd name="connsiteX30" fmla="*/ 137824 w 6005194"/>
                  <a:gd name="connsiteY30" fmla="*/ 3069352 h 6857480"/>
                  <a:gd name="connsiteX31" fmla="*/ 2128 w 6005194"/>
                  <a:gd name="connsiteY31" fmla="*/ 3408721 h 6857480"/>
                  <a:gd name="connsiteX32" fmla="*/ 439529 w 6005194"/>
                  <a:gd name="connsiteY32" fmla="*/ 4005593 h 6857480"/>
                  <a:gd name="connsiteX33" fmla="*/ 1435222 w 6005194"/>
                  <a:gd name="connsiteY33" fmla="*/ 4126729 h 6857480"/>
                  <a:gd name="connsiteX34" fmla="*/ 2387109 w 6005194"/>
                  <a:gd name="connsiteY34" fmla="*/ 4218463 h 6857480"/>
                  <a:gd name="connsiteX35" fmla="*/ 2786975 w 6005194"/>
                  <a:gd name="connsiteY35" fmla="*/ 4365016 h 6857480"/>
                  <a:gd name="connsiteX36" fmla="*/ 3083112 w 6005194"/>
                  <a:gd name="connsiteY36" fmla="*/ 4632048 h 6857480"/>
                  <a:gd name="connsiteX37" fmla="*/ 3208892 w 6005194"/>
                  <a:gd name="connsiteY37" fmla="*/ 4918183 h 6857480"/>
                  <a:gd name="connsiteX38" fmla="*/ 3247128 w 6005194"/>
                  <a:gd name="connsiteY38" fmla="*/ 5300239 h 6857480"/>
                  <a:gd name="connsiteX39" fmla="*/ 3183469 w 6005194"/>
                  <a:gd name="connsiteY39" fmla="*/ 5792657 h 6857480"/>
                  <a:gd name="connsiteX40" fmla="*/ 3003559 w 6005194"/>
                  <a:gd name="connsiteY40" fmla="*/ 6409945 h 6857480"/>
                  <a:gd name="connsiteX41" fmla="*/ 2991855 w 6005194"/>
                  <a:gd name="connsiteY41" fmla="*/ 6818483 h 6857480"/>
                  <a:gd name="connsiteX42" fmla="*/ 3128751 w 6005194"/>
                  <a:gd name="connsiteY42" fmla="*/ 6854244 h 6857480"/>
                  <a:gd name="connsiteX43" fmla="*/ 3340513 w 6005194"/>
                  <a:gd name="connsiteY43" fmla="*/ 6793020 h 6857480"/>
                  <a:gd name="connsiteX44" fmla="*/ 4982200 w 6005194"/>
                  <a:gd name="connsiteY44" fmla="*/ 5412230 h 6857480"/>
                  <a:gd name="connsiteX45" fmla="*/ 6002976 w 6005194"/>
                  <a:gd name="connsiteY45" fmla="*/ 3408744 h 6857480"/>
                  <a:gd name="connsiteX46" fmla="*/ 5665071 w 6005194"/>
                  <a:gd name="connsiteY46" fmla="*/ 2403379 h 6857480"/>
                  <a:gd name="connsiteX47" fmla="*/ 4864954 w 6005194"/>
                  <a:gd name="connsiteY47" fmla="*/ 1368500 h 6857480"/>
                  <a:gd name="connsiteX48" fmla="*/ 3923413 w 6005194"/>
                  <a:gd name="connsiteY48" fmla="*/ 511250 h 6857480"/>
                  <a:gd name="connsiteX49" fmla="*/ 3161419 w 6005194"/>
                  <a:gd name="connsiteY49" fmla="*/ 38636 h 6857480"/>
                  <a:gd name="connsiteX50" fmla="*/ 2917352 w 6005194"/>
                  <a:gd name="connsiteY50" fmla="*/ 32774 h 6857480"/>
                  <a:gd name="connsiteX51" fmla="*/ 2902183 w 6005194"/>
                  <a:gd name="connsiteY51" fmla="*/ 163099 h 6857480"/>
                  <a:gd name="connsiteX52" fmla="*/ 3003446 w 6005194"/>
                  <a:gd name="connsiteY52" fmla="*/ 407384 h 6857480"/>
                  <a:gd name="connsiteX53" fmla="*/ 3585010 w 6005194"/>
                  <a:gd name="connsiteY53" fmla="*/ 2801007 h 6857480"/>
                  <a:gd name="connsiteX54" fmla="*/ 3267526 w 6005194"/>
                  <a:gd name="connsiteY54" fmla="*/ 3034134 h 6857480"/>
                  <a:gd name="connsiteX55" fmla="*/ 2805902 w 6005194"/>
                  <a:gd name="connsiteY55" fmla="*/ 3112311 h 6857480"/>
                  <a:gd name="connsiteX56" fmla="*/ 1665208 w 6005194"/>
                  <a:gd name="connsiteY56" fmla="*/ 3014013 h 6857480"/>
                  <a:gd name="connsiteX57" fmla="*/ 721086 w 6005194"/>
                  <a:gd name="connsiteY57" fmla="*/ 2921260 h 6857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005194" h="6857480">
                    <a:moveTo>
                      <a:pt x="3103350" y="6857458"/>
                    </a:moveTo>
                    <a:cubicBezTo>
                      <a:pt x="3054994" y="6857458"/>
                      <a:pt x="3017097" y="6844919"/>
                      <a:pt x="2990429" y="6820044"/>
                    </a:cubicBezTo>
                    <a:cubicBezTo>
                      <a:pt x="2923328" y="6757440"/>
                      <a:pt x="2927063" y="6619216"/>
                      <a:pt x="3001567" y="6409221"/>
                    </a:cubicBezTo>
                    <a:cubicBezTo>
                      <a:pt x="3155963" y="5973953"/>
                      <a:pt x="3237869" y="5600837"/>
                      <a:pt x="3245001" y="5300194"/>
                    </a:cubicBezTo>
                    <a:cubicBezTo>
                      <a:pt x="3251566" y="5023475"/>
                      <a:pt x="3198025" y="4805332"/>
                      <a:pt x="3081346" y="4633270"/>
                    </a:cubicBezTo>
                    <a:cubicBezTo>
                      <a:pt x="2943884" y="4430586"/>
                      <a:pt x="2716637" y="4295576"/>
                      <a:pt x="2386634" y="4220545"/>
                    </a:cubicBezTo>
                    <a:cubicBezTo>
                      <a:pt x="2094573" y="4154161"/>
                      <a:pt x="1759340" y="4141305"/>
                      <a:pt x="1435132" y="4128879"/>
                    </a:cubicBezTo>
                    <a:cubicBezTo>
                      <a:pt x="1059398" y="4114484"/>
                      <a:pt x="704515" y="4100858"/>
                      <a:pt x="438805" y="4007631"/>
                    </a:cubicBezTo>
                    <a:cubicBezTo>
                      <a:pt x="296272" y="3957610"/>
                      <a:pt x="191885" y="3889007"/>
                      <a:pt x="119691" y="3797907"/>
                    </a:cubicBezTo>
                    <a:cubicBezTo>
                      <a:pt x="39165" y="3696259"/>
                      <a:pt x="0" y="3568967"/>
                      <a:pt x="0" y="3408721"/>
                    </a:cubicBezTo>
                    <a:cubicBezTo>
                      <a:pt x="0" y="3333147"/>
                      <a:pt x="11953" y="3265812"/>
                      <a:pt x="35520" y="3208572"/>
                    </a:cubicBezTo>
                    <a:cubicBezTo>
                      <a:pt x="58068" y="3153798"/>
                      <a:pt x="92026" y="3106403"/>
                      <a:pt x="136443" y="3067745"/>
                    </a:cubicBezTo>
                    <a:cubicBezTo>
                      <a:pt x="401813" y="2836701"/>
                      <a:pt x="1015683" y="2921803"/>
                      <a:pt x="1665593" y="3011908"/>
                    </a:cubicBezTo>
                    <a:cubicBezTo>
                      <a:pt x="2057287" y="3066206"/>
                      <a:pt x="2462315" y="3122360"/>
                      <a:pt x="2805924" y="3110183"/>
                    </a:cubicBezTo>
                    <a:cubicBezTo>
                      <a:pt x="3193860" y="3096444"/>
                      <a:pt x="3448160" y="2994910"/>
                      <a:pt x="3583358" y="2799785"/>
                    </a:cubicBezTo>
                    <a:cubicBezTo>
                      <a:pt x="3853482" y="2409898"/>
                      <a:pt x="3663204" y="1627655"/>
                      <a:pt x="3001680" y="408380"/>
                    </a:cubicBezTo>
                    <a:cubicBezTo>
                      <a:pt x="2896207" y="213979"/>
                      <a:pt x="2867320" y="87118"/>
                      <a:pt x="2915835" y="31348"/>
                    </a:cubicBezTo>
                    <a:cubicBezTo>
                      <a:pt x="2953686" y="-12154"/>
                      <a:pt x="3036589" y="-10365"/>
                      <a:pt x="3162256" y="36622"/>
                    </a:cubicBezTo>
                    <a:cubicBezTo>
                      <a:pt x="3350270" y="106922"/>
                      <a:pt x="3621074" y="274887"/>
                      <a:pt x="3924816" y="509552"/>
                    </a:cubicBezTo>
                    <a:cubicBezTo>
                      <a:pt x="4246263" y="757912"/>
                      <a:pt x="4571942" y="1054413"/>
                      <a:pt x="4866607" y="1367029"/>
                    </a:cubicBezTo>
                    <a:cubicBezTo>
                      <a:pt x="5026345" y="1536510"/>
                      <a:pt x="5173700" y="1707530"/>
                      <a:pt x="5304528" y="1875358"/>
                    </a:cubicBezTo>
                    <a:cubicBezTo>
                      <a:pt x="5445182" y="2055771"/>
                      <a:pt x="5567137" y="2233061"/>
                      <a:pt x="5666996" y="2402293"/>
                    </a:cubicBezTo>
                    <a:cubicBezTo>
                      <a:pt x="5891413" y="2782538"/>
                      <a:pt x="6005194" y="3121160"/>
                      <a:pt x="6005194" y="3408744"/>
                    </a:cubicBezTo>
                    <a:cubicBezTo>
                      <a:pt x="6005194" y="3696327"/>
                      <a:pt x="5904340" y="4018789"/>
                      <a:pt x="5705391" y="4389891"/>
                    </a:cubicBezTo>
                    <a:cubicBezTo>
                      <a:pt x="5532387" y="4712624"/>
                      <a:pt x="5282886" y="5066637"/>
                      <a:pt x="4983875" y="5413634"/>
                    </a:cubicBezTo>
                    <a:cubicBezTo>
                      <a:pt x="4712007" y="5729124"/>
                      <a:pt x="4408831" y="6029247"/>
                      <a:pt x="4107125" y="6281522"/>
                    </a:cubicBezTo>
                    <a:cubicBezTo>
                      <a:pt x="3816921" y="6524177"/>
                      <a:pt x="3544985" y="6706537"/>
                      <a:pt x="3341418" y="6794989"/>
                    </a:cubicBezTo>
                    <a:cubicBezTo>
                      <a:pt x="3258697" y="6830931"/>
                      <a:pt x="3187227" y="6851595"/>
                      <a:pt x="3128978" y="6856394"/>
                    </a:cubicBezTo>
                    <a:cubicBezTo>
                      <a:pt x="3120148" y="6857119"/>
                      <a:pt x="3111614" y="6857480"/>
                      <a:pt x="3103396" y="6857480"/>
                    </a:cubicBezTo>
                    <a:close/>
                    <a:moveTo>
                      <a:pt x="721154" y="2921260"/>
                    </a:moveTo>
                    <a:cubicBezTo>
                      <a:pt x="469910" y="2921260"/>
                      <a:pt x="264148" y="2959352"/>
                      <a:pt x="137824" y="3069352"/>
                    </a:cubicBezTo>
                    <a:cubicBezTo>
                      <a:pt x="46522" y="3148864"/>
                      <a:pt x="2128" y="3259860"/>
                      <a:pt x="2128" y="3408721"/>
                    </a:cubicBezTo>
                    <a:cubicBezTo>
                      <a:pt x="2128" y="3711220"/>
                      <a:pt x="141107" y="3900867"/>
                      <a:pt x="439529" y="4005593"/>
                    </a:cubicBezTo>
                    <a:cubicBezTo>
                      <a:pt x="704922" y="4098731"/>
                      <a:pt x="1059670" y="4112334"/>
                      <a:pt x="1435222" y="4126729"/>
                    </a:cubicBezTo>
                    <a:cubicBezTo>
                      <a:pt x="1759521" y="4139155"/>
                      <a:pt x="2094867" y="4152010"/>
                      <a:pt x="2387109" y="4218463"/>
                    </a:cubicBezTo>
                    <a:cubicBezTo>
                      <a:pt x="2545014" y="4254360"/>
                      <a:pt x="2675820" y="4302298"/>
                      <a:pt x="2786975" y="4365016"/>
                    </a:cubicBezTo>
                    <a:cubicBezTo>
                      <a:pt x="2912394" y="4435791"/>
                      <a:pt x="3009264" y="4523135"/>
                      <a:pt x="3083112" y="4632048"/>
                    </a:cubicBezTo>
                    <a:cubicBezTo>
                      <a:pt x="3139369" y="4715000"/>
                      <a:pt x="3181703" y="4811284"/>
                      <a:pt x="3208892" y="4918183"/>
                    </a:cubicBezTo>
                    <a:cubicBezTo>
                      <a:pt x="3237598" y="5031012"/>
                      <a:pt x="3250479" y="5159548"/>
                      <a:pt x="3247128" y="5300239"/>
                    </a:cubicBezTo>
                    <a:cubicBezTo>
                      <a:pt x="3243620" y="5447720"/>
                      <a:pt x="3222203" y="5613399"/>
                      <a:pt x="3183469" y="5792657"/>
                    </a:cubicBezTo>
                    <a:cubicBezTo>
                      <a:pt x="3143059" y="5979634"/>
                      <a:pt x="3082523" y="6187320"/>
                      <a:pt x="3003559" y="6409945"/>
                    </a:cubicBezTo>
                    <a:cubicBezTo>
                      <a:pt x="2929373" y="6619057"/>
                      <a:pt x="2925433" y="6756534"/>
                      <a:pt x="2991855" y="6818483"/>
                    </a:cubicBezTo>
                    <a:cubicBezTo>
                      <a:pt x="3022599" y="6847159"/>
                      <a:pt x="3068645" y="6859201"/>
                      <a:pt x="3128751" y="6854244"/>
                    </a:cubicBezTo>
                    <a:cubicBezTo>
                      <a:pt x="3186774" y="6849468"/>
                      <a:pt x="3258018" y="6828849"/>
                      <a:pt x="3340513" y="6793020"/>
                    </a:cubicBezTo>
                    <a:cubicBezTo>
                      <a:pt x="3765802" y="6608216"/>
                      <a:pt x="4440887" y="6040428"/>
                      <a:pt x="4982200" y="5412230"/>
                    </a:cubicBezTo>
                    <a:cubicBezTo>
                      <a:pt x="5363434" y="4969810"/>
                      <a:pt x="6002976" y="4121229"/>
                      <a:pt x="6002976" y="3408744"/>
                    </a:cubicBezTo>
                    <a:cubicBezTo>
                      <a:pt x="6002976" y="3121523"/>
                      <a:pt x="5889285" y="2783285"/>
                      <a:pt x="5665071" y="2403379"/>
                    </a:cubicBezTo>
                    <a:cubicBezTo>
                      <a:pt x="5472937" y="2077816"/>
                      <a:pt x="5196271" y="1719955"/>
                      <a:pt x="4864954" y="1368500"/>
                    </a:cubicBezTo>
                    <a:cubicBezTo>
                      <a:pt x="4570357" y="1055974"/>
                      <a:pt x="4244791" y="759541"/>
                      <a:pt x="3923413" y="511250"/>
                    </a:cubicBezTo>
                    <a:cubicBezTo>
                      <a:pt x="3619851" y="276720"/>
                      <a:pt x="3349229" y="108869"/>
                      <a:pt x="3161419" y="38636"/>
                    </a:cubicBezTo>
                    <a:cubicBezTo>
                      <a:pt x="3036657" y="-8012"/>
                      <a:pt x="2954547" y="-10003"/>
                      <a:pt x="2917352" y="32774"/>
                    </a:cubicBezTo>
                    <a:cubicBezTo>
                      <a:pt x="2894351" y="59210"/>
                      <a:pt x="2889234" y="103074"/>
                      <a:pt x="2902183" y="163099"/>
                    </a:cubicBezTo>
                    <a:cubicBezTo>
                      <a:pt x="2915880" y="226609"/>
                      <a:pt x="2949951" y="308814"/>
                      <a:pt x="3003446" y="407384"/>
                    </a:cubicBezTo>
                    <a:cubicBezTo>
                      <a:pt x="3665400" y="1627429"/>
                      <a:pt x="3855633" y="2410395"/>
                      <a:pt x="3585010" y="2801007"/>
                    </a:cubicBezTo>
                    <a:cubicBezTo>
                      <a:pt x="3512318" y="2905937"/>
                      <a:pt x="3408474" y="2982190"/>
                      <a:pt x="3267526" y="3034134"/>
                    </a:cubicBezTo>
                    <a:cubicBezTo>
                      <a:pt x="3142606" y="3080171"/>
                      <a:pt x="2991606" y="3105747"/>
                      <a:pt x="2805902" y="3112311"/>
                    </a:cubicBezTo>
                    <a:cubicBezTo>
                      <a:pt x="2462111" y="3124487"/>
                      <a:pt x="2056992" y="3068311"/>
                      <a:pt x="1665208" y="3014013"/>
                    </a:cubicBezTo>
                    <a:cubicBezTo>
                      <a:pt x="1325787" y="2966957"/>
                      <a:pt x="996168" y="2921260"/>
                      <a:pt x="721086" y="292126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D5E5D6EC-AEDB-25B3-12B6-AF185D7DE0C6}"/>
                  </a:ext>
                </a:extLst>
              </p:cNvPr>
              <p:cNvSpPr/>
              <p:nvPr/>
            </p:nvSpPr>
            <p:spPr>
              <a:xfrm>
                <a:off x="3080283" y="15112"/>
                <a:ext cx="5931734" cy="6777906"/>
              </a:xfrm>
              <a:custGeom>
                <a:avLst/>
                <a:gdLst>
                  <a:gd name="connsiteX0" fmla="*/ 3058073 w 5931734"/>
                  <a:gd name="connsiteY0" fmla="*/ 6777906 h 6777906"/>
                  <a:gd name="connsiteX1" fmla="*/ 2938587 w 5931734"/>
                  <a:gd name="connsiteY1" fmla="*/ 6738841 h 6777906"/>
                  <a:gd name="connsiteX2" fmla="*/ 2956516 w 5931734"/>
                  <a:gd name="connsiteY2" fmla="*/ 6364389 h 6777906"/>
                  <a:gd name="connsiteX3" fmla="*/ 3222113 w 5931734"/>
                  <a:gd name="connsiteY3" fmla="*/ 5333629 h 6777906"/>
                  <a:gd name="connsiteX4" fmla="*/ 3088839 w 5931734"/>
                  <a:gd name="connsiteY4" fmla="*/ 4694138 h 6777906"/>
                  <a:gd name="connsiteX5" fmla="*/ 2413868 w 5931734"/>
                  <a:gd name="connsiteY5" fmla="*/ 4257557 h 6777906"/>
                  <a:gd name="connsiteX6" fmla="*/ 1461619 w 5931734"/>
                  <a:gd name="connsiteY6" fmla="*/ 4125399 h 6777906"/>
                  <a:gd name="connsiteX7" fmla="*/ 0 w 5931734"/>
                  <a:gd name="connsiteY7" fmla="*/ 3341550 h 6777906"/>
                  <a:gd name="connsiteX8" fmla="*/ 35475 w 5931734"/>
                  <a:gd name="connsiteY8" fmla="*/ 3140088 h 6777906"/>
                  <a:gd name="connsiteX9" fmla="*/ 136239 w 5931734"/>
                  <a:gd name="connsiteY9" fmla="*/ 2998763 h 6777906"/>
                  <a:gd name="connsiteX10" fmla="*/ 1619591 w 5931734"/>
                  <a:gd name="connsiteY10" fmla="*/ 2937766 h 6777906"/>
                  <a:gd name="connsiteX11" fmla="*/ 2738529 w 5931734"/>
                  <a:gd name="connsiteY11" fmla="*/ 3029500 h 6777906"/>
                  <a:gd name="connsiteX12" fmla="*/ 3513382 w 5931734"/>
                  <a:gd name="connsiteY12" fmla="*/ 2716476 h 6777906"/>
                  <a:gd name="connsiteX13" fmla="*/ 3029164 w 5931734"/>
                  <a:gd name="connsiteY13" fmla="*/ 393244 h 6777906"/>
                  <a:gd name="connsiteX14" fmla="*/ 2954366 w 5931734"/>
                  <a:gd name="connsiteY14" fmla="*/ 28819 h 6777906"/>
                  <a:gd name="connsiteX15" fmla="*/ 3152612 w 5931734"/>
                  <a:gd name="connsiteY15" fmla="*/ 25107 h 6777906"/>
                  <a:gd name="connsiteX16" fmla="*/ 3866590 w 5931734"/>
                  <a:gd name="connsiteY16" fmla="*/ 478867 h 6777906"/>
                  <a:gd name="connsiteX17" fmla="*/ 4776369 w 5931734"/>
                  <a:gd name="connsiteY17" fmla="*/ 1336502 h 6777906"/>
                  <a:gd name="connsiteX18" fmla="*/ 5568789 w 5931734"/>
                  <a:gd name="connsiteY18" fmla="*/ 2380525 h 6777906"/>
                  <a:gd name="connsiteX19" fmla="*/ 5930419 w 5931734"/>
                  <a:gd name="connsiteY19" fmla="*/ 3393585 h 6777906"/>
                  <a:gd name="connsiteX20" fmla="*/ 5675168 w 5931734"/>
                  <a:gd name="connsiteY20" fmla="*/ 4379598 h 6777906"/>
                  <a:gd name="connsiteX21" fmla="*/ 5372037 w 5931734"/>
                  <a:gd name="connsiteY21" fmla="*/ 4881115 h 6777906"/>
                  <a:gd name="connsiteX22" fmla="*/ 4994085 w 5931734"/>
                  <a:gd name="connsiteY22" fmla="*/ 5362216 h 6777906"/>
                  <a:gd name="connsiteX23" fmla="*/ 4140246 w 5931734"/>
                  <a:gd name="connsiteY23" fmla="*/ 6184927 h 6777906"/>
                  <a:gd name="connsiteX24" fmla="*/ 3366547 w 5931734"/>
                  <a:gd name="connsiteY24" fmla="*/ 6691083 h 6777906"/>
                  <a:gd name="connsiteX25" fmla="*/ 3058028 w 5931734"/>
                  <a:gd name="connsiteY25" fmla="*/ 6777906 h 6777906"/>
                  <a:gd name="connsiteX26" fmla="*/ 715336 w 5931734"/>
                  <a:gd name="connsiteY26" fmla="*/ 2853365 h 6777906"/>
                  <a:gd name="connsiteX27" fmla="*/ 137734 w 5931734"/>
                  <a:gd name="connsiteY27" fmla="*/ 3000416 h 6777906"/>
                  <a:gd name="connsiteX28" fmla="*/ 2264 w 5931734"/>
                  <a:gd name="connsiteY28" fmla="*/ 3341550 h 6777906"/>
                  <a:gd name="connsiteX29" fmla="*/ 1461845 w 5931734"/>
                  <a:gd name="connsiteY29" fmla="*/ 4123181 h 6777906"/>
                  <a:gd name="connsiteX30" fmla="*/ 2414479 w 5931734"/>
                  <a:gd name="connsiteY30" fmla="*/ 4255407 h 6777906"/>
                  <a:gd name="connsiteX31" fmla="*/ 2807645 w 5931734"/>
                  <a:gd name="connsiteY31" fmla="*/ 4417170 h 6777906"/>
                  <a:gd name="connsiteX32" fmla="*/ 3090741 w 5931734"/>
                  <a:gd name="connsiteY32" fmla="*/ 4692961 h 6777906"/>
                  <a:gd name="connsiteX33" fmla="*/ 3200674 w 5931734"/>
                  <a:gd name="connsiteY33" fmla="*/ 4970767 h 6777906"/>
                  <a:gd name="connsiteX34" fmla="*/ 3224332 w 5931734"/>
                  <a:gd name="connsiteY34" fmla="*/ 5333743 h 6777906"/>
                  <a:gd name="connsiteX35" fmla="*/ 3148152 w 5931734"/>
                  <a:gd name="connsiteY35" fmla="*/ 5794360 h 6777906"/>
                  <a:gd name="connsiteX36" fmla="*/ 2958576 w 5931734"/>
                  <a:gd name="connsiteY36" fmla="*/ 6365181 h 6777906"/>
                  <a:gd name="connsiteX37" fmla="*/ 2940126 w 5931734"/>
                  <a:gd name="connsiteY37" fmla="*/ 6737211 h 6777906"/>
                  <a:gd name="connsiteX38" fmla="*/ 3365687 w 5931734"/>
                  <a:gd name="connsiteY38" fmla="*/ 6689047 h 6777906"/>
                  <a:gd name="connsiteX39" fmla="*/ 4992477 w 5931734"/>
                  <a:gd name="connsiteY39" fmla="*/ 5360745 h 6777906"/>
                  <a:gd name="connsiteX40" fmla="*/ 5928269 w 5931734"/>
                  <a:gd name="connsiteY40" fmla="*/ 3393653 h 6777906"/>
                  <a:gd name="connsiteX41" fmla="*/ 5566933 w 5931734"/>
                  <a:gd name="connsiteY41" fmla="*/ 2381634 h 6777906"/>
                  <a:gd name="connsiteX42" fmla="*/ 4774784 w 5931734"/>
                  <a:gd name="connsiteY42" fmla="*/ 1337973 h 6777906"/>
                  <a:gd name="connsiteX43" fmla="*/ 3865254 w 5931734"/>
                  <a:gd name="connsiteY43" fmla="*/ 480565 h 6777906"/>
                  <a:gd name="connsiteX44" fmla="*/ 3151933 w 5931734"/>
                  <a:gd name="connsiteY44" fmla="*/ 27167 h 6777906"/>
                  <a:gd name="connsiteX45" fmla="*/ 2956086 w 5931734"/>
                  <a:gd name="connsiteY45" fmla="*/ 30245 h 6777906"/>
                  <a:gd name="connsiteX46" fmla="*/ 2939968 w 5931734"/>
                  <a:gd name="connsiteY46" fmla="*/ 155477 h 6777906"/>
                  <a:gd name="connsiteX47" fmla="*/ 3031201 w 5931734"/>
                  <a:gd name="connsiteY47" fmla="*/ 392225 h 6777906"/>
                  <a:gd name="connsiteX48" fmla="*/ 3515238 w 5931734"/>
                  <a:gd name="connsiteY48" fmla="*/ 2717744 h 6777906"/>
                  <a:gd name="connsiteX49" fmla="*/ 3195830 w 5931734"/>
                  <a:gd name="connsiteY49" fmla="*/ 2951482 h 6777906"/>
                  <a:gd name="connsiteX50" fmla="*/ 2738665 w 5931734"/>
                  <a:gd name="connsiteY50" fmla="*/ 3031695 h 6777906"/>
                  <a:gd name="connsiteX51" fmla="*/ 2625969 w 5931734"/>
                  <a:gd name="connsiteY51" fmla="*/ 3033913 h 6777906"/>
                  <a:gd name="connsiteX52" fmla="*/ 1619342 w 5931734"/>
                  <a:gd name="connsiteY52" fmla="*/ 2939938 h 6777906"/>
                  <a:gd name="connsiteX53" fmla="*/ 715336 w 5931734"/>
                  <a:gd name="connsiteY53" fmla="*/ 2853365 h 6777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5931734" h="6777906">
                    <a:moveTo>
                      <a:pt x="3058073" y="6777906"/>
                    </a:moveTo>
                    <a:cubicBezTo>
                      <a:pt x="3006140" y="6777906"/>
                      <a:pt x="2965979" y="6764915"/>
                      <a:pt x="2938587" y="6738841"/>
                    </a:cubicBezTo>
                    <a:cubicBezTo>
                      <a:pt x="2875493" y="6678748"/>
                      <a:pt x="2881514" y="6552769"/>
                      <a:pt x="2956516" y="6364389"/>
                    </a:cubicBezTo>
                    <a:cubicBezTo>
                      <a:pt x="3116187" y="5963276"/>
                      <a:pt x="3205564" y="5616482"/>
                      <a:pt x="3222113" y="5333629"/>
                    </a:cubicBezTo>
                    <a:cubicBezTo>
                      <a:pt x="3237417" y="5072460"/>
                      <a:pt x="3193815" y="4863280"/>
                      <a:pt x="3088839" y="4694138"/>
                    </a:cubicBezTo>
                    <a:cubicBezTo>
                      <a:pt x="2961225" y="4488534"/>
                      <a:pt x="2740453" y="4345715"/>
                      <a:pt x="2413868" y="4257557"/>
                    </a:cubicBezTo>
                    <a:cubicBezTo>
                      <a:pt x="2124433" y="4179403"/>
                      <a:pt x="1787479" y="4151948"/>
                      <a:pt x="1461619" y="4125399"/>
                    </a:cubicBezTo>
                    <a:cubicBezTo>
                      <a:pt x="709971" y="4064130"/>
                      <a:pt x="0" y="4006278"/>
                      <a:pt x="0" y="3341550"/>
                    </a:cubicBezTo>
                    <a:cubicBezTo>
                      <a:pt x="0" y="3265411"/>
                      <a:pt x="11931" y="3197623"/>
                      <a:pt x="35475" y="3140088"/>
                    </a:cubicBezTo>
                    <a:cubicBezTo>
                      <a:pt x="57978" y="3085043"/>
                      <a:pt x="91890" y="3037490"/>
                      <a:pt x="136239" y="2998763"/>
                    </a:cubicBezTo>
                    <a:cubicBezTo>
                      <a:pt x="395769" y="2772065"/>
                      <a:pt x="990237" y="2852550"/>
                      <a:pt x="1619591" y="2937766"/>
                    </a:cubicBezTo>
                    <a:cubicBezTo>
                      <a:pt x="2003113" y="2989687"/>
                      <a:pt x="2399674" y="3043397"/>
                      <a:pt x="2738529" y="3029500"/>
                    </a:cubicBezTo>
                    <a:cubicBezTo>
                      <a:pt x="3121371" y="3013815"/>
                      <a:pt x="3374833" y="2911420"/>
                      <a:pt x="3513382" y="2716476"/>
                    </a:cubicBezTo>
                    <a:cubicBezTo>
                      <a:pt x="3786381" y="2332361"/>
                      <a:pt x="3628001" y="1572435"/>
                      <a:pt x="3029164" y="393244"/>
                    </a:cubicBezTo>
                    <a:cubicBezTo>
                      <a:pt x="2933221" y="204321"/>
                      <a:pt x="2908070" y="81714"/>
                      <a:pt x="2954366" y="28819"/>
                    </a:cubicBezTo>
                    <a:cubicBezTo>
                      <a:pt x="2986897" y="-8323"/>
                      <a:pt x="3053591" y="-9567"/>
                      <a:pt x="3152612" y="25107"/>
                    </a:cubicBezTo>
                    <a:cubicBezTo>
                      <a:pt x="3321519" y="84272"/>
                      <a:pt x="3575072" y="245423"/>
                      <a:pt x="3866590" y="478867"/>
                    </a:cubicBezTo>
                    <a:cubicBezTo>
                      <a:pt x="4168159" y="720368"/>
                      <a:pt x="4491258" y="1024949"/>
                      <a:pt x="4776369" y="1336502"/>
                    </a:cubicBezTo>
                    <a:cubicBezTo>
                      <a:pt x="5100305" y="1690470"/>
                      <a:pt x="5374324" y="2051499"/>
                      <a:pt x="5568789" y="2380525"/>
                    </a:cubicBezTo>
                    <a:cubicBezTo>
                      <a:pt x="5795787" y="2764596"/>
                      <a:pt x="5917447" y="3105436"/>
                      <a:pt x="5930419" y="3393585"/>
                    </a:cubicBezTo>
                    <a:cubicBezTo>
                      <a:pt x="5943595" y="3686442"/>
                      <a:pt x="5857726" y="4018184"/>
                      <a:pt x="5675168" y="4379598"/>
                    </a:cubicBezTo>
                    <a:cubicBezTo>
                      <a:pt x="5593081" y="4542085"/>
                      <a:pt x="5491093" y="4710819"/>
                      <a:pt x="5372037" y="4881115"/>
                    </a:cubicBezTo>
                    <a:cubicBezTo>
                      <a:pt x="5260565" y="5040546"/>
                      <a:pt x="5133403" y="5202400"/>
                      <a:pt x="4994085" y="5362216"/>
                    </a:cubicBezTo>
                    <a:cubicBezTo>
                      <a:pt x="4736842" y="5657314"/>
                      <a:pt x="4441589" y="5941796"/>
                      <a:pt x="4140246" y="6184927"/>
                    </a:cubicBezTo>
                    <a:cubicBezTo>
                      <a:pt x="3857897" y="6412712"/>
                      <a:pt x="3583131" y="6592469"/>
                      <a:pt x="3366547" y="6691083"/>
                    </a:cubicBezTo>
                    <a:cubicBezTo>
                      <a:pt x="3239703" y="6748845"/>
                      <a:pt x="3135701" y="6777906"/>
                      <a:pt x="3058028" y="6777906"/>
                    </a:cubicBezTo>
                    <a:close/>
                    <a:moveTo>
                      <a:pt x="715336" y="2853365"/>
                    </a:moveTo>
                    <a:cubicBezTo>
                      <a:pt x="466922" y="2853365"/>
                      <a:pt x="263061" y="2890959"/>
                      <a:pt x="137734" y="3000416"/>
                    </a:cubicBezTo>
                    <a:cubicBezTo>
                      <a:pt x="46568" y="3080041"/>
                      <a:pt x="2264" y="3191625"/>
                      <a:pt x="2264" y="3341550"/>
                    </a:cubicBezTo>
                    <a:cubicBezTo>
                      <a:pt x="2264" y="4004241"/>
                      <a:pt x="711238" y="4062025"/>
                      <a:pt x="1461845" y="4123181"/>
                    </a:cubicBezTo>
                    <a:cubicBezTo>
                      <a:pt x="1787796" y="4149753"/>
                      <a:pt x="2124863" y="4177208"/>
                      <a:pt x="2414479" y="4255407"/>
                    </a:cubicBezTo>
                    <a:cubicBezTo>
                      <a:pt x="2570890" y="4297642"/>
                      <a:pt x="2699477" y="4350536"/>
                      <a:pt x="2807645" y="4417170"/>
                    </a:cubicBezTo>
                    <a:cubicBezTo>
                      <a:pt x="2929576" y="4492268"/>
                      <a:pt x="3022168" y="4582486"/>
                      <a:pt x="3090741" y="4692961"/>
                    </a:cubicBezTo>
                    <a:cubicBezTo>
                      <a:pt x="3141406" y="4774601"/>
                      <a:pt x="3178398" y="4868078"/>
                      <a:pt x="3200674" y="4970767"/>
                    </a:cubicBezTo>
                    <a:cubicBezTo>
                      <a:pt x="3224150" y="5078955"/>
                      <a:pt x="3232096" y="5201065"/>
                      <a:pt x="3224332" y="5333743"/>
                    </a:cubicBezTo>
                    <a:cubicBezTo>
                      <a:pt x="3216204" y="5472623"/>
                      <a:pt x="3190577" y="5627596"/>
                      <a:pt x="3148152" y="5794360"/>
                    </a:cubicBezTo>
                    <a:cubicBezTo>
                      <a:pt x="3103984" y="5968074"/>
                      <a:pt x="3040189" y="6160121"/>
                      <a:pt x="2958576" y="6365181"/>
                    </a:cubicBezTo>
                    <a:cubicBezTo>
                      <a:pt x="2883960" y="6552633"/>
                      <a:pt x="2877757" y="6677798"/>
                      <a:pt x="2940126" y="6737211"/>
                    </a:cubicBezTo>
                    <a:cubicBezTo>
                      <a:pt x="3007793" y="6801649"/>
                      <a:pt x="3154944" y="6784990"/>
                      <a:pt x="3365687" y="6689047"/>
                    </a:cubicBezTo>
                    <a:cubicBezTo>
                      <a:pt x="3830685" y="6477331"/>
                      <a:pt x="4484444" y="5943516"/>
                      <a:pt x="4992477" y="5360745"/>
                    </a:cubicBezTo>
                    <a:cubicBezTo>
                      <a:pt x="5620609" y="4640180"/>
                      <a:pt x="5952944" y="3941591"/>
                      <a:pt x="5928269" y="3393653"/>
                    </a:cubicBezTo>
                    <a:cubicBezTo>
                      <a:pt x="5915319" y="3105866"/>
                      <a:pt x="5793750" y="2765388"/>
                      <a:pt x="5566933" y="2381634"/>
                    </a:cubicBezTo>
                    <a:cubicBezTo>
                      <a:pt x="5372535" y="2052721"/>
                      <a:pt x="5098630" y="1691828"/>
                      <a:pt x="4774784" y="1337973"/>
                    </a:cubicBezTo>
                    <a:cubicBezTo>
                      <a:pt x="4489741" y="1026511"/>
                      <a:pt x="4166733" y="721998"/>
                      <a:pt x="3865254" y="480565"/>
                    </a:cubicBezTo>
                    <a:cubicBezTo>
                      <a:pt x="3573940" y="247279"/>
                      <a:pt x="3320614" y="86264"/>
                      <a:pt x="3151933" y="27167"/>
                    </a:cubicBezTo>
                    <a:cubicBezTo>
                      <a:pt x="3053840" y="-7191"/>
                      <a:pt x="2987961" y="-6150"/>
                      <a:pt x="2956086" y="30245"/>
                    </a:cubicBezTo>
                    <a:cubicBezTo>
                      <a:pt x="2934127" y="55323"/>
                      <a:pt x="2928694" y="97467"/>
                      <a:pt x="2939968" y="155477"/>
                    </a:cubicBezTo>
                    <a:cubicBezTo>
                      <a:pt x="2951876" y="216792"/>
                      <a:pt x="2982551" y="296462"/>
                      <a:pt x="3031201" y="392225"/>
                    </a:cubicBezTo>
                    <a:cubicBezTo>
                      <a:pt x="3630446" y="1572209"/>
                      <a:pt x="3788781" y="2332904"/>
                      <a:pt x="3515238" y="2717744"/>
                    </a:cubicBezTo>
                    <a:cubicBezTo>
                      <a:pt x="3440734" y="2822583"/>
                      <a:pt x="3336234" y="2899040"/>
                      <a:pt x="3195830" y="2951482"/>
                    </a:cubicBezTo>
                    <a:cubicBezTo>
                      <a:pt x="3071407" y="2997949"/>
                      <a:pt x="2921879" y="3024181"/>
                      <a:pt x="2738665" y="3031695"/>
                    </a:cubicBezTo>
                    <a:cubicBezTo>
                      <a:pt x="2701764" y="3033212"/>
                      <a:pt x="2664138" y="3033913"/>
                      <a:pt x="2625969" y="3033913"/>
                    </a:cubicBezTo>
                    <a:cubicBezTo>
                      <a:pt x="2313398" y="3033913"/>
                      <a:pt x="1961208" y="2986224"/>
                      <a:pt x="1619342" y="2939938"/>
                    </a:cubicBezTo>
                    <a:cubicBezTo>
                      <a:pt x="1295021" y="2896029"/>
                      <a:pt x="979914" y="2853365"/>
                      <a:pt x="715336" y="285336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E3E0661E-C5EB-2E10-2E07-E4E158F96B78}"/>
                  </a:ext>
                </a:extLst>
              </p:cNvPr>
              <p:cNvSpPr/>
              <p:nvPr/>
            </p:nvSpPr>
            <p:spPr>
              <a:xfrm>
                <a:off x="3125402" y="29346"/>
                <a:ext cx="5860931" cy="6701407"/>
              </a:xfrm>
              <a:custGeom>
                <a:avLst/>
                <a:gdLst>
                  <a:gd name="connsiteX0" fmla="*/ 3013973 w 5860931"/>
                  <a:gd name="connsiteY0" fmla="*/ 6701385 h 6701407"/>
                  <a:gd name="connsiteX1" fmla="*/ 2886223 w 5860931"/>
                  <a:gd name="connsiteY1" fmla="*/ 6660260 h 6701407"/>
                  <a:gd name="connsiteX2" fmla="*/ 2848462 w 5860931"/>
                  <a:gd name="connsiteY2" fmla="*/ 6535322 h 6701407"/>
                  <a:gd name="connsiteX3" fmla="*/ 2911397 w 5860931"/>
                  <a:gd name="connsiteY3" fmla="*/ 6320415 h 6701407"/>
                  <a:gd name="connsiteX4" fmla="*/ 3199112 w 5860931"/>
                  <a:gd name="connsiteY4" fmla="*/ 5369711 h 6701407"/>
                  <a:gd name="connsiteX5" fmla="*/ 3097216 w 5860931"/>
                  <a:gd name="connsiteY5" fmla="*/ 4760322 h 6701407"/>
                  <a:gd name="connsiteX6" fmla="*/ 1490483 w 5860931"/>
                  <a:gd name="connsiteY6" fmla="*/ 4127032 h 6701407"/>
                  <a:gd name="connsiteX7" fmla="*/ 459700 w 5860931"/>
                  <a:gd name="connsiteY7" fmla="*/ 3914525 h 6701407"/>
                  <a:gd name="connsiteX8" fmla="*/ 125826 w 5860931"/>
                  <a:gd name="connsiteY8" fmla="*/ 3675309 h 6701407"/>
                  <a:gd name="connsiteX9" fmla="*/ 32803 w 5860931"/>
                  <a:gd name="connsiteY9" fmla="*/ 3498722 h 6701407"/>
                  <a:gd name="connsiteX10" fmla="*/ 0 w 5860931"/>
                  <a:gd name="connsiteY10" fmla="*/ 3275237 h 6701407"/>
                  <a:gd name="connsiteX11" fmla="*/ 35429 w 5860931"/>
                  <a:gd name="connsiteY11" fmla="*/ 3072258 h 6701407"/>
                  <a:gd name="connsiteX12" fmla="*/ 136058 w 5860931"/>
                  <a:gd name="connsiteY12" fmla="*/ 2930300 h 6701407"/>
                  <a:gd name="connsiteX13" fmla="*/ 1573748 w 5860931"/>
                  <a:gd name="connsiteY13" fmla="*/ 2863485 h 6701407"/>
                  <a:gd name="connsiteX14" fmla="*/ 2671156 w 5860931"/>
                  <a:gd name="connsiteY14" fmla="*/ 2948044 h 6701407"/>
                  <a:gd name="connsiteX15" fmla="*/ 3443858 w 5860931"/>
                  <a:gd name="connsiteY15" fmla="*/ 2632124 h 6701407"/>
                  <a:gd name="connsiteX16" fmla="*/ 3563843 w 5860931"/>
                  <a:gd name="connsiteY16" fmla="*/ 1847460 h 6701407"/>
                  <a:gd name="connsiteX17" fmla="*/ 3056692 w 5860931"/>
                  <a:gd name="connsiteY17" fmla="*/ 378920 h 6701407"/>
                  <a:gd name="connsiteX18" fmla="*/ 2993146 w 5860931"/>
                  <a:gd name="connsiteY18" fmla="*/ 26491 h 6701407"/>
                  <a:gd name="connsiteX19" fmla="*/ 3156868 w 5860931"/>
                  <a:gd name="connsiteY19" fmla="*/ 17958 h 6701407"/>
                  <a:gd name="connsiteX20" fmla="*/ 3825523 w 5860931"/>
                  <a:gd name="connsiteY20" fmla="*/ 457097 h 6701407"/>
                  <a:gd name="connsiteX21" fmla="*/ 4699443 w 5860931"/>
                  <a:gd name="connsiteY21" fmla="*/ 1314799 h 6701407"/>
                  <a:gd name="connsiteX22" fmla="*/ 5476831 w 5860931"/>
                  <a:gd name="connsiteY22" fmla="*/ 2364390 h 6701407"/>
                  <a:gd name="connsiteX23" fmla="*/ 5855666 w 5860931"/>
                  <a:gd name="connsiteY23" fmla="*/ 3379284 h 6701407"/>
                  <a:gd name="connsiteX24" fmla="*/ 5647187 w 5860931"/>
                  <a:gd name="connsiteY24" fmla="*/ 4366360 h 6701407"/>
                  <a:gd name="connsiteX25" fmla="*/ 5013328 w 5860931"/>
                  <a:gd name="connsiteY25" fmla="*/ 5307808 h 6701407"/>
                  <a:gd name="connsiteX26" fmla="*/ 4189960 w 5860931"/>
                  <a:gd name="connsiteY26" fmla="*/ 6086066 h 6701407"/>
                  <a:gd name="connsiteX27" fmla="*/ 3412753 w 5860931"/>
                  <a:gd name="connsiteY27" fmla="*/ 6583441 h 6701407"/>
                  <a:gd name="connsiteX28" fmla="*/ 3013951 w 5860931"/>
                  <a:gd name="connsiteY28" fmla="*/ 6701408 h 6701407"/>
                  <a:gd name="connsiteX29" fmla="*/ 710763 w 5860931"/>
                  <a:gd name="connsiteY29" fmla="*/ 2785716 h 6701407"/>
                  <a:gd name="connsiteX30" fmla="*/ 137575 w 5860931"/>
                  <a:gd name="connsiteY30" fmla="*/ 2932043 h 6701407"/>
                  <a:gd name="connsiteX31" fmla="*/ 2287 w 5860931"/>
                  <a:gd name="connsiteY31" fmla="*/ 3275259 h 6701407"/>
                  <a:gd name="connsiteX32" fmla="*/ 460583 w 5860931"/>
                  <a:gd name="connsiteY32" fmla="*/ 3912442 h 6701407"/>
                  <a:gd name="connsiteX33" fmla="*/ 1490755 w 5860931"/>
                  <a:gd name="connsiteY33" fmla="*/ 4124791 h 6701407"/>
                  <a:gd name="connsiteX34" fmla="*/ 3099185 w 5860931"/>
                  <a:gd name="connsiteY34" fmla="*/ 4759213 h 6701407"/>
                  <a:gd name="connsiteX35" fmla="*/ 3192683 w 5860931"/>
                  <a:gd name="connsiteY35" fmla="*/ 5027308 h 6701407"/>
                  <a:gd name="connsiteX36" fmla="*/ 3201376 w 5860931"/>
                  <a:gd name="connsiteY36" fmla="*/ 5369960 h 6701407"/>
                  <a:gd name="connsiteX37" fmla="*/ 3112564 w 5860931"/>
                  <a:gd name="connsiteY37" fmla="*/ 5797759 h 6701407"/>
                  <a:gd name="connsiteX38" fmla="*/ 2913480 w 5860931"/>
                  <a:gd name="connsiteY38" fmla="*/ 6321388 h 6701407"/>
                  <a:gd name="connsiteX39" fmla="*/ 2850749 w 5860931"/>
                  <a:gd name="connsiteY39" fmla="*/ 6535480 h 6701407"/>
                  <a:gd name="connsiteX40" fmla="*/ 2887831 w 5860931"/>
                  <a:gd name="connsiteY40" fmla="*/ 6658652 h 6701407"/>
                  <a:gd name="connsiteX41" fmla="*/ 3411802 w 5860931"/>
                  <a:gd name="connsiteY41" fmla="*/ 6581381 h 6701407"/>
                  <a:gd name="connsiteX42" fmla="*/ 5011653 w 5860931"/>
                  <a:gd name="connsiteY42" fmla="*/ 5306336 h 6701407"/>
                  <a:gd name="connsiteX43" fmla="*/ 5853448 w 5860931"/>
                  <a:gd name="connsiteY43" fmla="*/ 3379510 h 6701407"/>
                  <a:gd name="connsiteX44" fmla="*/ 4697767 w 5860931"/>
                  <a:gd name="connsiteY44" fmla="*/ 1316361 h 6701407"/>
                  <a:gd name="connsiteX45" fmla="*/ 3824097 w 5860931"/>
                  <a:gd name="connsiteY45" fmla="*/ 458907 h 6701407"/>
                  <a:gd name="connsiteX46" fmla="*/ 3156189 w 5860931"/>
                  <a:gd name="connsiteY46" fmla="*/ 20199 h 6701407"/>
                  <a:gd name="connsiteX47" fmla="*/ 2994911 w 5860931"/>
                  <a:gd name="connsiteY47" fmla="*/ 28075 h 6701407"/>
                  <a:gd name="connsiteX48" fmla="*/ 3058798 w 5860931"/>
                  <a:gd name="connsiteY48" fmla="*/ 378015 h 6701407"/>
                  <a:gd name="connsiteX49" fmla="*/ 3402701 w 5860931"/>
                  <a:gd name="connsiteY49" fmla="*/ 1210051 h 6701407"/>
                  <a:gd name="connsiteX50" fmla="*/ 3566130 w 5860931"/>
                  <a:gd name="connsiteY50" fmla="*/ 1847211 h 6701407"/>
                  <a:gd name="connsiteX51" fmla="*/ 3572649 w 5860931"/>
                  <a:gd name="connsiteY51" fmla="*/ 2313668 h 6701407"/>
                  <a:gd name="connsiteX52" fmla="*/ 3445715 w 5860931"/>
                  <a:gd name="connsiteY52" fmla="*/ 2633550 h 6701407"/>
                  <a:gd name="connsiteX53" fmla="*/ 3124065 w 5860931"/>
                  <a:gd name="connsiteY53" fmla="*/ 2867967 h 6701407"/>
                  <a:gd name="connsiteX54" fmla="*/ 2671269 w 5860931"/>
                  <a:gd name="connsiteY54" fmla="*/ 2950421 h 6701407"/>
                  <a:gd name="connsiteX55" fmla="*/ 2542071 w 5860931"/>
                  <a:gd name="connsiteY55" fmla="*/ 2953341 h 6701407"/>
                  <a:gd name="connsiteX56" fmla="*/ 1573454 w 5860931"/>
                  <a:gd name="connsiteY56" fmla="*/ 2865839 h 6701407"/>
                  <a:gd name="connsiteX57" fmla="*/ 710763 w 5860931"/>
                  <a:gd name="connsiteY57" fmla="*/ 2785806 h 670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860931" h="6701407">
                    <a:moveTo>
                      <a:pt x="3013973" y="6701385"/>
                    </a:moveTo>
                    <a:cubicBezTo>
                      <a:pt x="2957377" y="6701385"/>
                      <a:pt x="2914227" y="6687760"/>
                      <a:pt x="2886223" y="6660260"/>
                    </a:cubicBezTo>
                    <a:cubicBezTo>
                      <a:pt x="2857812" y="6632330"/>
                      <a:pt x="2845089" y="6590299"/>
                      <a:pt x="2848462" y="6535322"/>
                    </a:cubicBezTo>
                    <a:cubicBezTo>
                      <a:pt x="2851971" y="6477810"/>
                      <a:pt x="2873138" y="6405518"/>
                      <a:pt x="2911397" y="6320415"/>
                    </a:cubicBezTo>
                    <a:cubicBezTo>
                      <a:pt x="3076184" y="5953818"/>
                      <a:pt x="3172987" y="5633959"/>
                      <a:pt x="3199112" y="5369711"/>
                    </a:cubicBezTo>
                    <a:cubicBezTo>
                      <a:pt x="3223335" y="5124860"/>
                      <a:pt x="3190011" y="4925525"/>
                      <a:pt x="3097216" y="4760322"/>
                    </a:cubicBezTo>
                    <a:cubicBezTo>
                      <a:pt x="2836486" y="4296173"/>
                      <a:pt x="2152233" y="4210188"/>
                      <a:pt x="1490483" y="4127032"/>
                    </a:cubicBezTo>
                    <a:cubicBezTo>
                      <a:pt x="1102977" y="4078347"/>
                      <a:pt x="736978" y="4032356"/>
                      <a:pt x="459700" y="3914525"/>
                    </a:cubicBezTo>
                    <a:cubicBezTo>
                      <a:pt x="310715" y="3851218"/>
                      <a:pt x="201507" y="3772974"/>
                      <a:pt x="125826" y="3675309"/>
                    </a:cubicBezTo>
                    <a:cubicBezTo>
                      <a:pt x="84895" y="3622505"/>
                      <a:pt x="53608" y="3563092"/>
                      <a:pt x="32803" y="3498722"/>
                    </a:cubicBezTo>
                    <a:cubicBezTo>
                      <a:pt x="11025" y="3431341"/>
                      <a:pt x="0" y="3356152"/>
                      <a:pt x="0" y="3275237"/>
                    </a:cubicBezTo>
                    <a:cubicBezTo>
                      <a:pt x="0" y="3194321"/>
                      <a:pt x="11931" y="3130155"/>
                      <a:pt x="35429" y="3072258"/>
                    </a:cubicBezTo>
                    <a:cubicBezTo>
                      <a:pt x="57910" y="3016896"/>
                      <a:pt x="91777" y="2969139"/>
                      <a:pt x="136058" y="2930300"/>
                    </a:cubicBezTo>
                    <a:cubicBezTo>
                      <a:pt x="389747" y="2707833"/>
                      <a:pt x="964859" y="2783430"/>
                      <a:pt x="1573748" y="2863485"/>
                    </a:cubicBezTo>
                    <a:cubicBezTo>
                      <a:pt x="1949006" y="2912804"/>
                      <a:pt x="2337033" y="2963820"/>
                      <a:pt x="2671156" y="2948044"/>
                    </a:cubicBezTo>
                    <a:cubicBezTo>
                      <a:pt x="3048950" y="2930186"/>
                      <a:pt x="3301688" y="2826864"/>
                      <a:pt x="3443858" y="2632124"/>
                    </a:cubicBezTo>
                    <a:cubicBezTo>
                      <a:pt x="3575955" y="2451190"/>
                      <a:pt x="3615210" y="2194525"/>
                      <a:pt x="3563843" y="1847460"/>
                    </a:cubicBezTo>
                    <a:cubicBezTo>
                      <a:pt x="3507609" y="1467554"/>
                      <a:pt x="3337004" y="973461"/>
                      <a:pt x="3056692" y="378920"/>
                    </a:cubicBezTo>
                    <a:cubicBezTo>
                      <a:pt x="2970077" y="195202"/>
                      <a:pt x="2948706" y="76625"/>
                      <a:pt x="2993146" y="26491"/>
                    </a:cubicBezTo>
                    <a:cubicBezTo>
                      <a:pt x="3021693" y="-5694"/>
                      <a:pt x="3076773" y="-8568"/>
                      <a:pt x="3156868" y="17958"/>
                    </a:cubicBezTo>
                    <a:cubicBezTo>
                      <a:pt x="3309589" y="68544"/>
                      <a:pt x="3547068" y="224513"/>
                      <a:pt x="3825523" y="457097"/>
                    </a:cubicBezTo>
                    <a:cubicBezTo>
                      <a:pt x="4111246" y="695746"/>
                      <a:pt x="4421621" y="1000350"/>
                      <a:pt x="4699443" y="1314799"/>
                    </a:cubicBezTo>
                    <a:cubicBezTo>
                      <a:pt x="5013441" y="1670193"/>
                      <a:pt x="5282275" y="2033124"/>
                      <a:pt x="5476831" y="2364390"/>
                    </a:cubicBezTo>
                    <a:cubicBezTo>
                      <a:pt x="5703670" y="2750588"/>
                      <a:pt x="5831126" y="3092040"/>
                      <a:pt x="5855666" y="3379284"/>
                    </a:cubicBezTo>
                    <a:cubicBezTo>
                      <a:pt x="5881633" y="3683209"/>
                      <a:pt x="5811475" y="4015312"/>
                      <a:pt x="5647187" y="4366360"/>
                    </a:cubicBezTo>
                    <a:cubicBezTo>
                      <a:pt x="5502911" y="4674608"/>
                      <a:pt x="5289655" y="4991344"/>
                      <a:pt x="5013328" y="5307808"/>
                    </a:cubicBezTo>
                    <a:cubicBezTo>
                      <a:pt x="4772204" y="5583961"/>
                      <a:pt x="4487477" y="5853075"/>
                      <a:pt x="4189960" y="6086066"/>
                    </a:cubicBezTo>
                    <a:cubicBezTo>
                      <a:pt x="3918047" y="6298981"/>
                      <a:pt x="3642037" y="6475614"/>
                      <a:pt x="3412753" y="6583441"/>
                    </a:cubicBezTo>
                    <a:cubicBezTo>
                      <a:pt x="3246404" y="6661663"/>
                      <a:pt x="3110595" y="6701408"/>
                      <a:pt x="3013951" y="6701408"/>
                    </a:cubicBezTo>
                    <a:close/>
                    <a:moveTo>
                      <a:pt x="710763" y="2785716"/>
                    </a:moveTo>
                    <a:cubicBezTo>
                      <a:pt x="464590" y="2785716"/>
                      <a:pt x="262110" y="2822835"/>
                      <a:pt x="137575" y="2932043"/>
                    </a:cubicBezTo>
                    <a:cubicBezTo>
                      <a:pt x="46545" y="3011872"/>
                      <a:pt x="2287" y="3124134"/>
                      <a:pt x="2287" y="3275259"/>
                    </a:cubicBezTo>
                    <a:cubicBezTo>
                      <a:pt x="2287" y="3577102"/>
                      <a:pt x="147921" y="3779583"/>
                      <a:pt x="460583" y="3912442"/>
                    </a:cubicBezTo>
                    <a:cubicBezTo>
                      <a:pt x="737567" y="4030137"/>
                      <a:pt x="1103407" y="4076106"/>
                      <a:pt x="1490755" y="4124791"/>
                    </a:cubicBezTo>
                    <a:cubicBezTo>
                      <a:pt x="2153048" y="4208015"/>
                      <a:pt x="2837890" y="4294069"/>
                      <a:pt x="3099185" y="4759213"/>
                    </a:cubicBezTo>
                    <a:cubicBezTo>
                      <a:pt x="3144032" y="4839042"/>
                      <a:pt x="3175477" y="4929237"/>
                      <a:pt x="3192683" y="5027308"/>
                    </a:cubicBezTo>
                    <a:cubicBezTo>
                      <a:pt x="3210748" y="5130382"/>
                      <a:pt x="3213691" y="5245679"/>
                      <a:pt x="3201376" y="5369960"/>
                    </a:cubicBezTo>
                    <a:cubicBezTo>
                      <a:pt x="3188517" y="5499809"/>
                      <a:pt x="3158634" y="5643759"/>
                      <a:pt x="3112564" y="5797759"/>
                    </a:cubicBezTo>
                    <a:cubicBezTo>
                      <a:pt x="3064639" y="5957937"/>
                      <a:pt x="2997651" y="6134117"/>
                      <a:pt x="2913480" y="6321388"/>
                    </a:cubicBezTo>
                    <a:cubicBezTo>
                      <a:pt x="2875357" y="6406220"/>
                      <a:pt x="2854235" y="6478262"/>
                      <a:pt x="2850749" y="6535480"/>
                    </a:cubicBezTo>
                    <a:cubicBezTo>
                      <a:pt x="2847421" y="6589756"/>
                      <a:pt x="2859917" y="6631198"/>
                      <a:pt x="2887831" y="6658652"/>
                    </a:cubicBezTo>
                    <a:cubicBezTo>
                      <a:pt x="2962900" y="6732416"/>
                      <a:pt x="3148990" y="6704984"/>
                      <a:pt x="3411802" y="6581381"/>
                    </a:cubicBezTo>
                    <a:cubicBezTo>
                      <a:pt x="3913225" y="6345607"/>
                      <a:pt x="4541199" y="5845131"/>
                      <a:pt x="5011653" y="5306336"/>
                    </a:cubicBezTo>
                    <a:cubicBezTo>
                      <a:pt x="5429856" y="4827386"/>
                      <a:pt x="5915364" y="4104330"/>
                      <a:pt x="5853448" y="3379510"/>
                    </a:cubicBezTo>
                    <a:cubicBezTo>
                      <a:pt x="5808058" y="2848207"/>
                      <a:pt x="5386843" y="2096204"/>
                      <a:pt x="4697767" y="1316361"/>
                    </a:cubicBezTo>
                    <a:cubicBezTo>
                      <a:pt x="4420014" y="1002002"/>
                      <a:pt x="4109729" y="697489"/>
                      <a:pt x="3824097" y="458907"/>
                    </a:cubicBezTo>
                    <a:cubicBezTo>
                      <a:pt x="3545845" y="226505"/>
                      <a:pt x="3308638" y="70695"/>
                      <a:pt x="3156189" y="20199"/>
                    </a:cubicBezTo>
                    <a:cubicBezTo>
                      <a:pt x="3077044" y="-6011"/>
                      <a:pt x="3022780" y="-3363"/>
                      <a:pt x="2994911" y="28075"/>
                    </a:cubicBezTo>
                    <a:cubicBezTo>
                      <a:pt x="2951128" y="77462"/>
                      <a:pt x="2972635" y="195202"/>
                      <a:pt x="3058798" y="378015"/>
                    </a:cubicBezTo>
                    <a:cubicBezTo>
                      <a:pt x="3202349" y="682528"/>
                      <a:pt x="3318055" y="962461"/>
                      <a:pt x="3402701" y="1210051"/>
                    </a:cubicBezTo>
                    <a:cubicBezTo>
                      <a:pt x="3483612" y="1446731"/>
                      <a:pt x="3538601" y="1661094"/>
                      <a:pt x="3566130" y="1847211"/>
                    </a:cubicBezTo>
                    <a:cubicBezTo>
                      <a:pt x="3592300" y="2024093"/>
                      <a:pt x="3594496" y="2181035"/>
                      <a:pt x="3572649" y="2313668"/>
                    </a:cubicBezTo>
                    <a:cubicBezTo>
                      <a:pt x="3552048" y="2438787"/>
                      <a:pt x="3509329" y="2546410"/>
                      <a:pt x="3445715" y="2633550"/>
                    </a:cubicBezTo>
                    <a:cubicBezTo>
                      <a:pt x="3369241" y="2738276"/>
                      <a:pt x="3264040" y="2814959"/>
                      <a:pt x="3124065" y="2867967"/>
                    </a:cubicBezTo>
                    <a:cubicBezTo>
                      <a:pt x="3000096" y="2914909"/>
                      <a:pt x="2851994" y="2941865"/>
                      <a:pt x="2671269" y="2950421"/>
                    </a:cubicBezTo>
                    <a:cubicBezTo>
                      <a:pt x="2629026" y="2952413"/>
                      <a:pt x="2585877" y="2953341"/>
                      <a:pt x="2542071" y="2953341"/>
                    </a:cubicBezTo>
                    <a:cubicBezTo>
                      <a:pt x="2239030" y="2953341"/>
                      <a:pt x="1901397" y="2908956"/>
                      <a:pt x="1573454" y="2865839"/>
                    </a:cubicBezTo>
                    <a:cubicBezTo>
                      <a:pt x="1264663" y="2825257"/>
                      <a:pt x="964519" y="2785806"/>
                      <a:pt x="710763" y="278580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F1BF3769-BA53-9F6B-16AB-7A0E4415B262}"/>
                  </a:ext>
                </a:extLst>
              </p:cNvPr>
              <p:cNvSpPr/>
              <p:nvPr/>
            </p:nvSpPr>
            <p:spPr>
              <a:xfrm>
                <a:off x="3170475" y="42676"/>
                <a:ext cx="5793011" cy="6628777"/>
              </a:xfrm>
              <a:custGeom>
                <a:avLst/>
                <a:gdLst>
                  <a:gd name="connsiteX0" fmla="*/ 2970598 w 5793011"/>
                  <a:gd name="connsiteY0" fmla="*/ 6628777 h 6628777"/>
                  <a:gd name="connsiteX1" fmla="*/ 2833340 w 5793011"/>
                  <a:gd name="connsiteY1" fmla="*/ 6584619 h 6628777"/>
                  <a:gd name="connsiteX2" fmla="*/ 2801011 w 5793011"/>
                  <a:gd name="connsiteY2" fmla="*/ 6469142 h 6628777"/>
                  <a:gd name="connsiteX3" fmla="*/ 2866301 w 5793011"/>
                  <a:gd name="connsiteY3" fmla="*/ 6277344 h 6628777"/>
                  <a:gd name="connsiteX4" fmla="*/ 3175613 w 5793011"/>
                  <a:gd name="connsiteY4" fmla="*/ 5408506 h 6628777"/>
                  <a:gd name="connsiteX5" fmla="*/ 3105728 w 5793011"/>
                  <a:gd name="connsiteY5" fmla="*/ 4832185 h 6628777"/>
                  <a:gd name="connsiteX6" fmla="*/ 1521747 w 5793011"/>
                  <a:gd name="connsiteY6" fmla="*/ 4134592 h 6628777"/>
                  <a:gd name="connsiteX7" fmla="*/ 471563 w 5793011"/>
                  <a:gd name="connsiteY7" fmla="*/ 3872042 h 6628777"/>
                  <a:gd name="connsiteX8" fmla="*/ 129289 w 5793011"/>
                  <a:gd name="connsiteY8" fmla="*/ 3616259 h 6628777"/>
                  <a:gd name="connsiteX9" fmla="*/ 33732 w 5793011"/>
                  <a:gd name="connsiteY9" fmla="*/ 3435009 h 6628777"/>
                  <a:gd name="connsiteX10" fmla="*/ 0 w 5793011"/>
                  <a:gd name="connsiteY10" fmla="*/ 3209872 h 6628777"/>
                  <a:gd name="connsiteX11" fmla="*/ 35429 w 5793011"/>
                  <a:gd name="connsiteY11" fmla="*/ 3005195 h 6628777"/>
                  <a:gd name="connsiteX12" fmla="*/ 135968 w 5793011"/>
                  <a:gd name="connsiteY12" fmla="*/ 2862445 h 6628777"/>
                  <a:gd name="connsiteX13" fmla="*/ 1528358 w 5793011"/>
                  <a:gd name="connsiteY13" fmla="*/ 2788976 h 6628777"/>
                  <a:gd name="connsiteX14" fmla="*/ 2604146 w 5793011"/>
                  <a:gd name="connsiteY14" fmla="*/ 2865568 h 6628777"/>
                  <a:gd name="connsiteX15" fmla="*/ 3375150 w 5793011"/>
                  <a:gd name="connsiteY15" fmla="*/ 2546434 h 6628777"/>
                  <a:gd name="connsiteX16" fmla="*/ 3518792 w 5793011"/>
                  <a:gd name="connsiteY16" fmla="*/ 1782231 h 6628777"/>
                  <a:gd name="connsiteX17" fmla="*/ 3084289 w 5793011"/>
                  <a:gd name="connsiteY17" fmla="*/ 365544 h 6628777"/>
                  <a:gd name="connsiteX18" fmla="*/ 3032152 w 5793011"/>
                  <a:gd name="connsiteY18" fmla="*/ 24364 h 6628777"/>
                  <a:gd name="connsiteX19" fmla="*/ 3170361 w 5793011"/>
                  <a:gd name="connsiteY19" fmla="*/ 13364 h 6628777"/>
                  <a:gd name="connsiteX20" fmla="*/ 3796931 w 5793011"/>
                  <a:gd name="connsiteY20" fmla="*/ 441435 h 6628777"/>
                  <a:gd name="connsiteX21" fmla="*/ 4632704 w 5793011"/>
                  <a:gd name="connsiteY21" fmla="*/ 1299364 h 6628777"/>
                  <a:gd name="connsiteX22" fmla="*/ 5390057 w 5793011"/>
                  <a:gd name="connsiteY22" fmla="*/ 2352418 h 6628777"/>
                  <a:gd name="connsiteX23" fmla="*/ 5781050 w 5793011"/>
                  <a:gd name="connsiteY23" fmla="*/ 3365908 h 6628777"/>
                  <a:gd name="connsiteX24" fmla="*/ 5040155 w 5793011"/>
                  <a:gd name="connsiteY24" fmla="*/ 5251247 h 6628777"/>
                  <a:gd name="connsiteX25" fmla="*/ 4255114 w 5793011"/>
                  <a:gd name="connsiteY25" fmla="*/ 5986682 h 6628777"/>
                  <a:gd name="connsiteX26" fmla="*/ 3481189 w 5793011"/>
                  <a:gd name="connsiteY26" fmla="*/ 6472944 h 6628777"/>
                  <a:gd name="connsiteX27" fmla="*/ 3071702 w 5793011"/>
                  <a:gd name="connsiteY27" fmla="*/ 6618660 h 6628777"/>
                  <a:gd name="connsiteX28" fmla="*/ 2970665 w 5793011"/>
                  <a:gd name="connsiteY28" fmla="*/ 6628777 h 6628777"/>
                  <a:gd name="connsiteX29" fmla="*/ 708092 w 5793011"/>
                  <a:gd name="connsiteY29" fmla="*/ 2718246 h 6628777"/>
                  <a:gd name="connsiteX30" fmla="*/ 137507 w 5793011"/>
                  <a:gd name="connsiteY30" fmla="*/ 2864233 h 6628777"/>
                  <a:gd name="connsiteX31" fmla="*/ 2354 w 5793011"/>
                  <a:gd name="connsiteY31" fmla="*/ 3209872 h 6628777"/>
                  <a:gd name="connsiteX32" fmla="*/ 472536 w 5793011"/>
                  <a:gd name="connsiteY32" fmla="*/ 3869892 h 6628777"/>
                  <a:gd name="connsiteX33" fmla="*/ 1522132 w 5793011"/>
                  <a:gd name="connsiteY33" fmla="*/ 4132239 h 6628777"/>
                  <a:gd name="connsiteX34" fmla="*/ 3107833 w 5793011"/>
                  <a:gd name="connsiteY34" fmla="*/ 4831099 h 6628777"/>
                  <a:gd name="connsiteX35" fmla="*/ 3184397 w 5793011"/>
                  <a:gd name="connsiteY35" fmla="*/ 5087923 h 6628777"/>
                  <a:gd name="connsiteX36" fmla="*/ 3177945 w 5793011"/>
                  <a:gd name="connsiteY36" fmla="*/ 5408845 h 6628777"/>
                  <a:gd name="connsiteX37" fmla="*/ 3076569 w 5793011"/>
                  <a:gd name="connsiteY37" fmla="*/ 5802717 h 6628777"/>
                  <a:gd name="connsiteX38" fmla="*/ 2868384 w 5793011"/>
                  <a:gd name="connsiteY38" fmla="*/ 6278431 h 6628777"/>
                  <a:gd name="connsiteX39" fmla="*/ 2803343 w 5793011"/>
                  <a:gd name="connsiteY39" fmla="*/ 6469368 h 6628777"/>
                  <a:gd name="connsiteX40" fmla="*/ 2835015 w 5793011"/>
                  <a:gd name="connsiteY40" fmla="*/ 6582967 h 6628777"/>
                  <a:gd name="connsiteX41" fmla="*/ 3071204 w 5793011"/>
                  <a:gd name="connsiteY41" fmla="*/ 6616329 h 6628777"/>
                  <a:gd name="connsiteX42" fmla="*/ 3480080 w 5793011"/>
                  <a:gd name="connsiteY42" fmla="*/ 6470817 h 6628777"/>
                  <a:gd name="connsiteX43" fmla="*/ 5038275 w 5793011"/>
                  <a:gd name="connsiteY43" fmla="*/ 5249708 h 6628777"/>
                  <a:gd name="connsiteX44" fmla="*/ 5778627 w 5793011"/>
                  <a:gd name="connsiteY44" fmla="*/ 3366202 h 6628777"/>
                  <a:gd name="connsiteX45" fmla="*/ 4630848 w 5793011"/>
                  <a:gd name="connsiteY45" fmla="*/ 1300903 h 6628777"/>
                  <a:gd name="connsiteX46" fmla="*/ 3795301 w 5793011"/>
                  <a:gd name="connsiteY46" fmla="*/ 443223 h 6628777"/>
                  <a:gd name="connsiteX47" fmla="*/ 3169591 w 5793011"/>
                  <a:gd name="connsiteY47" fmla="*/ 15628 h 6628777"/>
                  <a:gd name="connsiteX48" fmla="*/ 3033850 w 5793011"/>
                  <a:gd name="connsiteY48" fmla="*/ 25971 h 6628777"/>
                  <a:gd name="connsiteX49" fmla="*/ 3086417 w 5793011"/>
                  <a:gd name="connsiteY49" fmla="*/ 364616 h 6628777"/>
                  <a:gd name="connsiteX50" fmla="*/ 3386922 w 5793011"/>
                  <a:gd name="connsiteY50" fmla="*/ 1166142 h 6628777"/>
                  <a:gd name="connsiteX51" fmla="*/ 3521101 w 5793011"/>
                  <a:gd name="connsiteY51" fmla="*/ 1782004 h 6628777"/>
                  <a:gd name="connsiteX52" fmla="*/ 3510620 w 5793011"/>
                  <a:gd name="connsiteY52" fmla="*/ 2235017 h 6628777"/>
                  <a:gd name="connsiteX53" fmla="*/ 3377007 w 5793011"/>
                  <a:gd name="connsiteY53" fmla="*/ 2547905 h 6628777"/>
                  <a:gd name="connsiteX54" fmla="*/ 3052798 w 5793011"/>
                  <a:gd name="connsiteY54" fmla="*/ 2783046 h 6628777"/>
                  <a:gd name="connsiteX55" fmla="*/ 2604236 w 5793011"/>
                  <a:gd name="connsiteY55" fmla="*/ 2867967 h 6628777"/>
                  <a:gd name="connsiteX56" fmla="*/ 2456066 w 5793011"/>
                  <a:gd name="connsiteY56" fmla="*/ 2871793 h 6628777"/>
                  <a:gd name="connsiteX57" fmla="*/ 1527995 w 5793011"/>
                  <a:gd name="connsiteY57" fmla="*/ 2791330 h 6628777"/>
                  <a:gd name="connsiteX58" fmla="*/ 708069 w 5793011"/>
                  <a:gd name="connsiteY58" fmla="*/ 2718223 h 6628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5793011" h="6628777">
                    <a:moveTo>
                      <a:pt x="2970598" y="6628777"/>
                    </a:moveTo>
                    <a:cubicBezTo>
                      <a:pt x="2908002" y="6628777"/>
                      <a:pt x="2862023" y="6614020"/>
                      <a:pt x="2833340" y="6584619"/>
                    </a:cubicBezTo>
                    <a:cubicBezTo>
                      <a:pt x="2807214" y="6557821"/>
                      <a:pt x="2796325" y="6518981"/>
                      <a:pt x="2801011" y="6469142"/>
                    </a:cubicBezTo>
                    <a:cubicBezTo>
                      <a:pt x="2805902" y="6417062"/>
                      <a:pt x="2827861" y="6352533"/>
                      <a:pt x="2866301" y="6277344"/>
                    </a:cubicBezTo>
                    <a:cubicBezTo>
                      <a:pt x="3035819" y="5945648"/>
                      <a:pt x="3139889" y="5653334"/>
                      <a:pt x="3175613" y="5408506"/>
                    </a:cubicBezTo>
                    <a:cubicBezTo>
                      <a:pt x="3208824" y="5180811"/>
                      <a:pt x="3185982" y="4992295"/>
                      <a:pt x="3105728" y="4832185"/>
                    </a:cubicBezTo>
                    <a:cubicBezTo>
                      <a:pt x="2871803" y="4365433"/>
                      <a:pt x="2185467" y="4248078"/>
                      <a:pt x="1521747" y="4134592"/>
                    </a:cubicBezTo>
                    <a:cubicBezTo>
                      <a:pt x="1127654" y="4067212"/>
                      <a:pt x="755384" y="4003566"/>
                      <a:pt x="471563" y="3872042"/>
                    </a:cubicBezTo>
                    <a:cubicBezTo>
                      <a:pt x="318933" y="3801312"/>
                      <a:pt x="206985" y="3717658"/>
                      <a:pt x="129289" y="3616259"/>
                    </a:cubicBezTo>
                    <a:cubicBezTo>
                      <a:pt x="87249" y="3561395"/>
                      <a:pt x="55102" y="3500397"/>
                      <a:pt x="33732" y="3435009"/>
                    </a:cubicBezTo>
                    <a:cubicBezTo>
                      <a:pt x="11342" y="3366496"/>
                      <a:pt x="0" y="3290764"/>
                      <a:pt x="0" y="3209872"/>
                    </a:cubicBezTo>
                    <a:cubicBezTo>
                      <a:pt x="0" y="3128979"/>
                      <a:pt x="11908" y="3063500"/>
                      <a:pt x="35429" y="3005195"/>
                    </a:cubicBezTo>
                    <a:cubicBezTo>
                      <a:pt x="57887" y="2949471"/>
                      <a:pt x="91709" y="2901443"/>
                      <a:pt x="135968" y="2862445"/>
                    </a:cubicBezTo>
                    <a:cubicBezTo>
                      <a:pt x="383793" y="2644075"/>
                      <a:pt x="939753" y="2714466"/>
                      <a:pt x="1528358" y="2788976"/>
                    </a:cubicBezTo>
                    <a:cubicBezTo>
                      <a:pt x="1895307" y="2835420"/>
                      <a:pt x="2274731" y="2883471"/>
                      <a:pt x="2604146" y="2865568"/>
                    </a:cubicBezTo>
                    <a:cubicBezTo>
                      <a:pt x="2976914" y="2845311"/>
                      <a:pt x="3229108" y="2740925"/>
                      <a:pt x="3375150" y="2546434"/>
                    </a:cubicBezTo>
                    <a:cubicBezTo>
                      <a:pt x="3508718" y="2368533"/>
                      <a:pt x="3555716" y="2118567"/>
                      <a:pt x="3518792" y="1782231"/>
                    </a:cubicBezTo>
                    <a:cubicBezTo>
                      <a:pt x="3478405" y="1414252"/>
                      <a:pt x="3332205" y="937610"/>
                      <a:pt x="3084289" y="365544"/>
                    </a:cubicBezTo>
                    <a:cubicBezTo>
                      <a:pt x="3006774" y="186693"/>
                      <a:pt x="2989229" y="71895"/>
                      <a:pt x="3032152" y="24364"/>
                    </a:cubicBezTo>
                    <a:cubicBezTo>
                      <a:pt x="3057643" y="-3882"/>
                      <a:pt x="3104143" y="-7594"/>
                      <a:pt x="3170361" y="13364"/>
                    </a:cubicBezTo>
                    <a:cubicBezTo>
                      <a:pt x="3309317" y="57319"/>
                      <a:pt x="3531832" y="209327"/>
                      <a:pt x="3796931" y="441435"/>
                    </a:cubicBezTo>
                    <a:cubicBezTo>
                      <a:pt x="4066648" y="677595"/>
                      <a:pt x="4363463" y="982289"/>
                      <a:pt x="4632704" y="1299364"/>
                    </a:cubicBezTo>
                    <a:cubicBezTo>
                      <a:pt x="4935066" y="1655459"/>
                      <a:pt x="5196950" y="2019612"/>
                      <a:pt x="5390057" y="2352418"/>
                    </a:cubicBezTo>
                    <a:cubicBezTo>
                      <a:pt x="5614678" y="2739544"/>
                      <a:pt x="5746208" y="3080543"/>
                      <a:pt x="5781050" y="3365908"/>
                    </a:cubicBezTo>
                    <a:cubicBezTo>
                      <a:pt x="5871853" y="4109922"/>
                      <a:pt x="5428271" y="4801833"/>
                      <a:pt x="5040155" y="5251247"/>
                    </a:cubicBezTo>
                    <a:cubicBezTo>
                      <a:pt x="4816439" y="5510289"/>
                      <a:pt x="4544980" y="5764601"/>
                      <a:pt x="4255114" y="5986682"/>
                    </a:cubicBezTo>
                    <a:cubicBezTo>
                      <a:pt x="3992189" y="6188122"/>
                      <a:pt x="3724577" y="6356268"/>
                      <a:pt x="3481189" y="6472944"/>
                    </a:cubicBezTo>
                    <a:cubicBezTo>
                      <a:pt x="3323941" y="6548314"/>
                      <a:pt x="3182337" y="6598720"/>
                      <a:pt x="3071702" y="6618660"/>
                    </a:cubicBezTo>
                    <a:cubicBezTo>
                      <a:pt x="3034280" y="6625405"/>
                      <a:pt x="3000571" y="6628777"/>
                      <a:pt x="2970665" y="6628777"/>
                    </a:cubicBezTo>
                    <a:close/>
                    <a:moveTo>
                      <a:pt x="708092" y="2718246"/>
                    </a:moveTo>
                    <a:cubicBezTo>
                      <a:pt x="463368" y="2718246"/>
                      <a:pt x="261590" y="2754912"/>
                      <a:pt x="137507" y="2864233"/>
                    </a:cubicBezTo>
                    <a:cubicBezTo>
                      <a:pt x="46568" y="2944379"/>
                      <a:pt x="2354" y="3057434"/>
                      <a:pt x="2354" y="3209872"/>
                    </a:cubicBezTo>
                    <a:cubicBezTo>
                      <a:pt x="2354" y="3511533"/>
                      <a:pt x="151769" y="3721257"/>
                      <a:pt x="472536" y="3869892"/>
                    </a:cubicBezTo>
                    <a:cubicBezTo>
                      <a:pt x="756085" y="4001280"/>
                      <a:pt x="1128174" y="4064904"/>
                      <a:pt x="1522132" y="4132239"/>
                    </a:cubicBezTo>
                    <a:cubicBezTo>
                      <a:pt x="2186440" y="4245814"/>
                      <a:pt x="2873364" y="4363261"/>
                      <a:pt x="3107833" y="4831099"/>
                    </a:cubicBezTo>
                    <a:cubicBezTo>
                      <a:pt x="3146658" y="4908574"/>
                      <a:pt x="3172421" y="4994989"/>
                      <a:pt x="3184397" y="5087923"/>
                    </a:cubicBezTo>
                    <a:cubicBezTo>
                      <a:pt x="3196961" y="5185406"/>
                      <a:pt x="3194788" y="5293368"/>
                      <a:pt x="3177945" y="5408845"/>
                    </a:cubicBezTo>
                    <a:cubicBezTo>
                      <a:pt x="3160377" y="5529279"/>
                      <a:pt x="3126261" y="5661777"/>
                      <a:pt x="3076569" y="5802717"/>
                    </a:cubicBezTo>
                    <a:cubicBezTo>
                      <a:pt x="3024976" y="5949043"/>
                      <a:pt x="2954932" y="6109108"/>
                      <a:pt x="2868384" y="6278431"/>
                    </a:cubicBezTo>
                    <a:cubicBezTo>
                      <a:pt x="2830079" y="6353348"/>
                      <a:pt x="2808211" y="6417605"/>
                      <a:pt x="2803343" y="6469368"/>
                    </a:cubicBezTo>
                    <a:cubicBezTo>
                      <a:pt x="2798725" y="6518461"/>
                      <a:pt x="2809388" y="6556689"/>
                      <a:pt x="2835015" y="6582967"/>
                    </a:cubicBezTo>
                    <a:cubicBezTo>
                      <a:pt x="2876806" y="6625812"/>
                      <a:pt x="2956267" y="6637038"/>
                      <a:pt x="3071204" y="6616329"/>
                    </a:cubicBezTo>
                    <a:cubicBezTo>
                      <a:pt x="3181635" y="6596411"/>
                      <a:pt x="3323036" y="6546096"/>
                      <a:pt x="3480080" y="6470817"/>
                    </a:cubicBezTo>
                    <a:cubicBezTo>
                      <a:pt x="3895567" y="6271663"/>
                      <a:pt x="4523088" y="5846286"/>
                      <a:pt x="5038275" y="5249708"/>
                    </a:cubicBezTo>
                    <a:cubicBezTo>
                      <a:pt x="5426076" y="4800656"/>
                      <a:pt x="5869318" y="4109356"/>
                      <a:pt x="5778627" y="3366202"/>
                    </a:cubicBezTo>
                    <a:cubicBezTo>
                      <a:pt x="5713994" y="2836620"/>
                      <a:pt x="5295631" y="2083847"/>
                      <a:pt x="4630848" y="1300903"/>
                    </a:cubicBezTo>
                    <a:cubicBezTo>
                      <a:pt x="4361674" y="983896"/>
                      <a:pt x="4064950" y="679292"/>
                      <a:pt x="3795301" y="443223"/>
                    </a:cubicBezTo>
                    <a:cubicBezTo>
                      <a:pt x="3530474" y="211341"/>
                      <a:pt x="3308253" y="59492"/>
                      <a:pt x="3169591" y="15628"/>
                    </a:cubicBezTo>
                    <a:cubicBezTo>
                      <a:pt x="3104347" y="-5014"/>
                      <a:pt x="3058662" y="-1529"/>
                      <a:pt x="3033850" y="25971"/>
                    </a:cubicBezTo>
                    <a:cubicBezTo>
                      <a:pt x="2991629" y="72755"/>
                      <a:pt x="3009310" y="186693"/>
                      <a:pt x="3086417" y="364616"/>
                    </a:cubicBezTo>
                    <a:cubicBezTo>
                      <a:pt x="3213374" y="657586"/>
                      <a:pt x="3314501" y="927267"/>
                      <a:pt x="3386922" y="1166142"/>
                    </a:cubicBezTo>
                    <a:cubicBezTo>
                      <a:pt x="3456174" y="1394539"/>
                      <a:pt x="3501315" y="1601750"/>
                      <a:pt x="3521101" y="1782004"/>
                    </a:cubicBezTo>
                    <a:cubicBezTo>
                      <a:pt x="3539914" y="1953386"/>
                      <a:pt x="3536382" y="2105801"/>
                      <a:pt x="3510620" y="2235017"/>
                    </a:cubicBezTo>
                    <a:cubicBezTo>
                      <a:pt x="3486306" y="2356967"/>
                      <a:pt x="3441345" y="2462236"/>
                      <a:pt x="3377007" y="2547905"/>
                    </a:cubicBezTo>
                    <a:cubicBezTo>
                      <a:pt x="3299537" y="2651069"/>
                      <a:pt x="3190464" y="2730174"/>
                      <a:pt x="3052798" y="2783046"/>
                    </a:cubicBezTo>
                    <a:cubicBezTo>
                      <a:pt x="2929214" y="2830509"/>
                      <a:pt x="2782493" y="2858303"/>
                      <a:pt x="2604236" y="2867967"/>
                    </a:cubicBezTo>
                    <a:cubicBezTo>
                      <a:pt x="2555880" y="2870593"/>
                      <a:pt x="2506392" y="2871793"/>
                      <a:pt x="2456066" y="2871793"/>
                    </a:cubicBezTo>
                    <a:cubicBezTo>
                      <a:pt x="2163439" y="2871793"/>
                      <a:pt x="1841201" y="2830984"/>
                      <a:pt x="1527995" y="2791330"/>
                    </a:cubicBezTo>
                    <a:cubicBezTo>
                      <a:pt x="1235300" y="2754279"/>
                      <a:pt x="950597" y="2718223"/>
                      <a:pt x="708069" y="271822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E24E7529-24CF-6FC7-7E60-72A707BF27D2}"/>
                  </a:ext>
                </a:extLst>
              </p:cNvPr>
              <p:cNvSpPr/>
              <p:nvPr/>
            </p:nvSpPr>
            <p:spPr>
              <a:xfrm>
                <a:off x="3215549" y="54856"/>
                <a:ext cx="5727481" cy="6559990"/>
              </a:xfrm>
              <a:custGeom>
                <a:avLst/>
                <a:gdLst>
                  <a:gd name="connsiteX0" fmla="*/ 2930708 w 5727481"/>
                  <a:gd name="connsiteY0" fmla="*/ 6559990 h 6559990"/>
                  <a:gd name="connsiteX1" fmla="*/ 2779844 w 5727481"/>
                  <a:gd name="connsiteY1" fmla="*/ 6512573 h 6559990"/>
                  <a:gd name="connsiteX2" fmla="*/ 2753266 w 5727481"/>
                  <a:gd name="connsiteY2" fmla="*/ 6405945 h 6559990"/>
                  <a:gd name="connsiteX3" fmla="*/ 2821228 w 5727481"/>
                  <a:gd name="connsiteY3" fmla="*/ 6235423 h 6559990"/>
                  <a:gd name="connsiteX4" fmla="*/ 3113108 w 5727481"/>
                  <a:gd name="connsiteY4" fmla="*/ 4910064 h 6559990"/>
                  <a:gd name="connsiteX5" fmla="*/ 2509901 w 5727481"/>
                  <a:gd name="connsiteY5" fmla="*/ 4409679 h 6559990"/>
                  <a:gd name="connsiteX6" fmla="*/ 1555139 w 5727481"/>
                  <a:gd name="connsiteY6" fmla="*/ 4149052 h 6559990"/>
                  <a:gd name="connsiteX7" fmla="*/ 484331 w 5727481"/>
                  <a:gd name="connsiteY7" fmla="*/ 3832928 h 6559990"/>
                  <a:gd name="connsiteX8" fmla="*/ 133047 w 5727481"/>
                  <a:gd name="connsiteY8" fmla="*/ 3559106 h 6559990"/>
                  <a:gd name="connsiteX9" fmla="*/ 34750 w 5727481"/>
                  <a:gd name="connsiteY9" fmla="*/ 3372717 h 6559990"/>
                  <a:gd name="connsiteX10" fmla="*/ 0 w 5727481"/>
                  <a:gd name="connsiteY10" fmla="*/ 3145634 h 6559990"/>
                  <a:gd name="connsiteX11" fmla="*/ 35407 w 5727481"/>
                  <a:gd name="connsiteY11" fmla="*/ 2939034 h 6559990"/>
                  <a:gd name="connsiteX12" fmla="*/ 135900 w 5727481"/>
                  <a:gd name="connsiteY12" fmla="*/ 2795333 h 6559990"/>
                  <a:gd name="connsiteX13" fmla="*/ 1483737 w 5727481"/>
                  <a:gd name="connsiteY13" fmla="*/ 2714236 h 6559990"/>
                  <a:gd name="connsiteX14" fmla="*/ 2537950 w 5727481"/>
                  <a:gd name="connsiteY14" fmla="*/ 2781979 h 6559990"/>
                  <a:gd name="connsiteX15" fmla="*/ 3307687 w 5727481"/>
                  <a:gd name="connsiteY15" fmla="*/ 2459246 h 6559990"/>
                  <a:gd name="connsiteX16" fmla="*/ 3474715 w 5727481"/>
                  <a:gd name="connsiteY16" fmla="*/ 1716318 h 6559990"/>
                  <a:gd name="connsiteX17" fmla="*/ 3111795 w 5727481"/>
                  <a:gd name="connsiteY17" fmla="*/ 353274 h 6559990"/>
                  <a:gd name="connsiteX18" fmla="*/ 3071136 w 5727481"/>
                  <a:gd name="connsiteY18" fmla="*/ 22415 h 6559990"/>
                  <a:gd name="connsiteX19" fmla="*/ 3190034 w 5727481"/>
                  <a:gd name="connsiteY19" fmla="*/ 10283 h 6559990"/>
                  <a:gd name="connsiteX20" fmla="*/ 3777416 w 5727481"/>
                  <a:gd name="connsiteY20" fmla="*/ 430047 h 6559990"/>
                  <a:gd name="connsiteX21" fmla="*/ 4573685 w 5727481"/>
                  <a:gd name="connsiteY21" fmla="*/ 1288587 h 6559990"/>
                  <a:gd name="connsiteX22" fmla="*/ 5307268 w 5727481"/>
                  <a:gd name="connsiteY22" fmla="*/ 2343791 h 6559990"/>
                  <a:gd name="connsiteX23" fmla="*/ 5706297 w 5727481"/>
                  <a:gd name="connsiteY23" fmla="*/ 3353637 h 6559990"/>
                  <a:gd name="connsiteX24" fmla="*/ 5593896 w 5727481"/>
                  <a:gd name="connsiteY24" fmla="*/ 4331864 h 6559990"/>
                  <a:gd name="connsiteX25" fmla="*/ 5070083 w 5727481"/>
                  <a:gd name="connsiteY25" fmla="*/ 5196063 h 6559990"/>
                  <a:gd name="connsiteX26" fmla="*/ 4329573 w 5727481"/>
                  <a:gd name="connsiteY26" fmla="*/ 5891573 h 6559990"/>
                  <a:gd name="connsiteX27" fmla="*/ 3566922 w 5727481"/>
                  <a:gd name="connsiteY27" fmla="*/ 6363779 h 6559990"/>
                  <a:gd name="connsiteX28" fmla="*/ 3063982 w 5727481"/>
                  <a:gd name="connsiteY28" fmla="*/ 6545459 h 6559990"/>
                  <a:gd name="connsiteX29" fmla="*/ 2930708 w 5727481"/>
                  <a:gd name="connsiteY29" fmla="*/ 6559922 h 6559990"/>
                  <a:gd name="connsiteX30" fmla="*/ 707933 w 5727481"/>
                  <a:gd name="connsiteY30" fmla="*/ 2650975 h 6559990"/>
                  <a:gd name="connsiteX31" fmla="*/ 137507 w 5727481"/>
                  <a:gd name="connsiteY31" fmla="*/ 2797166 h 6559990"/>
                  <a:gd name="connsiteX32" fmla="*/ 2445 w 5727481"/>
                  <a:gd name="connsiteY32" fmla="*/ 3145634 h 6559990"/>
                  <a:gd name="connsiteX33" fmla="*/ 485418 w 5727481"/>
                  <a:gd name="connsiteY33" fmla="*/ 3830732 h 6559990"/>
                  <a:gd name="connsiteX34" fmla="*/ 1555637 w 5727481"/>
                  <a:gd name="connsiteY34" fmla="*/ 4146653 h 6559990"/>
                  <a:gd name="connsiteX35" fmla="*/ 2510807 w 5727481"/>
                  <a:gd name="connsiteY35" fmla="*/ 4407393 h 6559990"/>
                  <a:gd name="connsiteX36" fmla="*/ 2879613 w 5727481"/>
                  <a:gd name="connsiteY36" fmla="*/ 4613178 h 6559990"/>
                  <a:gd name="connsiteX37" fmla="*/ 3115326 w 5727481"/>
                  <a:gd name="connsiteY37" fmla="*/ 4909068 h 6559990"/>
                  <a:gd name="connsiteX38" fmla="*/ 3174753 w 5727481"/>
                  <a:gd name="connsiteY38" fmla="*/ 5152923 h 6559990"/>
                  <a:gd name="connsiteX39" fmla="*/ 3153223 w 5727481"/>
                  <a:gd name="connsiteY39" fmla="*/ 5450646 h 6559990"/>
                  <a:gd name="connsiteX40" fmla="*/ 2823311 w 5727481"/>
                  <a:gd name="connsiteY40" fmla="*/ 6236645 h 6559990"/>
                  <a:gd name="connsiteX41" fmla="*/ 2755666 w 5727481"/>
                  <a:gd name="connsiteY41" fmla="*/ 6406262 h 6559990"/>
                  <a:gd name="connsiteX42" fmla="*/ 2781610 w 5727481"/>
                  <a:gd name="connsiteY42" fmla="*/ 6510897 h 6559990"/>
                  <a:gd name="connsiteX43" fmla="*/ 3063461 w 5727481"/>
                  <a:gd name="connsiteY43" fmla="*/ 6543106 h 6559990"/>
                  <a:gd name="connsiteX44" fmla="*/ 3565813 w 5727481"/>
                  <a:gd name="connsiteY44" fmla="*/ 6361629 h 6559990"/>
                  <a:gd name="connsiteX45" fmla="*/ 5068159 w 5727481"/>
                  <a:gd name="connsiteY45" fmla="*/ 5194547 h 6559990"/>
                  <a:gd name="connsiteX46" fmla="*/ 5703829 w 5727481"/>
                  <a:gd name="connsiteY46" fmla="*/ 3354067 h 6559990"/>
                  <a:gd name="connsiteX47" fmla="*/ 4571739 w 5727481"/>
                  <a:gd name="connsiteY47" fmla="*/ 1290171 h 6559990"/>
                  <a:gd name="connsiteX48" fmla="*/ 3775718 w 5727481"/>
                  <a:gd name="connsiteY48" fmla="*/ 431903 h 6559990"/>
                  <a:gd name="connsiteX49" fmla="*/ 3189287 w 5727481"/>
                  <a:gd name="connsiteY49" fmla="*/ 12682 h 6559990"/>
                  <a:gd name="connsiteX50" fmla="*/ 3072902 w 5727481"/>
                  <a:gd name="connsiteY50" fmla="*/ 24135 h 6559990"/>
                  <a:gd name="connsiteX51" fmla="*/ 3114036 w 5727481"/>
                  <a:gd name="connsiteY51" fmla="*/ 352436 h 6559990"/>
                  <a:gd name="connsiteX52" fmla="*/ 3371777 w 5727481"/>
                  <a:gd name="connsiteY52" fmla="*/ 1122411 h 6559990"/>
                  <a:gd name="connsiteX53" fmla="*/ 3477115 w 5727481"/>
                  <a:gd name="connsiteY53" fmla="*/ 1716182 h 6559990"/>
                  <a:gd name="connsiteX54" fmla="*/ 3449812 w 5727481"/>
                  <a:gd name="connsiteY54" fmla="*/ 2155185 h 6559990"/>
                  <a:gd name="connsiteX55" fmla="*/ 3309589 w 5727481"/>
                  <a:gd name="connsiteY55" fmla="*/ 2460762 h 6559990"/>
                  <a:gd name="connsiteX56" fmla="*/ 2982528 w 5727481"/>
                  <a:gd name="connsiteY56" fmla="*/ 2696740 h 6559990"/>
                  <a:gd name="connsiteX57" fmla="*/ 2538064 w 5727481"/>
                  <a:gd name="connsiteY57" fmla="*/ 2784446 h 6559990"/>
                  <a:gd name="connsiteX58" fmla="*/ 2367844 w 5727481"/>
                  <a:gd name="connsiteY58" fmla="*/ 2789471 h 6559990"/>
                  <a:gd name="connsiteX59" fmla="*/ 1483397 w 5727481"/>
                  <a:gd name="connsiteY59" fmla="*/ 2716681 h 6559990"/>
                  <a:gd name="connsiteX60" fmla="*/ 707888 w 5727481"/>
                  <a:gd name="connsiteY60" fmla="*/ 2650975 h 6559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727481" h="6559990">
                    <a:moveTo>
                      <a:pt x="2930708" y="6559990"/>
                    </a:moveTo>
                    <a:cubicBezTo>
                      <a:pt x="2860189" y="6559990"/>
                      <a:pt x="2808935" y="6544079"/>
                      <a:pt x="2779844" y="6512573"/>
                    </a:cubicBezTo>
                    <a:cubicBezTo>
                      <a:pt x="2756119" y="6486861"/>
                      <a:pt x="2747154" y="6450986"/>
                      <a:pt x="2753266" y="6405945"/>
                    </a:cubicBezTo>
                    <a:cubicBezTo>
                      <a:pt x="2759628" y="6358913"/>
                      <a:pt x="2782493" y="6301536"/>
                      <a:pt x="2821228" y="6235423"/>
                    </a:cubicBezTo>
                    <a:cubicBezTo>
                      <a:pt x="3157208" y="5661728"/>
                      <a:pt x="3252698" y="5228203"/>
                      <a:pt x="3113108" y="4910064"/>
                    </a:cubicBezTo>
                    <a:cubicBezTo>
                      <a:pt x="3021376" y="4700997"/>
                      <a:pt x="2824058" y="4537310"/>
                      <a:pt x="2509901" y="4409679"/>
                    </a:cubicBezTo>
                    <a:cubicBezTo>
                      <a:pt x="2230019" y="4295967"/>
                      <a:pt x="1886931" y="4221299"/>
                      <a:pt x="1555139" y="4149052"/>
                    </a:cubicBezTo>
                    <a:cubicBezTo>
                      <a:pt x="1171708" y="4065579"/>
                      <a:pt x="775192" y="3979277"/>
                      <a:pt x="484331" y="3832928"/>
                    </a:cubicBezTo>
                    <a:cubicBezTo>
                      <a:pt x="327785" y="3754163"/>
                      <a:pt x="212871" y="3664601"/>
                      <a:pt x="133047" y="3559106"/>
                    </a:cubicBezTo>
                    <a:cubicBezTo>
                      <a:pt x="89807" y="3501956"/>
                      <a:pt x="56732" y="3439261"/>
                      <a:pt x="34750" y="3372717"/>
                    </a:cubicBezTo>
                    <a:cubicBezTo>
                      <a:pt x="11682" y="3302961"/>
                      <a:pt x="0" y="3226549"/>
                      <a:pt x="0" y="3145634"/>
                    </a:cubicBezTo>
                    <a:cubicBezTo>
                      <a:pt x="0" y="3064719"/>
                      <a:pt x="11908" y="2997836"/>
                      <a:pt x="35407" y="2939034"/>
                    </a:cubicBezTo>
                    <a:cubicBezTo>
                      <a:pt x="57842" y="2882880"/>
                      <a:pt x="91664" y="2834534"/>
                      <a:pt x="135900" y="2795333"/>
                    </a:cubicBezTo>
                    <a:cubicBezTo>
                      <a:pt x="377884" y="2580834"/>
                      <a:pt x="915054" y="2645634"/>
                      <a:pt x="1483737" y="2714236"/>
                    </a:cubicBezTo>
                    <a:cubicBezTo>
                      <a:pt x="1842355" y="2757489"/>
                      <a:pt x="2213199" y="2802236"/>
                      <a:pt x="2537950" y="2781979"/>
                    </a:cubicBezTo>
                    <a:cubicBezTo>
                      <a:pt x="2905761" y="2759051"/>
                      <a:pt x="3157525" y="2653488"/>
                      <a:pt x="3307687" y="2459246"/>
                    </a:cubicBezTo>
                    <a:cubicBezTo>
                      <a:pt x="3442726" y="2284559"/>
                      <a:pt x="3497376" y="2041541"/>
                      <a:pt x="3474715" y="1716318"/>
                    </a:cubicBezTo>
                    <a:cubicBezTo>
                      <a:pt x="3449948" y="1360743"/>
                      <a:pt x="3327835" y="902162"/>
                      <a:pt x="3111795" y="353274"/>
                    </a:cubicBezTo>
                    <a:cubicBezTo>
                      <a:pt x="3043132" y="178836"/>
                      <a:pt x="3029458" y="67524"/>
                      <a:pt x="3071136" y="22415"/>
                    </a:cubicBezTo>
                    <a:cubicBezTo>
                      <a:pt x="3094272" y="-2618"/>
                      <a:pt x="3134275" y="-6715"/>
                      <a:pt x="3190034" y="10283"/>
                    </a:cubicBezTo>
                    <a:cubicBezTo>
                      <a:pt x="3317218" y="49032"/>
                      <a:pt x="3525810" y="198097"/>
                      <a:pt x="3777416" y="430047"/>
                    </a:cubicBezTo>
                    <a:cubicBezTo>
                      <a:pt x="4031127" y="663943"/>
                      <a:pt x="4313907" y="968841"/>
                      <a:pt x="4573685" y="1288587"/>
                    </a:cubicBezTo>
                    <a:cubicBezTo>
                      <a:pt x="4863166" y="1644886"/>
                      <a:pt x="5116832" y="2009786"/>
                      <a:pt x="5307268" y="2343791"/>
                    </a:cubicBezTo>
                    <a:cubicBezTo>
                      <a:pt x="5528040" y="2731030"/>
                      <a:pt x="5662287" y="3070807"/>
                      <a:pt x="5706297" y="3353637"/>
                    </a:cubicBezTo>
                    <a:cubicBezTo>
                      <a:pt x="5755988" y="3672953"/>
                      <a:pt x="5718159" y="4002069"/>
                      <a:pt x="5593896" y="4331864"/>
                    </a:cubicBezTo>
                    <a:cubicBezTo>
                      <a:pt x="5484234" y="4622865"/>
                      <a:pt x="5307992" y="4913617"/>
                      <a:pt x="5070083" y="5196063"/>
                    </a:cubicBezTo>
                    <a:cubicBezTo>
                      <a:pt x="4861468" y="5443720"/>
                      <a:pt x="4612329" y="5677730"/>
                      <a:pt x="4329573" y="5891573"/>
                    </a:cubicBezTo>
                    <a:cubicBezTo>
                      <a:pt x="4080932" y="6079636"/>
                      <a:pt x="3817215" y="6242915"/>
                      <a:pt x="3566922" y="6363779"/>
                    </a:cubicBezTo>
                    <a:cubicBezTo>
                      <a:pt x="3376214" y="6455853"/>
                      <a:pt x="3202304" y="6518684"/>
                      <a:pt x="3063982" y="6545459"/>
                    </a:cubicBezTo>
                    <a:cubicBezTo>
                      <a:pt x="3014064" y="6555124"/>
                      <a:pt x="2969465" y="6559922"/>
                      <a:pt x="2930708" y="6559922"/>
                    </a:cubicBezTo>
                    <a:close/>
                    <a:moveTo>
                      <a:pt x="707933" y="2650975"/>
                    </a:moveTo>
                    <a:cubicBezTo>
                      <a:pt x="463594" y="2650975"/>
                      <a:pt x="261522" y="2687257"/>
                      <a:pt x="137507" y="2797166"/>
                    </a:cubicBezTo>
                    <a:cubicBezTo>
                      <a:pt x="46613" y="2877719"/>
                      <a:pt x="2445" y="2991702"/>
                      <a:pt x="2445" y="3145634"/>
                    </a:cubicBezTo>
                    <a:cubicBezTo>
                      <a:pt x="2445" y="3443131"/>
                      <a:pt x="160417" y="3667227"/>
                      <a:pt x="485418" y="3830732"/>
                    </a:cubicBezTo>
                    <a:cubicBezTo>
                      <a:pt x="776007" y="3976946"/>
                      <a:pt x="1172365" y="4063225"/>
                      <a:pt x="1555637" y="4146653"/>
                    </a:cubicBezTo>
                    <a:cubicBezTo>
                      <a:pt x="1887542" y="4218900"/>
                      <a:pt x="2230721" y="4293613"/>
                      <a:pt x="2510807" y="4407393"/>
                    </a:cubicBezTo>
                    <a:cubicBezTo>
                      <a:pt x="2661739" y="4468707"/>
                      <a:pt x="2782380" y="4536020"/>
                      <a:pt x="2879613" y="4613178"/>
                    </a:cubicBezTo>
                    <a:cubicBezTo>
                      <a:pt x="2988935" y="4699910"/>
                      <a:pt x="3066042" y="4796692"/>
                      <a:pt x="3115326" y="4909068"/>
                    </a:cubicBezTo>
                    <a:cubicBezTo>
                      <a:pt x="3148016" y="4983601"/>
                      <a:pt x="3168007" y="5065648"/>
                      <a:pt x="3174753" y="5152923"/>
                    </a:cubicBezTo>
                    <a:cubicBezTo>
                      <a:pt x="3181793" y="5244273"/>
                      <a:pt x="3174549" y="5344427"/>
                      <a:pt x="3153223" y="5450646"/>
                    </a:cubicBezTo>
                    <a:cubicBezTo>
                      <a:pt x="3108082" y="5675467"/>
                      <a:pt x="2997085" y="5939919"/>
                      <a:pt x="2823311" y="6236645"/>
                    </a:cubicBezTo>
                    <a:cubicBezTo>
                      <a:pt x="2784757" y="6302487"/>
                      <a:pt x="2762005" y="6359546"/>
                      <a:pt x="2755666" y="6406262"/>
                    </a:cubicBezTo>
                    <a:cubicBezTo>
                      <a:pt x="2749667" y="6450556"/>
                      <a:pt x="2758405" y="6485752"/>
                      <a:pt x="2781610" y="6510897"/>
                    </a:cubicBezTo>
                    <a:cubicBezTo>
                      <a:pt x="2826072" y="6559039"/>
                      <a:pt x="2923532" y="6570175"/>
                      <a:pt x="3063461" y="6543106"/>
                    </a:cubicBezTo>
                    <a:cubicBezTo>
                      <a:pt x="3201580" y="6516375"/>
                      <a:pt x="3375286" y="6453612"/>
                      <a:pt x="3565813" y="6361629"/>
                    </a:cubicBezTo>
                    <a:cubicBezTo>
                      <a:pt x="4113849" y="6096996"/>
                      <a:pt x="4675491" y="5660709"/>
                      <a:pt x="5068159" y="5194547"/>
                    </a:cubicBezTo>
                    <a:cubicBezTo>
                      <a:pt x="5423200" y="4773040"/>
                      <a:pt x="5821708" y="4111593"/>
                      <a:pt x="5703829" y="3354067"/>
                    </a:cubicBezTo>
                    <a:cubicBezTo>
                      <a:pt x="5621809" y="2827020"/>
                      <a:pt x="5209174" y="2074745"/>
                      <a:pt x="4571739" y="1290171"/>
                    </a:cubicBezTo>
                    <a:cubicBezTo>
                      <a:pt x="4312028" y="970516"/>
                      <a:pt x="4029339" y="665709"/>
                      <a:pt x="3775718" y="431903"/>
                    </a:cubicBezTo>
                    <a:cubicBezTo>
                      <a:pt x="3524384" y="200202"/>
                      <a:pt x="3316131" y="51318"/>
                      <a:pt x="3189287" y="12682"/>
                    </a:cubicBezTo>
                    <a:cubicBezTo>
                      <a:pt x="3134501" y="-3999"/>
                      <a:pt x="3095359" y="-151"/>
                      <a:pt x="3072902" y="24135"/>
                    </a:cubicBezTo>
                    <a:cubicBezTo>
                      <a:pt x="3031903" y="68497"/>
                      <a:pt x="3045758" y="178949"/>
                      <a:pt x="3114036" y="352436"/>
                    </a:cubicBezTo>
                    <a:cubicBezTo>
                      <a:pt x="3224671" y="633501"/>
                      <a:pt x="3311377" y="892566"/>
                      <a:pt x="3371777" y="1122411"/>
                    </a:cubicBezTo>
                    <a:cubicBezTo>
                      <a:pt x="3429528" y="1342229"/>
                      <a:pt x="3464980" y="1541994"/>
                      <a:pt x="3477115" y="1716182"/>
                    </a:cubicBezTo>
                    <a:cubicBezTo>
                      <a:pt x="3488660" y="1881861"/>
                      <a:pt x="3479469" y="2029545"/>
                      <a:pt x="3449812" y="2155185"/>
                    </a:cubicBezTo>
                    <a:cubicBezTo>
                      <a:pt x="3421808" y="2273808"/>
                      <a:pt x="3374629" y="2376610"/>
                      <a:pt x="3309589" y="2460762"/>
                    </a:cubicBezTo>
                    <a:cubicBezTo>
                      <a:pt x="3229946" y="2563790"/>
                      <a:pt x="3119899" y="2643167"/>
                      <a:pt x="2982528" y="2696740"/>
                    </a:cubicBezTo>
                    <a:cubicBezTo>
                      <a:pt x="2859261" y="2744792"/>
                      <a:pt x="2713875" y="2773491"/>
                      <a:pt x="2538064" y="2784446"/>
                    </a:cubicBezTo>
                    <a:cubicBezTo>
                      <a:pt x="2482576" y="2787909"/>
                      <a:pt x="2425708" y="2789471"/>
                      <a:pt x="2367844" y="2789471"/>
                    </a:cubicBezTo>
                    <a:cubicBezTo>
                      <a:pt x="2086717" y="2789471"/>
                      <a:pt x="1780869" y="2752578"/>
                      <a:pt x="1483397" y="2716681"/>
                    </a:cubicBezTo>
                    <a:cubicBezTo>
                      <a:pt x="1207387" y="2683387"/>
                      <a:pt x="938779" y="2650975"/>
                      <a:pt x="707888" y="265097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7B0ED9CF-ACB8-4134-46AB-4C510979EED8}"/>
                  </a:ext>
                </a:extLst>
              </p:cNvPr>
              <p:cNvSpPr/>
              <p:nvPr/>
            </p:nvSpPr>
            <p:spPr>
              <a:xfrm>
                <a:off x="3260600" y="65842"/>
                <a:ext cx="5663497" cy="6442580"/>
              </a:xfrm>
              <a:custGeom>
                <a:avLst/>
                <a:gdLst>
                  <a:gd name="connsiteX0" fmla="*/ 2800468 w 5663497"/>
                  <a:gd name="connsiteY0" fmla="*/ 6442581 h 6442580"/>
                  <a:gd name="connsiteX1" fmla="*/ 2675706 w 5663497"/>
                  <a:gd name="connsiteY1" fmla="*/ 6402315 h 6442580"/>
                  <a:gd name="connsiteX2" fmla="*/ 2776154 w 5663497"/>
                  <a:gd name="connsiteY2" fmla="*/ 6194629 h 6442580"/>
                  <a:gd name="connsiteX3" fmla="*/ 2907979 w 5663497"/>
                  <a:gd name="connsiteY3" fmla="*/ 4857998 h 6442580"/>
                  <a:gd name="connsiteX4" fmla="*/ 1415413 w 5663497"/>
                  <a:gd name="connsiteY4" fmla="*/ 4082365 h 6442580"/>
                  <a:gd name="connsiteX5" fmla="*/ 437650 w 5663497"/>
                  <a:gd name="connsiteY5" fmla="*/ 3764475 h 6442580"/>
                  <a:gd name="connsiteX6" fmla="*/ 119894 w 5663497"/>
                  <a:gd name="connsiteY6" fmla="*/ 3492350 h 6442580"/>
                  <a:gd name="connsiteX7" fmla="*/ 0 w 5663497"/>
                  <a:gd name="connsiteY7" fmla="*/ 3082545 h 6442580"/>
                  <a:gd name="connsiteX8" fmla="*/ 35429 w 5663497"/>
                  <a:gd name="connsiteY8" fmla="*/ 2873818 h 6442580"/>
                  <a:gd name="connsiteX9" fmla="*/ 135900 w 5663497"/>
                  <a:gd name="connsiteY9" fmla="*/ 2728940 h 6442580"/>
                  <a:gd name="connsiteX10" fmla="*/ 361766 w 5663497"/>
                  <a:gd name="connsiteY10" fmla="*/ 2616993 h 6442580"/>
                  <a:gd name="connsiteX11" fmla="*/ 669334 w 5663497"/>
                  <a:gd name="connsiteY11" fmla="*/ 2581323 h 6442580"/>
                  <a:gd name="connsiteX12" fmla="*/ 1440429 w 5663497"/>
                  <a:gd name="connsiteY12" fmla="*/ 2639016 h 6442580"/>
                  <a:gd name="connsiteX13" fmla="*/ 2473272 w 5663497"/>
                  <a:gd name="connsiteY13" fmla="*/ 2696868 h 6442580"/>
                  <a:gd name="connsiteX14" fmla="*/ 3242216 w 5663497"/>
                  <a:gd name="connsiteY14" fmla="*/ 2370105 h 6442580"/>
                  <a:gd name="connsiteX15" fmla="*/ 3432131 w 5663497"/>
                  <a:gd name="connsiteY15" fmla="*/ 1649472 h 6442580"/>
                  <a:gd name="connsiteX16" fmla="*/ 3139323 w 5663497"/>
                  <a:gd name="connsiteY16" fmla="*/ 342220 h 6442580"/>
                  <a:gd name="connsiteX17" fmla="*/ 3110233 w 5663497"/>
                  <a:gd name="connsiteY17" fmla="*/ 20640 h 6442580"/>
                  <a:gd name="connsiteX18" fmla="*/ 3214212 w 5663497"/>
                  <a:gd name="connsiteY18" fmla="*/ 8169 h 6442580"/>
                  <a:gd name="connsiteX19" fmla="*/ 4520869 w 5663497"/>
                  <a:gd name="connsiteY19" fmla="*/ 1281403 h 6442580"/>
                  <a:gd name="connsiteX20" fmla="*/ 5227852 w 5663497"/>
                  <a:gd name="connsiteY20" fmla="*/ 2337966 h 6442580"/>
                  <a:gd name="connsiteX21" fmla="*/ 5631544 w 5663497"/>
                  <a:gd name="connsiteY21" fmla="*/ 3342629 h 6442580"/>
                  <a:gd name="connsiteX22" fmla="*/ 5534786 w 5663497"/>
                  <a:gd name="connsiteY22" fmla="*/ 4364357 h 6442580"/>
                  <a:gd name="connsiteX23" fmla="*/ 4983309 w 5663497"/>
                  <a:gd name="connsiteY23" fmla="*/ 5214207 h 6442580"/>
                  <a:gd name="connsiteX24" fmla="*/ 4199967 w 5663497"/>
                  <a:gd name="connsiteY24" fmla="*/ 5863091 h 6442580"/>
                  <a:gd name="connsiteX25" fmla="*/ 3407388 w 5663497"/>
                  <a:gd name="connsiteY25" fmla="*/ 6281972 h 6442580"/>
                  <a:gd name="connsiteX26" fmla="*/ 2918936 w 5663497"/>
                  <a:gd name="connsiteY26" fmla="*/ 6431467 h 6442580"/>
                  <a:gd name="connsiteX27" fmla="*/ 2800400 w 5663497"/>
                  <a:gd name="connsiteY27" fmla="*/ 6442558 h 6442580"/>
                  <a:gd name="connsiteX28" fmla="*/ 710355 w 5663497"/>
                  <a:gd name="connsiteY28" fmla="*/ 2583541 h 6442580"/>
                  <a:gd name="connsiteX29" fmla="*/ 669379 w 5663497"/>
                  <a:gd name="connsiteY29" fmla="*/ 2583880 h 6442580"/>
                  <a:gd name="connsiteX30" fmla="*/ 137598 w 5663497"/>
                  <a:gd name="connsiteY30" fmla="*/ 2730863 h 6442580"/>
                  <a:gd name="connsiteX31" fmla="*/ 2558 w 5663497"/>
                  <a:gd name="connsiteY31" fmla="*/ 3082591 h 6442580"/>
                  <a:gd name="connsiteX32" fmla="*/ 438895 w 5663497"/>
                  <a:gd name="connsiteY32" fmla="*/ 3762302 h 6442580"/>
                  <a:gd name="connsiteX33" fmla="*/ 1416025 w 5663497"/>
                  <a:gd name="connsiteY33" fmla="*/ 4079943 h 6442580"/>
                  <a:gd name="connsiteX34" fmla="*/ 2910265 w 5663497"/>
                  <a:gd name="connsiteY34" fmla="*/ 4856911 h 6442580"/>
                  <a:gd name="connsiteX35" fmla="*/ 2989931 w 5663497"/>
                  <a:gd name="connsiteY35" fmla="*/ 5103618 h 6442580"/>
                  <a:gd name="connsiteX36" fmla="*/ 3000911 w 5663497"/>
                  <a:gd name="connsiteY36" fmla="*/ 5404239 h 6442580"/>
                  <a:gd name="connsiteX37" fmla="*/ 2778418 w 5663497"/>
                  <a:gd name="connsiteY37" fmla="*/ 6195896 h 6442580"/>
                  <a:gd name="connsiteX38" fmla="*/ 2778146 w 5663497"/>
                  <a:gd name="connsiteY38" fmla="*/ 6196281 h 6442580"/>
                  <a:gd name="connsiteX39" fmla="*/ 2677835 w 5663497"/>
                  <a:gd name="connsiteY39" fmla="*/ 6400934 h 6442580"/>
                  <a:gd name="connsiteX40" fmla="*/ 2918619 w 5663497"/>
                  <a:gd name="connsiteY40" fmla="*/ 6429000 h 6442580"/>
                  <a:gd name="connsiteX41" fmla="*/ 3406527 w 5663497"/>
                  <a:gd name="connsiteY41" fmla="*/ 6279664 h 6442580"/>
                  <a:gd name="connsiteX42" fmla="*/ 4981543 w 5663497"/>
                  <a:gd name="connsiteY42" fmla="*/ 5212509 h 6442580"/>
                  <a:gd name="connsiteX43" fmla="*/ 5629122 w 5663497"/>
                  <a:gd name="connsiteY43" fmla="*/ 3343127 h 6442580"/>
                  <a:gd name="connsiteX44" fmla="*/ 4518922 w 5663497"/>
                  <a:gd name="connsiteY44" fmla="*/ 1282988 h 6442580"/>
                  <a:gd name="connsiteX45" fmla="*/ 3213533 w 5663497"/>
                  <a:gd name="connsiteY45" fmla="*/ 10636 h 6442580"/>
                  <a:gd name="connsiteX46" fmla="*/ 3112112 w 5663497"/>
                  <a:gd name="connsiteY46" fmla="*/ 22428 h 6442580"/>
                  <a:gd name="connsiteX47" fmla="*/ 3141746 w 5663497"/>
                  <a:gd name="connsiteY47" fmla="*/ 341427 h 6442580"/>
                  <a:gd name="connsiteX48" fmla="*/ 3357628 w 5663497"/>
                  <a:gd name="connsiteY48" fmla="*/ 1078651 h 6442580"/>
                  <a:gd name="connsiteX49" fmla="*/ 3434690 w 5663497"/>
                  <a:gd name="connsiteY49" fmla="*/ 1649449 h 6442580"/>
                  <a:gd name="connsiteX50" fmla="*/ 3390929 w 5663497"/>
                  <a:gd name="connsiteY50" fmla="*/ 2073831 h 6442580"/>
                  <a:gd name="connsiteX51" fmla="*/ 3244231 w 5663497"/>
                  <a:gd name="connsiteY51" fmla="*/ 2371735 h 6442580"/>
                  <a:gd name="connsiteX52" fmla="*/ 2914001 w 5663497"/>
                  <a:gd name="connsiteY52" fmla="*/ 2608619 h 6442580"/>
                  <a:gd name="connsiteX53" fmla="*/ 2473476 w 5663497"/>
                  <a:gd name="connsiteY53" fmla="*/ 2699448 h 6442580"/>
                  <a:gd name="connsiteX54" fmla="*/ 1440180 w 5663497"/>
                  <a:gd name="connsiteY54" fmla="*/ 2641596 h 6442580"/>
                  <a:gd name="connsiteX55" fmla="*/ 710378 w 5663497"/>
                  <a:gd name="connsiteY55" fmla="*/ 2583564 h 6442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5663497" h="6442580">
                    <a:moveTo>
                      <a:pt x="2800468" y="6442581"/>
                    </a:moveTo>
                    <a:cubicBezTo>
                      <a:pt x="2735993" y="6442581"/>
                      <a:pt x="2693568" y="6429046"/>
                      <a:pt x="2675706" y="6402315"/>
                    </a:cubicBezTo>
                    <a:cubicBezTo>
                      <a:pt x="2648019" y="6360828"/>
                      <a:pt x="2682747" y="6289034"/>
                      <a:pt x="2776154" y="6194629"/>
                    </a:cubicBezTo>
                    <a:cubicBezTo>
                      <a:pt x="3026062" y="5618443"/>
                      <a:pt x="3069166" y="5181229"/>
                      <a:pt x="2907979" y="4857998"/>
                    </a:cubicBezTo>
                    <a:cubicBezTo>
                      <a:pt x="2672198" y="4385226"/>
                      <a:pt x="2033290" y="4231249"/>
                      <a:pt x="1415413" y="4082365"/>
                    </a:cubicBezTo>
                    <a:cubicBezTo>
                      <a:pt x="1048192" y="3993867"/>
                      <a:pt x="701323" y="3910281"/>
                      <a:pt x="437650" y="3764475"/>
                    </a:cubicBezTo>
                    <a:cubicBezTo>
                      <a:pt x="295910" y="3686095"/>
                      <a:pt x="191976" y="3597099"/>
                      <a:pt x="119894" y="3492350"/>
                    </a:cubicBezTo>
                    <a:cubicBezTo>
                      <a:pt x="39210" y="3375108"/>
                      <a:pt x="0" y="3241071"/>
                      <a:pt x="0" y="3082545"/>
                    </a:cubicBezTo>
                    <a:cubicBezTo>
                      <a:pt x="0" y="3003373"/>
                      <a:pt x="11908" y="2933163"/>
                      <a:pt x="35429" y="2873818"/>
                    </a:cubicBezTo>
                    <a:cubicBezTo>
                      <a:pt x="57864" y="2817165"/>
                      <a:pt x="91664" y="2768435"/>
                      <a:pt x="135900" y="2728940"/>
                    </a:cubicBezTo>
                    <a:cubicBezTo>
                      <a:pt x="192881" y="2678059"/>
                      <a:pt x="266751" y="2641438"/>
                      <a:pt x="361766" y="2616993"/>
                    </a:cubicBezTo>
                    <a:cubicBezTo>
                      <a:pt x="446842" y="2595084"/>
                      <a:pt x="547448" y="2583428"/>
                      <a:pt x="669334" y="2581323"/>
                    </a:cubicBezTo>
                    <a:cubicBezTo>
                      <a:pt x="896603" y="2577384"/>
                      <a:pt x="1160774" y="2607329"/>
                      <a:pt x="1440429" y="2639016"/>
                    </a:cubicBezTo>
                    <a:cubicBezTo>
                      <a:pt x="1790785" y="2678715"/>
                      <a:pt x="2153048" y="2719773"/>
                      <a:pt x="2473272" y="2696868"/>
                    </a:cubicBezTo>
                    <a:cubicBezTo>
                      <a:pt x="2836215" y="2670907"/>
                      <a:pt x="3087752" y="2564031"/>
                      <a:pt x="3242216" y="2370105"/>
                    </a:cubicBezTo>
                    <a:cubicBezTo>
                      <a:pt x="3378682" y="2198791"/>
                      <a:pt x="3440802" y="1963084"/>
                      <a:pt x="3432131" y="1649472"/>
                    </a:cubicBezTo>
                    <a:cubicBezTo>
                      <a:pt x="3422669" y="1306844"/>
                      <a:pt x="3324145" y="867026"/>
                      <a:pt x="3139323" y="342220"/>
                    </a:cubicBezTo>
                    <a:cubicBezTo>
                      <a:pt x="3079263" y="171697"/>
                      <a:pt x="3069483" y="63509"/>
                      <a:pt x="3110233" y="20640"/>
                    </a:cubicBezTo>
                    <a:cubicBezTo>
                      <a:pt x="3131513" y="-1744"/>
                      <a:pt x="3166512" y="-5954"/>
                      <a:pt x="3214212" y="8169"/>
                    </a:cubicBezTo>
                    <a:cubicBezTo>
                      <a:pt x="3455449" y="79556"/>
                      <a:pt x="4004980" y="615023"/>
                      <a:pt x="4520869" y="1281403"/>
                    </a:cubicBezTo>
                    <a:cubicBezTo>
                      <a:pt x="4796517" y="1637454"/>
                      <a:pt x="5040992" y="2002806"/>
                      <a:pt x="5227852" y="2337966"/>
                    </a:cubicBezTo>
                    <a:cubicBezTo>
                      <a:pt x="5443485" y="2724707"/>
                      <a:pt x="5579317" y="3062718"/>
                      <a:pt x="5631544" y="3342629"/>
                    </a:cubicBezTo>
                    <a:cubicBezTo>
                      <a:pt x="5695702" y="3686366"/>
                      <a:pt x="5663147" y="4030126"/>
                      <a:pt x="5534786" y="4364357"/>
                    </a:cubicBezTo>
                    <a:cubicBezTo>
                      <a:pt x="5422476" y="4656762"/>
                      <a:pt x="5236952" y="4942693"/>
                      <a:pt x="4983309" y="5214207"/>
                    </a:cubicBezTo>
                    <a:cubicBezTo>
                      <a:pt x="4764982" y="5447944"/>
                      <a:pt x="4501423" y="5666269"/>
                      <a:pt x="4199967" y="5863091"/>
                    </a:cubicBezTo>
                    <a:cubicBezTo>
                      <a:pt x="3943697" y="6030421"/>
                      <a:pt x="3669634" y="6175277"/>
                      <a:pt x="3407388" y="6281972"/>
                    </a:cubicBezTo>
                    <a:cubicBezTo>
                      <a:pt x="3220347" y="6358089"/>
                      <a:pt x="3051440" y="6409784"/>
                      <a:pt x="2918936" y="6431467"/>
                    </a:cubicBezTo>
                    <a:cubicBezTo>
                      <a:pt x="2873682" y="6438868"/>
                      <a:pt x="2834041" y="6442558"/>
                      <a:pt x="2800400" y="6442558"/>
                    </a:cubicBezTo>
                    <a:close/>
                    <a:moveTo>
                      <a:pt x="710355" y="2583541"/>
                    </a:moveTo>
                    <a:cubicBezTo>
                      <a:pt x="696568" y="2583541"/>
                      <a:pt x="682917" y="2583654"/>
                      <a:pt x="669379" y="2583880"/>
                    </a:cubicBezTo>
                    <a:cubicBezTo>
                      <a:pt x="413948" y="2588294"/>
                      <a:pt x="244950" y="2634987"/>
                      <a:pt x="137598" y="2730863"/>
                    </a:cubicBezTo>
                    <a:cubicBezTo>
                      <a:pt x="46726" y="2812005"/>
                      <a:pt x="2558" y="2927052"/>
                      <a:pt x="2558" y="3082591"/>
                    </a:cubicBezTo>
                    <a:cubicBezTo>
                      <a:pt x="2558" y="3381717"/>
                      <a:pt x="141197" y="3597687"/>
                      <a:pt x="438895" y="3762302"/>
                    </a:cubicBezTo>
                    <a:cubicBezTo>
                      <a:pt x="702273" y="3907949"/>
                      <a:pt x="1048984" y="3991490"/>
                      <a:pt x="1416025" y="4079943"/>
                    </a:cubicBezTo>
                    <a:cubicBezTo>
                      <a:pt x="2034467" y="4228963"/>
                      <a:pt x="2673941" y="4383076"/>
                      <a:pt x="2910265" y="4856911"/>
                    </a:cubicBezTo>
                    <a:cubicBezTo>
                      <a:pt x="2947936" y="4932440"/>
                      <a:pt x="2974741" y="5015460"/>
                      <a:pt x="2989931" y="5103618"/>
                    </a:cubicBezTo>
                    <a:cubicBezTo>
                      <a:pt x="3005846" y="5195986"/>
                      <a:pt x="3009536" y="5297136"/>
                      <a:pt x="3000911" y="5404239"/>
                    </a:cubicBezTo>
                    <a:cubicBezTo>
                      <a:pt x="2982641" y="5631322"/>
                      <a:pt x="2907775" y="5897675"/>
                      <a:pt x="2778418" y="6195896"/>
                    </a:cubicBezTo>
                    <a:lnTo>
                      <a:pt x="2778146" y="6196281"/>
                    </a:lnTo>
                    <a:cubicBezTo>
                      <a:pt x="2685577" y="6289781"/>
                      <a:pt x="2650895" y="6360556"/>
                      <a:pt x="2677835" y="6400934"/>
                    </a:cubicBezTo>
                    <a:cubicBezTo>
                      <a:pt x="2704027" y="6440181"/>
                      <a:pt x="2789534" y="6450140"/>
                      <a:pt x="2918619" y="6429000"/>
                    </a:cubicBezTo>
                    <a:cubicBezTo>
                      <a:pt x="3050942" y="6407340"/>
                      <a:pt x="3219645" y="6355690"/>
                      <a:pt x="3406527" y="6279664"/>
                    </a:cubicBezTo>
                    <a:cubicBezTo>
                      <a:pt x="3990514" y="6042055"/>
                      <a:pt x="4579300" y="5643114"/>
                      <a:pt x="4981543" y="5212509"/>
                    </a:cubicBezTo>
                    <a:cubicBezTo>
                      <a:pt x="5524893" y="4630846"/>
                      <a:pt x="5748812" y="3984429"/>
                      <a:pt x="5629122" y="3343127"/>
                    </a:cubicBezTo>
                    <a:cubicBezTo>
                      <a:pt x="5531255" y="2818818"/>
                      <a:pt x="5126612" y="2067946"/>
                      <a:pt x="4518922" y="1282988"/>
                    </a:cubicBezTo>
                    <a:cubicBezTo>
                      <a:pt x="4003282" y="616970"/>
                      <a:pt x="3454295" y="81864"/>
                      <a:pt x="3213533" y="10636"/>
                    </a:cubicBezTo>
                    <a:cubicBezTo>
                      <a:pt x="3166807" y="-3193"/>
                      <a:pt x="3132690" y="768"/>
                      <a:pt x="3112112" y="22428"/>
                    </a:cubicBezTo>
                    <a:cubicBezTo>
                      <a:pt x="3072064" y="64550"/>
                      <a:pt x="3082047" y="171879"/>
                      <a:pt x="3141746" y="341427"/>
                    </a:cubicBezTo>
                    <a:cubicBezTo>
                      <a:pt x="3236375" y="610134"/>
                      <a:pt x="3309000" y="858154"/>
                      <a:pt x="3357628" y="1078651"/>
                    </a:cubicBezTo>
                    <a:cubicBezTo>
                      <a:pt x="3404127" y="1289529"/>
                      <a:pt x="3430049" y="1481576"/>
                      <a:pt x="3434690" y="1649449"/>
                    </a:cubicBezTo>
                    <a:cubicBezTo>
                      <a:pt x="3439104" y="1809152"/>
                      <a:pt x="3424389" y="1951948"/>
                      <a:pt x="3390929" y="2073831"/>
                    </a:cubicBezTo>
                    <a:cubicBezTo>
                      <a:pt x="3359326" y="2188991"/>
                      <a:pt x="3309973" y="2289213"/>
                      <a:pt x="3244231" y="2371735"/>
                    </a:cubicBezTo>
                    <a:cubicBezTo>
                      <a:pt x="3162302" y="2474605"/>
                      <a:pt x="3051191" y="2554298"/>
                      <a:pt x="2914001" y="2608619"/>
                    </a:cubicBezTo>
                    <a:cubicBezTo>
                      <a:pt x="2790960" y="2657349"/>
                      <a:pt x="2646865" y="2687045"/>
                      <a:pt x="2473476" y="2699448"/>
                    </a:cubicBezTo>
                    <a:cubicBezTo>
                      <a:pt x="2153026" y="2722376"/>
                      <a:pt x="1790626" y="2681296"/>
                      <a:pt x="1440180" y="2641596"/>
                    </a:cubicBezTo>
                    <a:cubicBezTo>
                      <a:pt x="1177255" y="2611810"/>
                      <a:pt x="928049" y="2583564"/>
                      <a:pt x="710378" y="258356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4048156-FA5E-64FF-8387-7D5BF3E76BD1}"/>
                  </a:ext>
                </a:extLst>
              </p:cNvPr>
              <p:cNvSpPr/>
              <p:nvPr/>
            </p:nvSpPr>
            <p:spPr>
              <a:xfrm>
                <a:off x="3305673" y="75513"/>
                <a:ext cx="5602931" cy="6363650"/>
              </a:xfrm>
              <a:custGeom>
                <a:avLst/>
                <a:gdLst>
                  <a:gd name="connsiteX0" fmla="*/ 2742785 w 5602931"/>
                  <a:gd name="connsiteY0" fmla="*/ 6363628 h 6363650"/>
                  <a:gd name="connsiteX1" fmla="*/ 2615601 w 5602931"/>
                  <a:gd name="connsiteY1" fmla="*/ 6325015 h 6363650"/>
                  <a:gd name="connsiteX2" fmla="*/ 2731081 w 5602931"/>
                  <a:gd name="connsiteY2" fmla="*/ 6155195 h 6363650"/>
                  <a:gd name="connsiteX3" fmla="*/ 2872980 w 5602931"/>
                  <a:gd name="connsiteY3" fmla="*/ 4909913 h 6363650"/>
                  <a:gd name="connsiteX4" fmla="*/ 1412742 w 5602931"/>
                  <a:gd name="connsiteY4" fmla="*/ 4081589 h 6363650"/>
                  <a:gd name="connsiteX5" fmla="*/ 437967 w 5602931"/>
                  <a:gd name="connsiteY5" fmla="*/ 3721556 h 6363650"/>
                  <a:gd name="connsiteX6" fmla="*/ 120098 w 5602931"/>
                  <a:gd name="connsiteY6" fmla="*/ 3435602 h 6363650"/>
                  <a:gd name="connsiteX7" fmla="*/ 0 w 5602931"/>
                  <a:gd name="connsiteY7" fmla="*/ 3020840 h 6363650"/>
                  <a:gd name="connsiteX8" fmla="*/ 135968 w 5602931"/>
                  <a:gd name="connsiteY8" fmla="*/ 2663455 h 6363650"/>
                  <a:gd name="connsiteX9" fmla="*/ 355427 w 5602931"/>
                  <a:gd name="connsiteY9" fmla="*/ 2552165 h 6363650"/>
                  <a:gd name="connsiteX10" fmla="*/ 653034 w 5602931"/>
                  <a:gd name="connsiteY10" fmla="*/ 2514412 h 6363650"/>
                  <a:gd name="connsiteX11" fmla="*/ 1399023 w 5602931"/>
                  <a:gd name="connsiteY11" fmla="*/ 2563301 h 6363650"/>
                  <a:gd name="connsiteX12" fmla="*/ 2410880 w 5602931"/>
                  <a:gd name="connsiteY12" fmla="*/ 2610039 h 6363650"/>
                  <a:gd name="connsiteX13" fmla="*/ 3179552 w 5602931"/>
                  <a:gd name="connsiteY13" fmla="*/ 2278728 h 6363650"/>
                  <a:gd name="connsiteX14" fmla="*/ 3391563 w 5602931"/>
                  <a:gd name="connsiteY14" fmla="*/ 1581520 h 6363650"/>
                  <a:gd name="connsiteX15" fmla="*/ 3166897 w 5602931"/>
                  <a:gd name="connsiteY15" fmla="*/ 332504 h 6363650"/>
                  <a:gd name="connsiteX16" fmla="*/ 3149466 w 5602931"/>
                  <a:gd name="connsiteY16" fmla="*/ 19028 h 6363650"/>
                  <a:gd name="connsiteX17" fmla="*/ 3241741 w 5602931"/>
                  <a:gd name="connsiteY17" fmla="*/ 6692 h 6363650"/>
                  <a:gd name="connsiteX18" fmla="*/ 3460498 w 5602931"/>
                  <a:gd name="connsiteY18" fmla="*/ 138964 h 6363650"/>
                  <a:gd name="connsiteX19" fmla="*/ 3758151 w 5602931"/>
                  <a:gd name="connsiteY19" fmla="*/ 416045 h 6363650"/>
                  <a:gd name="connsiteX20" fmla="*/ 4473147 w 5602931"/>
                  <a:gd name="connsiteY20" fmla="*/ 1277120 h 6363650"/>
                  <a:gd name="connsiteX21" fmla="*/ 5151333 w 5602931"/>
                  <a:gd name="connsiteY21" fmla="*/ 2334565 h 6363650"/>
                  <a:gd name="connsiteX22" fmla="*/ 5556904 w 5602931"/>
                  <a:gd name="connsiteY22" fmla="*/ 3332958 h 6363650"/>
                  <a:gd name="connsiteX23" fmla="*/ 5500262 w 5602931"/>
                  <a:gd name="connsiteY23" fmla="*/ 4365099 h 6363650"/>
                  <a:gd name="connsiteX24" fmla="*/ 4984509 w 5602931"/>
                  <a:gd name="connsiteY24" fmla="*/ 5190843 h 6363650"/>
                  <a:gd name="connsiteX25" fmla="*/ 4223986 w 5602931"/>
                  <a:gd name="connsiteY25" fmla="*/ 5803015 h 6363650"/>
                  <a:gd name="connsiteX26" fmla="*/ 3432811 w 5602931"/>
                  <a:gd name="connsiteY26" fmla="*/ 6194668 h 6363650"/>
                  <a:gd name="connsiteX27" fmla="*/ 2879092 w 5602931"/>
                  <a:gd name="connsiteY27" fmla="*/ 6351610 h 6363650"/>
                  <a:gd name="connsiteX28" fmla="*/ 2742830 w 5602931"/>
                  <a:gd name="connsiteY28" fmla="*/ 6363651 h 6363650"/>
                  <a:gd name="connsiteX29" fmla="*/ 717668 w 5602931"/>
                  <a:gd name="connsiteY29" fmla="*/ 2516155 h 6363650"/>
                  <a:gd name="connsiteX30" fmla="*/ 653125 w 5602931"/>
                  <a:gd name="connsiteY30" fmla="*/ 2517015 h 6363650"/>
                  <a:gd name="connsiteX31" fmla="*/ 137734 w 5602931"/>
                  <a:gd name="connsiteY31" fmla="*/ 2665401 h 6363650"/>
                  <a:gd name="connsiteX32" fmla="*/ 2649 w 5602931"/>
                  <a:gd name="connsiteY32" fmla="*/ 3020840 h 6363650"/>
                  <a:gd name="connsiteX33" fmla="*/ 439348 w 5602931"/>
                  <a:gd name="connsiteY33" fmla="*/ 3719292 h 6363650"/>
                  <a:gd name="connsiteX34" fmla="*/ 1413512 w 5602931"/>
                  <a:gd name="connsiteY34" fmla="*/ 4079054 h 6363650"/>
                  <a:gd name="connsiteX35" fmla="*/ 2291914 w 5602931"/>
                  <a:gd name="connsiteY35" fmla="*/ 4381033 h 6363650"/>
                  <a:gd name="connsiteX36" fmla="*/ 2640413 w 5602931"/>
                  <a:gd name="connsiteY36" fmla="*/ 4602956 h 6363650"/>
                  <a:gd name="connsiteX37" fmla="*/ 2875379 w 5602931"/>
                  <a:gd name="connsiteY37" fmla="*/ 4908782 h 6363650"/>
                  <a:gd name="connsiteX38" fmla="*/ 2945423 w 5602931"/>
                  <a:gd name="connsiteY38" fmla="*/ 5145236 h 6363650"/>
                  <a:gd name="connsiteX39" fmla="*/ 2950879 w 5602931"/>
                  <a:gd name="connsiteY39" fmla="*/ 5428044 h 6363650"/>
                  <a:gd name="connsiteX40" fmla="*/ 2733344 w 5602931"/>
                  <a:gd name="connsiteY40" fmla="*/ 6156553 h 6363650"/>
                  <a:gd name="connsiteX41" fmla="*/ 2733209 w 5602931"/>
                  <a:gd name="connsiteY41" fmla="*/ 6156848 h 6363650"/>
                  <a:gd name="connsiteX42" fmla="*/ 2732960 w 5602931"/>
                  <a:gd name="connsiteY42" fmla="*/ 6157051 h 6363650"/>
                  <a:gd name="connsiteX43" fmla="*/ 2617887 w 5602931"/>
                  <a:gd name="connsiteY43" fmla="*/ 6323726 h 6363650"/>
                  <a:gd name="connsiteX44" fmla="*/ 2878639 w 5602931"/>
                  <a:gd name="connsiteY44" fmla="*/ 6349007 h 6363650"/>
                  <a:gd name="connsiteX45" fmla="*/ 3431815 w 5602931"/>
                  <a:gd name="connsiteY45" fmla="*/ 6192201 h 6363650"/>
                  <a:gd name="connsiteX46" fmla="*/ 5554301 w 5602931"/>
                  <a:gd name="connsiteY46" fmla="*/ 3333479 h 6363650"/>
                  <a:gd name="connsiteX47" fmla="*/ 4470996 w 5602931"/>
                  <a:gd name="connsiteY47" fmla="*/ 1278636 h 6363650"/>
                  <a:gd name="connsiteX48" fmla="*/ 3756226 w 5602931"/>
                  <a:gd name="connsiteY48" fmla="*/ 417833 h 6363650"/>
                  <a:gd name="connsiteX49" fmla="*/ 3240971 w 5602931"/>
                  <a:gd name="connsiteY49" fmla="*/ 9182 h 6363650"/>
                  <a:gd name="connsiteX50" fmla="*/ 3151299 w 5602931"/>
                  <a:gd name="connsiteY50" fmla="*/ 20838 h 6363650"/>
                  <a:gd name="connsiteX51" fmla="*/ 3169365 w 5602931"/>
                  <a:gd name="connsiteY51" fmla="*/ 331712 h 6363650"/>
                  <a:gd name="connsiteX52" fmla="*/ 3344520 w 5602931"/>
                  <a:gd name="connsiteY52" fmla="*/ 1034759 h 6363650"/>
                  <a:gd name="connsiteX53" fmla="*/ 3394144 w 5602931"/>
                  <a:gd name="connsiteY53" fmla="*/ 1581520 h 6363650"/>
                  <a:gd name="connsiteX54" fmla="*/ 3334423 w 5602931"/>
                  <a:gd name="connsiteY54" fmla="*/ 1990556 h 6363650"/>
                  <a:gd name="connsiteX55" fmla="*/ 3181545 w 5602931"/>
                  <a:gd name="connsiteY55" fmla="*/ 2280334 h 6363650"/>
                  <a:gd name="connsiteX56" fmla="*/ 2847896 w 5602931"/>
                  <a:gd name="connsiteY56" fmla="*/ 2518237 h 6363650"/>
                  <a:gd name="connsiteX57" fmla="*/ 2411061 w 5602931"/>
                  <a:gd name="connsiteY57" fmla="*/ 2612597 h 6363650"/>
                  <a:gd name="connsiteX58" fmla="*/ 1398729 w 5602931"/>
                  <a:gd name="connsiteY58" fmla="*/ 2565858 h 6363650"/>
                  <a:gd name="connsiteX59" fmla="*/ 717622 w 5602931"/>
                  <a:gd name="connsiteY59" fmla="*/ 2516132 h 636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602931" h="6363650">
                    <a:moveTo>
                      <a:pt x="2742785" y="6363628"/>
                    </a:moveTo>
                    <a:cubicBezTo>
                      <a:pt x="2673963" y="6363628"/>
                      <a:pt x="2630044" y="6350591"/>
                      <a:pt x="2615601" y="6325015"/>
                    </a:cubicBezTo>
                    <a:cubicBezTo>
                      <a:pt x="2595271" y="6288937"/>
                      <a:pt x="2635183" y="6230226"/>
                      <a:pt x="2731081" y="6155195"/>
                    </a:cubicBezTo>
                    <a:cubicBezTo>
                      <a:pt x="2970779" y="5629438"/>
                      <a:pt x="3017188" y="5222100"/>
                      <a:pt x="2872980" y="4909913"/>
                    </a:cubicBezTo>
                    <a:cubicBezTo>
                      <a:pt x="2653770" y="4435331"/>
                      <a:pt x="2022876" y="4255507"/>
                      <a:pt x="1412742" y="4081589"/>
                    </a:cubicBezTo>
                    <a:cubicBezTo>
                      <a:pt x="1046992" y="3977339"/>
                      <a:pt x="701549" y="3878860"/>
                      <a:pt x="437967" y="3721556"/>
                    </a:cubicBezTo>
                    <a:cubicBezTo>
                      <a:pt x="296227" y="3636951"/>
                      <a:pt x="192247" y="3543429"/>
                      <a:pt x="120098" y="3435602"/>
                    </a:cubicBezTo>
                    <a:cubicBezTo>
                      <a:pt x="39278" y="3314829"/>
                      <a:pt x="0" y="3179163"/>
                      <a:pt x="0" y="3020840"/>
                    </a:cubicBezTo>
                    <a:cubicBezTo>
                      <a:pt x="0" y="2862518"/>
                      <a:pt x="44462" y="2745864"/>
                      <a:pt x="135968" y="2663455"/>
                    </a:cubicBezTo>
                    <a:cubicBezTo>
                      <a:pt x="191613" y="2613321"/>
                      <a:pt x="263401" y="2576903"/>
                      <a:pt x="355427" y="2552165"/>
                    </a:cubicBezTo>
                    <a:cubicBezTo>
                      <a:pt x="437877" y="2529984"/>
                      <a:pt x="535223" y="2517648"/>
                      <a:pt x="653034" y="2514412"/>
                    </a:cubicBezTo>
                    <a:cubicBezTo>
                      <a:pt x="872788" y="2508391"/>
                      <a:pt x="1128401" y="2535054"/>
                      <a:pt x="1399023" y="2563301"/>
                    </a:cubicBezTo>
                    <a:cubicBezTo>
                      <a:pt x="1741229" y="2599017"/>
                      <a:pt x="2095071" y="2635932"/>
                      <a:pt x="2410880" y="2610039"/>
                    </a:cubicBezTo>
                    <a:cubicBezTo>
                      <a:pt x="2769114" y="2580661"/>
                      <a:pt x="3020561" y="2472291"/>
                      <a:pt x="3179552" y="2278728"/>
                    </a:cubicBezTo>
                    <a:cubicBezTo>
                      <a:pt x="3317286" y="2111035"/>
                      <a:pt x="3386651" y="1882978"/>
                      <a:pt x="3391563" y="1581520"/>
                    </a:cubicBezTo>
                    <a:cubicBezTo>
                      <a:pt x="3396928" y="1252472"/>
                      <a:pt x="3321338" y="832233"/>
                      <a:pt x="3166897" y="332504"/>
                    </a:cubicBezTo>
                    <a:cubicBezTo>
                      <a:pt x="3115213" y="165309"/>
                      <a:pt x="3109350" y="59836"/>
                      <a:pt x="3149466" y="19028"/>
                    </a:cubicBezTo>
                    <a:cubicBezTo>
                      <a:pt x="3169297" y="-1162"/>
                      <a:pt x="3200357" y="-5303"/>
                      <a:pt x="3241741" y="6692"/>
                    </a:cubicBezTo>
                    <a:cubicBezTo>
                      <a:pt x="3297002" y="22717"/>
                      <a:pt x="3370600" y="67215"/>
                      <a:pt x="3460498" y="138964"/>
                    </a:cubicBezTo>
                    <a:cubicBezTo>
                      <a:pt x="3547408" y="208336"/>
                      <a:pt x="3647561" y="301564"/>
                      <a:pt x="3758151" y="416045"/>
                    </a:cubicBezTo>
                    <a:cubicBezTo>
                      <a:pt x="3980055" y="645709"/>
                      <a:pt x="4233970" y="951512"/>
                      <a:pt x="4473147" y="1277120"/>
                    </a:cubicBezTo>
                    <a:cubicBezTo>
                      <a:pt x="4734148" y="1632446"/>
                      <a:pt x="4968662" y="1998115"/>
                      <a:pt x="5151333" y="2334565"/>
                    </a:cubicBezTo>
                    <a:cubicBezTo>
                      <a:pt x="5360763" y="2720310"/>
                      <a:pt x="5497206" y="3056217"/>
                      <a:pt x="5556904" y="3332958"/>
                    </a:cubicBezTo>
                    <a:cubicBezTo>
                      <a:pt x="5633490" y="3687990"/>
                      <a:pt x="5614429" y="4035258"/>
                      <a:pt x="5500262" y="4365099"/>
                    </a:cubicBezTo>
                    <a:cubicBezTo>
                      <a:pt x="5400200" y="4654221"/>
                      <a:pt x="5226674" y="4932027"/>
                      <a:pt x="4984509" y="5190843"/>
                    </a:cubicBezTo>
                    <a:cubicBezTo>
                      <a:pt x="4776437" y="5413196"/>
                      <a:pt x="4520552" y="5619162"/>
                      <a:pt x="4223986" y="5803015"/>
                    </a:cubicBezTo>
                    <a:cubicBezTo>
                      <a:pt x="3975346" y="5957151"/>
                      <a:pt x="3701758" y="6092568"/>
                      <a:pt x="3432811" y="6194668"/>
                    </a:cubicBezTo>
                    <a:cubicBezTo>
                      <a:pt x="3227433" y="6272619"/>
                      <a:pt x="3030771" y="6328366"/>
                      <a:pt x="2879092" y="6351610"/>
                    </a:cubicBezTo>
                    <a:cubicBezTo>
                      <a:pt x="2826593" y="6359668"/>
                      <a:pt x="2780886" y="6363651"/>
                      <a:pt x="2742830" y="6363651"/>
                    </a:cubicBezTo>
                    <a:close/>
                    <a:moveTo>
                      <a:pt x="717668" y="2516155"/>
                    </a:moveTo>
                    <a:cubicBezTo>
                      <a:pt x="695821" y="2516155"/>
                      <a:pt x="674315" y="2516426"/>
                      <a:pt x="653125" y="2517015"/>
                    </a:cubicBezTo>
                    <a:cubicBezTo>
                      <a:pt x="406364" y="2523782"/>
                      <a:pt x="242596" y="2570928"/>
                      <a:pt x="137734" y="2665401"/>
                    </a:cubicBezTo>
                    <a:cubicBezTo>
                      <a:pt x="46839" y="2747290"/>
                      <a:pt x="2649" y="2863559"/>
                      <a:pt x="2649" y="3020840"/>
                    </a:cubicBezTo>
                    <a:cubicBezTo>
                      <a:pt x="2649" y="3319537"/>
                      <a:pt x="141424" y="3541482"/>
                      <a:pt x="439348" y="3719292"/>
                    </a:cubicBezTo>
                    <a:cubicBezTo>
                      <a:pt x="702636" y="3876415"/>
                      <a:pt x="1047920" y="3974849"/>
                      <a:pt x="1413512" y="4079054"/>
                    </a:cubicBezTo>
                    <a:cubicBezTo>
                      <a:pt x="1716915" y="4165538"/>
                      <a:pt x="2030641" y="4254963"/>
                      <a:pt x="2291914" y="4381033"/>
                    </a:cubicBezTo>
                    <a:cubicBezTo>
                      <a:pt x="2432794" y="4449002"/>
                      <a:pt x="2546802" y="4521610"/>
                      <a:pt x="2640413" y="4602956"/>
                    </a:cubicBezTo>
                    <a:cubicBezTo>
                      <a:pt x="2745751" y="4694486"/>
                      <a:pt x="2822609" y="4794527"/>
                      <a:pt x="2875379" y="4908782"/>
                    </a:cubicBezTo>
                    <a:cubicBezTo>
                      <a:pt x="2909156" y="4981911"/>
                      <a:pt x="2932723" y="5061469"/>
                      <a:pt x="2945423" y="5145236"/>
                    </a:cubicBezTo>
                    <a:cubicBezTo>
                      <a:pt x="2958712" y="5232851"/>
                      <a:pt x="2960546" y="5328002"/>
                      <a:pt x="2950879" y="5428044"/>
                    </a:cubicBezTo>
                    <a:cubicBezTo>
                      <a:pt x="2930459" y="5639691"/>
                      <a:pt x="2857268" y="5884813"/>
                      <a:pt x="2733344" y="6156553"/>
                    </a:cubicBezTo>
                    <a:lnTo>
                      <a:pt x="2733209" y="6156848"/>
                    </a:lnTo>
                    <a:lnTo>
                      <a:pt x="2732960" y="6157051"/>
                    </a:lnTo>
                    <a:cubicBezTo>
                      <a:pt x="2638036" y="6231267"/>
                      <a:pt x="2598260" y="6288892"/>
                      <a:pt x="2617887" y="6323726"/>
                    </a:cubicBezTo>
                    <a:cubicBezTo>
                      <a:pt x="2639734" y="6362451"/>
                      <a:pt x="2732326" y="6371437"/>
                      <a:pt x="2878639" y="6349007"/>
                    </a:cubicBezTo>
                    <a:cubicBezTo>
                      <a:pt x="3030160" y="6325785"/>
                      <a:pt x="3226618" y="6270107"/>
                      <a:pt x="3431815" y="6192201"/>
                    </a:cubicBezTo>
                    <a:cubicBezTo>
                      <a:pt x="4599765" y="5748898"/>
                      <a:pt x="5856436" y="4734209"/>
                      <a:pt x="5554301" y="3333479"/>
                    </a:cubicBezTo>
                    <a:cubicBezTo>
                      <a:pt x="5441741" y="2811614"/>
                      <a:pt x="5046878" y="2062667"/>
                      <a:pt x="4470996" y="1278636"/>
                    </a:cubicBezTo>
                    <a:cubicBezTo>
                      <a:pt x="4231910" y="953119"/>
                      <a:pt x="3978062" y="647429"/>
                      <a:pt x="3756226" y="417833"/>
                    </a:cubicBezTo>
                    <a:cubicBezTo>
                      <a:pt x="3531810" y="185544"/>
                      <a:pt x="3348821" y="40417"/>
                      <a:pt x="3240971" y="9182"/>
                    </a:cubicBezTo>
                    <a:cubicBezTo>
                      <a:pt x="3200583" y="-2520"/>
                      <a:pt x="3170406" y="1396"/>
                      <a:pt x="3151299" y="20838"/>
                    </a:cubicBezTo>
                    <a:cubicBezTo>
                      <a:pt x="3111908" y="60900"/>
                      <a:pt x="3117998" y="165513"/>
                      <a:pt x="3169365" y="331712"/>
                    </a:cubicBezTo>
                    <a:cubicBezTo>
                      <a:pt x="3248442" y="587540"/>
                      <a:pt x="3307370" y="824085"/>
                      <a:pt x="3344520" y="1034759"/>
                    </a:cubicBezTo>
                    <a:cubicBezTo>
                      <a:pt x="3380085" y="1236334"/>
                      <a:pt x="3396770" y="1420278"/>
                      <a:pt x="3394144" y="1581520"/>
                    </a:cubicBezTo>
                    <a:cubicBezTo>
                      <a:pt x="3391654" y="1734976"/>
                      <a:pt x="3371551" y="1872612"/>
                      <a:pt x="3334423" y="1990556"/>
                    </a:cubicBezTo>
                    <a:cubicBezTo>
                      <a:pt x="3299333" y="2102049"/>
                      <a:pt x="3247898" y="2199555"/>
                      <a:pt x="3181545" y="2280334"/>
                    </a:cubicBezTo>
                    <a:cubicBezTo>
                      <a:pt x="3097216" y="2383001"/>
                      <a:pt x="2984950" y="2463056"/>
                      <a:pt x="2847896" y="2518237"/>
                    </a:cubicBezTo>
                    <a:cubicBezTo>
                      <a:pt x="2725036" y="2567714"/>
                      <a:pt x="2582141" y="2598564"/>
                      <a:pt x="2411061" y="2612597"/>
                    </a:cubicBezTo>
                    <a:cubicBezTo>
                      <a:pt x="2095025" y="2638512"/>
                      <a:pt x="1741048" y="2601574"/>
                      <a:pt x="1398729" y="2565858"/>
                    </a:cubicBezTo>
                    <a:cubicBezTo>
                      <a:pt x="1154299" y="2540350"/>
                      <a:pt x="922117" y="2516132"/>
                      <a:pt x="717622" y="2516132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38EE15F2-EC20-7172-D0CE-20C2E5B7EB0B}"/>
                  </a:ext>
                </a:extLst>
              </p:cNvPr>
              <p:cNvSpPr/>
              <p:nvPr/>
            </p:nvSpPr>
            <p:spPr>
              <a:xfrm>
                <a:off x="3350747" y="83669"/>
                <a:ext cx="5545027" cy="6286303"/>
              </a:xfrm>
              <a:custGeom>
                <a:avLst/>
                <a:gdLst>
                  <a:gd name="connsiteX0" fmla="*/ 2685645 w 5545027"/>
                  <a:gd name="connsiteY0" fmla="*/ 6286304 h 6286303"/>
                  <a:gd name="connsiteX1" fmla="*/ 2556808 w 5545027"/>
                  <a:gd name="connsiteY1" fmla="*/ 6250860 h 6286303"/>
                  <a:gd name="connsiteX2" fmla="*/ 2686052 w 5545027"/>
                  <a:gd name="connsiteY2" fmla="*/ 6117231 h 6286303"/>
                  <a:gd name="connsiteX3" fmla="*/ 2837596 w 5545027"/>
                  <a:gd name="connsiteY3" fmla="*/ 4964204 h 6286303"/>
                  <a:gd name="connsiteX4" fmla="*/ 2276519 w 5545027"/>
                  <a:gd name="connsiteY4" fmla="*/ 4421471 h 6286303"/>
                  <a:gd name="connsiteX5" fmla="*/ 1410636 w 5545027"/>
                  <a:gd name="connsiteY5" fmla="*/ 4084275 h 6286303"/>
                  <a:gd name="connsiteX6" fmla="*/ 438556 w 5545027"/>
                  <a:gd name="connsiteY6" fmla="*/ 3680966 h 6286303"/>
                  <a:gd name="connsiteX7" fmla="*/ 120392 w 5545027"/>
                  <a:gd name="connsiteY7" fmla="*/ 3380640 h 6286303"/>
                  <a:gd name="connsiteX8" fmla="*/ 0 w 5545027"/>
                  <a:gd name="connsiteY8" fmla="*/ 2960604 h 6286303"/>
                  <a:gd name="connsiteX9" fmla="*/ 136104 w 5545027"/>
                  <a:gd name="connsiteY9" fmla="*/ 2598918 h 6286303"/>
                  <a:gd name="connsiteX10" fmla="*/ 349541 w 5545027"/>
                  <a:gd name="connsiteY10" fmla="*/ 2487855 h 6286303"/>
                  <a:gd name="connsiteX11" fmla="*/ 637799 w 5545027"/>
                  <a:gd name="connsiteY11" fmla="*/ 2447612 h 6286303"/>
                  <a:gd name="connsiteX12" fmla="*/ 1360243 w 5545027"/>
                  <a:gd name="connsiteY12" fmla="*/ 2486859 h 6286303"/>
                  <a:gd name="connsiteX13" fmla="*/ 2351770 w 5545027"/>
                  <a:gd name="connsiteY13" fmla="*/ 2521149 h 6286303"/>
                  <a:gd name="connsiteX14" fmla="*/ 3120669 w 5545027"/>
                  <a:gd name="connsiteY14" fmla="*/ 2184722 h 6286303"/>
                  <a:gd name="connsiteX15" fmla="*/ 3353575 w 5545027"/>
                  <a:gd name="connsiteY15" fmla="*/ 1512276 h 6286303"/>
                  <a:gd name="connsiteX16" fmla="*/ 3194381 w 5545027"/>
                  <a:gd name="connsiteY16" fmla="*/ 324257 h 6286303"/>
                  <a:gd name="connsiteX17" fmla="*/ 3188721 w 5545027"/>
                  <a:gd name="connsiteY17" fmla="*/ 17571 h 6286303"/>
                  <a:gd name="connsiteX18" fmla="*/ 3271692 w 5545027"/>
                  <a:gd name="connsiteY18" fmla="*/ 5621 h 6286303"/>
                  <a:gd name="connsiteX19" fmla="*/ 3755706 w 5545027"/>
                  <a:gd name="connsiteY19" fmla="*/ 412099 h 6286303"/>
                  <a:gd name="connsiteX20" fmla="*/ 4429432 w 5545027"/>
                  <a:gd name="connsiteY20" fmla="*/ 1275211 h 6286303"/>
                  <a:gd name="connsiteX21" fmla="*/ 5077010 w 5545027"/>
                  <a:gd name="connsiteY21" fmla="*/ 2333312 h 6286303"/>
                  <a:gd name="connsiteX22" fmla="*/ 5482106 w 5545027"/>
                  <a:gd name="connsiteY22" fmla="*/ 3324712 h 6286303"/>
                  <a:gd name="connsiteX23" fmla="*/ 5544430 w 5545027"/>
                  <a:gd name="connsiteY23" fmla="*/ 3878331 h 6286303"/>
                  <a:gd name="connsiteX24" fmla="*/ 5464358 w 5545027"/>
                  <a:gd name="connsiteY24" fmla="*/ 4370613 h 6286303"/>
                  <a:gd name="connsiteX25" fmla="*/ 4981113 w 5545027"/>
                  <a:gd name="connsiteY25" fmla="*/ 5176915 h 6286303"/>
                  <a:gd name="connsiteX26" fmla="*/ 4240626 w 5545027"/>
                  <a:gd name="connsiteY26" fmla="*/ 5755341 h 6286303"/>
                  <a:gd name="connsiteX27" fmla="*/ 3450944 w 5545027"/>
                  <a:gd name="connsiteY27" fmla="*/ 6117932 h 6286303"/>
                  <a:gd name="connsiteX28" fmla="*/ 2837324 w 5545027"/>
                  <a:gd name="connsiteY28" fmla="*/ 6274308 h 6286303"/>
                  <a:gd name="connsiteX29" fmla="*/ 2685622 w 5545027"/>
                  <a:gd name="connsiteY29" fmla="*/ 6286282 h 6286303"/>
                  <a:gd name="connsiteX30" fmla="*/ 731002 w 5545027"/>
                  <a:gd name="connsiteY30" fmla="*/ 2448585 h 6286303"/>
                  <a:gd name="connsiteX31" fmla="*/ 637934 w 5545027"/>
                  <a:gd name="connsiteY31" fmla="*/ 2450328 h 6286303"/>
                  <a:gd name="connsiteX32" fmla="*/ 137937 w 5545027"/>
                  <a:gd name="connsiteY32" fmla="*/ 2600932 h 6286303"/>
                  <a:gd name="connsiteX33" fmla="*/ 2717 w 5545027"/>
                  <a:gd name="connsiteY33" fmla="*/ 2960604 h 6286303"/>
                  <a:gd name="connsiteX34" fmla="*/ 440027 w 5545027"/>
                  <a:gd name="connsiteY34" fmla="*/ 3678680 h 6286303"/>
                  <a:gd name="connsiteX35" fmla="*/ 1411497 w 5545027"/>
                  <a:gd name="connsiteY35" fmla="*/ 4081695 h 6286303"/>
                  <a:gd name="connsiteX36" fmla="*/ 2277787 w 5545027"/>
                  <a:gd name="connsiteY36" fmla="*/ 4419072 h 6286303"/>
                  <a:gd name="connsiteX37" fmla="*/ 2616937 w 5545027"/>
                  <a:gd name="connsiteY37" fmla="*/ 4652652 h 6286303"/>
                  <a:gd name="connsiteX38" fmla="*/ 2840086 w 5545027"/>
                  <a:gd name="connsiteY38" fmla="*/ 4963140 h 6286303"/>
                  <a:gd name="connsiteX39" fmla="*/ 2900508 w 5545027"/>
                  <a:gd name="connsiteY39" fmla="*/ 5188436 h 6286303"/>
                  <a:gd name="connsiteX40" fmla="*/ 2900531 w 5545027"/>
                  <a:gd name="connsiteY40" fmla="*/ 5452887 h 6286303"/>
                  <a:gd name="connsiteX41" fmla="*/ 2688294 w 5545027"/>
                  <a:gd name="connsiteY41" fmla="*/ 6118770 h 6286303"/>
                  <a:gd name="connsiteX42" fmla="*/ 2688113 w 5545027"/>
                  <a:gd name="connsiteY42" fmla="*/ 6119155 h 6286303"/>
                  <a:gd name="connsiteX43" fmla="*/ 2687750 w 5545027"/>
                  <a:gd name="connsiteY43" fmla="*/ 6119359 h 6286303"/>
                  <a:gd name="connsiteX44" fmla="*/ 2559253 w 5545027"/>
                  <a:gd name="connsiteY44" fmla="*/ 6249728 h 6286303"/>
                  <a:gd name="connsiteX45" fmla="*/ 2836984 w 5545027"/>
                  <a:gd name="connsiteY45" fmla="*/ 6271637 h 6286303"/>
                  <a:gd name="connsiteX46" fmla="*/ 3450084 w 5545027"/>
                  <a:gd name="connsiteY46" fmla="*/ 6115375 h 6286303"/>
                  <a:gd name="connsiteX47" fmla="*/ 5479525 w 5545027"/>
                  <a:gd name="connsiteY47" fmla="*/ 3325346 h 6286303"/>
                  <a:gd name="connsiteX48" fmla="*/ 4427258 w 5545027"/>
                  <a:gd name="connsiteY48" fmla="*/ 1276750 h 6286303"/>
                  <a:gd name="connsiteX49" fmla="*/ 3753736 w 5545027"/>
                  <a:gd name="connsiteY49" fmla="*/ 413932 h 6286303"/>
                  <a:gd name="connsiteX50" fmla="*/ 3270990 w 5545027"/>
                  <a:gd name="connsiteY50" fmla="*/ 8224 h 6286303"/>
                  <a:gd name="connsiteX51" fmla="*/ 3190668 w 5545027"/>
                  <a:gd name="connsiteY51" fmla="*/ 19495 h 6286303"/>
                  <a:gd name="connsiteX52" fmla="*/ 3197052 w 5545027"/>
                  <a:gd name="connsiteY52" fmla="*/ 323556 h 6286303"/>
                  <a:gd name="connsiteX53" fmla="*/ 3333042 w 5545027"/>
                  <a:gd name="connsiteY53" fmla="*/ 990864 h 6286303"/>
                  <a:gd name="connsiteX54" fmla="*/ 3356338 w 5545027"/>
                  <a:gd name="connsiteY54" fmla="*/ 1512434 h 6286303"/>
                  <a:gd name="connsiteX55" fmla="*/ 3281426 w 5545027"/>
                  <a:gd name="connsiteY55" fmla="*/ 1905309 h 6286303"/>
                  <a:gd name="connsiteX56" fmla="*/ 3122797 w 5545027"/>
                  <a:gd name="connsiteY56" fmla="*/ 2186465 h 6286303"/>
                  <a:gd name="connsiteX57" fmla="*/ 2785481 w 5545027"/>
                  <a:gd name="connsiteY57" fmla="*/ 2425499 h 6286303"/>
                  <a:gd name="connsiteX58" fmla="*/ 2352087 w 5545027"/>
                  <a:gd name="connsiteY58" fmla="*/ 2523842 h 6286303"/>
                  <a:gd name="connsiteX59" fmla="*/ 1360039 w 5545027"/>
                  <a:gd name="connsiteY59" fmla="*/ 2489552 h 6286303"/>
                  <a:gd name="connsiteX60" fmla="*/ 731024 w 5545027"/>
                  <a:gd name="connsiteY60" fmla="*/ 2448563 h 6286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545027" h="6286303">
                    <a:moveTo>
                      <a:pt x="2685645" y="6286304"/>
                    </a:moveTo>
                    <a:cubicBezTo>
                      <a:pt x="2612726" y="6286304"/>
                      <a:pt x="2567562" y="6274308"/>
                      <a:pt x="2556808" y="6250860"/>
                    </a:cubicBezTo>
                    <a:cubicBezTo>
                      <a:pt x="2542931" y="6220599"/>
                      <a:pt x="2587620" y="6174381"/>
                      <a:pt x="2686052" y="6117231"/>
                    </a:cubicBezTo>
                    <a:cubicBezTo>
                      <a:pt x="2915291" y="5640996"/>
                      <a:pt x="2964847" y="5263851"/>
                      <a:pt x="2837596" y="4964204"/>
                    </a:cubicBezTo>
                    <a:cubicBezTo>
                      <a:pt x="2747177" y="4751266"/>
                      <a:pt x="2563645" y="4573751"/>
                      <a:pt x="2276519" y="4421471"/>
                    </a:cubicBezTo>
                    <a:cubicBezTo>
                      <a:pt x="2020907" y="4285918"/>
                      <a:pt x="1710666" y="4183410"/>
                      <a:pt x="1410636" y="4084275"/>
                    </a:cubicBezTo>
                    <a:cubicBezTo>
                      <a:pt x="1062318" y="3969183"/>
                      <a:pt x="702160" y="3850175"/>
                      <a:pt x="438556" y="3680966"/>
                    </a:cubicBezTo>
                    <a:cubicBezTo>
                      <a:pt x="296725" y="3589911"/>
                      <a:pt x="192655" y="3491680"/>
                      <a:pt x="120392" y="3380640"/>
                    </a:cubicBezTo>
                    <a:cubicBezTo>
                      <a:pt x="39391" y="3256154"/>
                      <a:pt x="0" y="3118768"/>
                      <a:pt x="0" y="2960604"/>
                    </a:cubicBezTo>
                    <a:cubicBezTo>
                      <a:pt x="0" y="2802440"/>
                      <a:pt x="44508" y="2682323"/>
                      <a:pt x="136104" y="2598918"/>
                    </a:cubicBezTo>
                    <a:cubicBezTo>
                      <a:pt x="190504" y="2549373"/>
                      <a:pt x="260322" y="2513046"/>
                      <a:pt x="349541" y="2487855"/>
                    </a:cubicBezTo>
                    <a:cubicBezTo>
                      <a:pt x="429500" y="2465266"/>
                      <a:pt x="523790" y="2452116"/>
                      <a:pt x="637799" y="2447612"/>
                    </a:cubicBezTo>
                    <a:cubicBezTo>
                      <a:pt x="850489" y="2439215"/>
                      <a:pt x="1098087" y="2462369"/>
                      <a:pt x="1360243" y="2486859"/>
                    </a:cubicBezTo>
                    <a:cubicBezTo>
                      <a:pt x="1694548" y="2518093"/>
                      <a:pt x="2040217" y="2550414"/>
                      <a:pt x="2351770" y="2521149"/>
                    </a:cubicBezTo>
                    <a:cubicBezTo>
                      <a:pt x="2705499" y="2487923"/>
                      <a:pt x="2957014" y="2377878"/>
                      <a:pt x="3120669" y="2184722"/>
                    </a:cubicBezTo>
                    <a:cubicBezTo>
                      <a:pt x="3257542" y="2023186"/>
                      <a:pt x="3335895" y="1796939"/>
                      <a:pt x="3353575" y="1512276"/>
                    </a:cubicBezTo>
                    <a:cubicBezTo>
                      <a:pt x="3373135" y="1197487"/>
                      <a:pt x="3319572" y="797776"/>
                      <a:pt x="3194381" y="324257"/>
                    </a:cubicBezTo>
                    <a:cubicBezTo>
                      <a:pt x="3150869" y="159711"/>
                      <a:pt x="3148967" y="56524"/>
                      <a:pt x="3188721" y="17571"/>
                    </a:cubicBezTo>
                    <a:cubicBezTo>
                      <a:pt x="3207420" y="-739"/>
                      <a:pt x="3235334" y="-4768"/>
                      <a:pt x="3271692" y="5621"/>
                    </a:cubicBezTo>
                    <a:cubicBezTo>
                      <a:pt x="3373792" y="34818"/>
                      <a:pt x="3541182" y="175373"/>
                      <a:pt x="3755706" y="412099"/>
                    </a:cubicBezTo>
                    <a:cubicBezTo>
                      <a:pt x="3961853" y="639590"/>
                      <a:pt x="4201121" y="946095"/>
                      <a:pt x="4429432" y="1275211"/>
                    </a:cubicBezTo>
                    <a:cubicBezTo>
                      <a:pt x="4675084" y="1629269"/>
                      <a:pt x="4899003" y="1995165"/>
                      <a:pt x="5077010" y="2333312"/>
                    </a:cubicBezTo>
                    <a:cubicBezTo>
                      <a:pt x="5279309" y="2717609"/>
                      <a:pt x="5415617" y="3051161"/>
                      <a:pt x="5482106" y="3324712"/>
                    </a:cubicBezTo>
                    <a:cubicBezTo>
                      <a:pt x="5527972" y="3513363"/>
                      <a:pt x="5548935" y="3699616"/>
                      <a:pt x="5544430" y="3878331"/>
                    </a:cubicBezTo>
                    <a:cubicBezTo>
                      <a:pt x="5540174" y="4046590"/>
                      <a:pt x="5513234" y="4212223"/>
                      <a:pt x="5464358" y="4370613"/>
                    </a:cubicBezTo>
                    <a:cubicBezTo>
                      <a:pt x="5375682" y="4657925"/>
                      <a:pt x="5213091" y="4929190"/>
                      <a:pt x="4981113" y="5176915"/>
                    </a:cubicBezTo>
                    <a:cubicBezTo>
                      <a:pt x="4781961" y="5389558"/>
                      <a:pt x="4532823" y="5584162"/>
                      <a:pt x="4240626" y="5755341"/>
                    </a:cubicBezTo>
                    <a:cubicBezTo>
                      <a:pt x="3998233" y="5897345"/>
                      <a:pt x="3725166" y="6022712"/>
                      <a:pt x="3450944" y="6117932"/>
                    </a:cubicBezTo>
                    <a:cubicBezTo>
                      <a:pt x="3228452" y="6195181"/>
                      <a:pt x="3010532" y="6250701"/>
                      <a:pt x="2837324" y="6274308"/>
                    </a:cubicBezTo>
                    <a:cubicBezTo>
                      <a:pt x="2778486" y="6282321"/>
                      <a:pt x="2727481" y="6286282"/>
                      <a:pt x="2685622" y="6286282"/>
                    </a:cubicBezTo>
                    <a:close/>
                    <a:moveTo>
                      <a:pt x="731002" y="2448585"/>
                    </a:moveTo>
                    <a:cubicBezTo>
                      <a:pt x="699285" y="2448585"/>
                      <a:pt x="668270" y="2449129"/>
                      <a:pt x="637934" y="2450328"/>
                    </a:cubicBezTo>
                    <a:cubicBezTo>
                      <a:pt x="399323" y="2459744"/>
                      <a:pt x="240445" y="2507591"/>
                      <a:pt x="137937" y="2600932"/>
                    </a:cubicBezTo>
                    <a:cubicBezTo>
                      <a:pt x="46953" y="2683794"/>
                      <a:pt x="2717" y="2801444"/>
                      <a:pt x="2717" y="2960604"/>
                    </a:cubicBezTo>
                    <a:cubicBezTo>
                      <a:pt x="2717" y="3254887"/>
                      <a:pt x="145770" y="3489779"/>
                      <a:pt x="440027" y="3678680"/>
                    </a:cubicBezTo>
                    <a:cubicBezTo>
                      <a:pt x="703337" y="3847708"/>
                      <a:pt x="1063337" y="3966670"/>
                      <a:pt x="1411497" y="4081695"/>
                    </a:cubicBezTo>
                    <a:cubicBezTo>
                      <a:pt x="1711617" y="4180875"/>
                      <a:pt x="2021970" y="4283406"/>
                      <a:pt x="2277787" y="4419072"/>
                    </a:cubicBezTo>
                    <a:cubicBezTo>
                      <a:pt x="2415679" y="4492201"/>
                      <a:pt x="2526609" y="4568590"/>
                      <a:pt x="2616937" y="4652652"/>
                    </a:cubicBezTo>
                    <a:cubicBezTo>
                      <a:pt x="2718494" y="4747147"/>
                      <a:pt x="2791481" y="4848704"/>
                      <a:pt x="2840086" y="4963140"/>
                    </a:cubicBezTo>
                    <a:cubicBezTo>
                      <a:pt x="2869969" y="5033509"/>
                      <a:pt x="2890298" y="5109309"/>
                      <a:pt x="2900508" y="5188436"/>
                    </a:cubicBezTo>
                    <a:cubicBezTo>
                      <a:pt x="2911171" y="5271049"/>
                      <a:pt x="2911194" y="5360021"/>
                      <a:pt x="2900531" y="5452887"/>
                    </a:cubicBezTo>
                    <a:cubicBezTo>
                      <a:pt x="2878028" y="5648940"/>
                      <a:pt x="2806626" y="5872968"/>
                      <a:pt x="2688294" y="6118770"/>
                    </a:cubicBezTo>
                    <a:lnTo>
                      <a:pt x="2688113" y="6119155"/>
                    </a:lnTo>
                    <a:lnTo>
                      <a:pt x="2687750" y="6119359"/>
                    </a:lnTo>
                    <a:cubicBezTo>
                      <a:pt x="2564823" y="6190677"/>
                      <a:pt x="2550017" y="6229607"/>
                      <a:pt x="2559253" y="6249728"/>
                    </a:cubicBezTo>
                    <a:cubicBezTo>
                      <a:pt x="2575417" y="6284946"/>
                      <a:pt x="2679238" y="6293139"/>
                      <a:pt x="2836984" y="6271637"/>
                    </a:cubicBezTo>
                    <a:cubicBezTo>
                      <a:pt x="3010011" y="6248053"/>
                      <a:pt x="3227750" y="6192578"/>
                      <a:pt x="3450084" y="6115375"/>
                    </a:cubicBezTo>
                    <a:cubicBezTo>
                      <a:pt x="4657222" y="5696290"/>
                      <a:pt x="5824267" y="4743254"/>
                      <a:pt x="5479525" y="3325346"/>
                    </a:cubicBezTo>
                    <a:cubicBezTo>
                      <a:pt x="5354877" y="2812648"/>
                      <a:pt x="4961485" y="2046815"/>
                      <a:pt x="4427258" y="1276750"/>
                    </a:cubicBezTo>
                    <a:cubicBezTo>
                      <a:pt x="4199016" y="947747"/>
                      <a:pt x="3959816" y="641333"/>
                      <a:pt x="3753736" y="413932"/>
                    </a:cubicBezTo>
                    <a:cubicBezTo>
                      <a:pt x="3539552" y="177569"/>
                      <a:pt x="3372615" y="37285"/>
                      <a:pt x="3270990" y="8224"/>
                    </a:cubicBezTo>
                    <a:cubicBezTo>
                      <a:pt x="3235628" y="-1871"/>
                      <a:pt x="3208620" y="1909"/>
                      <a:pt x="3190668" y="19495"/>
                    </a:cubicBezTo>
                    <a:cubicBezTo>
                      <a:pt x="3151661" y="57723"/>
                      <a:pt x="3153812" y="160005"/>
                      <a:pt x="3197052" y="323556"/>
                    </a:cubicBezTo>
                    <a:cubicBezTo>
                      <a:pt x="3261119" y="565940"/>
                      <a:pt x="3306872" y="790443"/>
                      <a:pt x="3333042" y="990864"/>
                    </a:cubicBezTo>
                    <a:cubicBezTo>
                      <a:pt x="3358080" y="1182684"/>
                      <a:pt x="3365914" y="1358163"/>
                      <a:pt x="3356338" y="1512434"/>
                    </a:cubicBezTo>
                    <a:cubicBezTo>
                      <a:pt x="3347214" y="1659327"/>
                      <a:pt x="3322017" y="1791507"/>
                      <a:pt x="3281426" y="1905309"/>
                    </a:cubicBezTo>
                    <a:cubicBezTo>
                      <a:pt x="3243031" y="2012933"/>
                      <a:pt x="3189672" y="2107519"/>
                      <a:pt x="3122797" y="2186465"/>
                    </a:cubicBezTo>
                    <a:cubicBezTo>
                      <a:pt x="3035978" y="2288927"/>
                      <a:pt x="2922491" y="2369345"/>
                      <a:pt x="2785481" y="2425499"/>
                    </a:cubicBezTo>
                    <a:cubicBezTo>
                      <a:pt x="2662712" y="2475814"/>
                      <a:pt x="2520949" y="2507976"/>
                      <a:pt x="2352087" y="2523842"/>
                    </a:cubicBezTo>
                    <a:cubicBezTo>
                      <a:pt x="2040262" y="2553130"/>
                      <a:pt x="1694457" y="2520809"/>
                      <a:pt x="1360039" y="2489552"/>
                    </a:cubicBezTo>
                    <a:cubicBezTo>
                      <a:pt x="1135396" y="2468548"/>
                      <a:pt x="921415" y="2448563"/>
                      <a:pt x="731024" y="244856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15AB1BAD-759F-1E4B-6424-7634D5DBBBD6}"/>
                  </a:ext>
                </a:extLst>
              </p:cNvPr>
              <p:cNvSpPr/>
              <p:nvPr/>
            </p:nvSpPr>
            <p:spPr>
              <a:xfrm>
                <a:off x="3395820" y="79915"/>
                <a:ext cx="5489653" cy="6220730"/>
              </a:xfrm>
              <a:custGeom>
                <a:avLst/>
                <a:gdLst>
                  <a:gd name="connsiteX0" fmla="*/ 2631063 w 5489653"/>
                  <a:gd name="connsiteY0" fmla="*/ 6220731 h 6220730"/>
                  <a:gd name="connsiteX1" fmla="*/ 2499148 w 5489653"/>
                  <a:gd name="connsiteY1" fmla="*/ 6190334 h 6220730"/>
                  <a:gd name="connsiteX2" fmla="*/ 2641002 w 5489653"/>
                  <a:gd name="connsiteY2" fmla="*/ 6091199 h 6220730"/>
                  <a:gd name="connsiteX3" fmla="*/ 2801600 w 5489653"/>
                  <a:gd name="connsiteY3" fmla="*/ 5031106 h 6220730"/>
                  <a:gd name="connsiteX4" fmla="*/ 2262665 w 5489653"/>
                  <a:gd name="connsiteY4" fmla="*/ 4473639 h 6220730"/>
                  <a:gd name="connsiteX5" fmla="*/ 1409120 w 5489653"/>
                  <a:gd name="connsiteY5" fmla="*/ 4101088 h 6220730"/>
                  <a:gd name="connsiteX6" fmla="*/ 439416 w 5489653"/>
                  <a:gd name="connsiteY6" fmla="*/ 3653282 h 6220730"/>
                  <a:gd name="connsiteX7" fmla="*/ 120755 w 5489653"/>
                  <a:gd name="connsiteY7" fmla="*/ 3337994 h 6220730"/>
                  <a:gd name="connsiteX8" fmla="*/ 0 w 5489653"/>
                  <a:gd name="connsiteY8" fmla="*/ 2912323 h 6220730"/>
                  <a:gd name="connsiteX9" fmla="*/ 35226 w 5489653"/>
                  <a:gd name="connsiteY9" fmla="*/ 2708801 h 6220730"/>
                  <a:gd name="connsiteX10" fmla="*/ 135175 w 5489653"/>
                  <a:gd name="connsiteY10" fmla="*/ 2559600 h 6220730"/>
                  <a:gd name="connsiteX11" fmla="*/ 1553939 w 5489653"/>
                  <a:gd name="connsiteY11" fmla="*/ 2362008 h 6220730"/>
                  <a:gd name="connsiteX12" fmla="*/ 2624611 w 5489653"/>
                  <a:gd name="connsiteY12" fmla="*/ 2345214 h 6220730"/>
                  <a:gd name="connsiteX13" fmla="*/ 3376599 w 5489653"/>
                  <a:gd name="connsiteY13" fmla="*/ 1972913 h 6220730"/>
                  <a:gd name="connsiteX14" fmla="*/ 3509578 w 5489653"/>
                  <a:gd name="connsiteY14" fmla="*/ 1358160 h 6220730"/>
                  <a:gd name="connsiteX15" fmla="*/ 3222022 w 5489653"/>
                  <a:gd name="connsiteY15" fmla="*/ 328147 h 6220730"/>
                  <a:gd name="connsiteX16" fmla="*/ 3221909 w 5489653"/>
                  <a:gd name="connsiteY16" fmla="*/ 327649 h 6220730"/>
                  <a:gd name="connsiteX17" fmla="*/ 3341532 w 5489653"/>
                  <a:gd name="connsiteY17" fmla="*/ 1227 h 6220730"/>
                  <a:gd name="connsiteX18" fmla="*/ 3535387 w 5489653"/>
                  <a:gd name="connsiteY18" fmla="*/ 78317 h 6220730"/>
                  <a:gd name="connsiteX19" fmla="*/ 3792607 w 5489653"/>
                  <a:gd name="connsiteY19" fmla="*/ 328804 h 6220730"/>
                  <a:gd name="connsiteX20" fmla="*/ 4408219 w 5489653"/>
                  <a:gd name="connsiteY20" fmla="*/ 1196692 h 6220730"/>
                  <a:gd name="connsiteX21" fmla="*/ 5007193 w 5489653"/>
                  <a:gd name="connsiteY21" fmla="*/ 2298679 h 6220730"/>
                  <a:gd name="connsiteX22" fmla="*/ 5407399 w 5489653"/>
                  <a:gd name="connsiteY22" fmla="*/ 3328443 h 6220730"/>
                  <a:gd name="connsiteX23" fmla="*/ 5489532 w 5489653"/>
                  <a:gd name="connsiteY23" fmla="*/ 3895213 h 6220730"/>
                  <a:gd name="connsiteX24" fmla="*/ 5427796 w 5489653"/>
                  <a:gd name="connsiteY24" fmla="*/ 4390573 h 6220730"/>
                  <a:gd name="connsiteX25" fmla="*/ 4974615 w 5489653"/>
                  <a:gd name="connsiteY25" fmla="*/ 5181076 h 6220730"/>
                  <a:gd name="connsiteX26" fmla="*/ 4251877 w 5489653"/>
                  <a:gd name="connsiteY26" fmla="*/ 5728313 h 6220730"/>
                  <a:gd name="connsiteX27" fmla="*/ 3463418 w 5489653"/>
                  <a:gd name="connsiteY27" fmla="*/ 6060983 h 6220730"/>
                  <a:gd name="connsiteX28" fmla="*/ 2795171 w 5489653"/>
                  <a:gd name="connsiteY28" fmla="*/ 6209844 h 6220730"/>
                  <a:gd name="connsiteX29" fmla="*/ 2631018 w 5489653"/>
                  <a:gd name="connsiteY29" fmla="*/ 6220731 h 6220730"/>
                  <a:gd name="connsiteX30" fmla="*/ 1047196 w 5489653"/>
                  <a:gd name="connsiteY30" fmla="*/ 2351733 h 6220730"/>
                  <a:gd name="connsiteX31" fmla="*/ 137122 w 5489653"/>
                  <a:gd name="connsiteY31" fmla="*/ 2561614 h 6220730"/>
                  <a:gd name="connsiteX32" fmla="*/ 2807 w 5489653"/>
                  <a:gd name="connsiteY32" fmla="*/ 2912323 h 6220730"/>
                  <a:gd name="connsiteX33" fmla="*/ 441023 w 5489653"/>
                  <a:gd name="connsiteY33" fmla="*/ 3650995 h 6220730"/>
                  <a:gd name="connsiteX34" fmla="*/ 1410138 w 5489653"/>
                  <a:gd name="connsiteY34" fmla="*/ 4098486 h 6220730"/>
                  <a:gd name="connsiteX35" fmla="*/ 2264091 w 5489653"/>
                  <a:gd name="connsiteY35" fmla="*/ 4471240 h 6220730"/>
                  <a:gd name="connsiteX36" fmla="*/ 2593506 w 5489653"/>
                  <a:gd name="connsiteY36" fmla="*/ 4715932 h 6220730"/>
                  <a:gd name="connsiteX37" fmla="*/ 2804226 w 5489653"/>
                  <a:gd name="connsiteY37" fmla="*/ 5030110 h 6220730"/>
                  <a:gd name="connsiteX38" fmla="*/ 2849866 w 5489653"/>
                  <a:gd name="connsiteY38" fmla="*/ 5488939 h 6220730"/>
                  <a:gd name="connsiteX39" fmla="*/ 2643288 w 5489653"/>
                  <a:gd name="connsiteY39" fmla="*/ 6092919 h 6220730"/>
                  <a:gd name="connsiteX40" fmla="*/ 2643039 w 5489653"/>
                  <a:gd name="connsiteY40" fmla="*/ 6093372 h 6220730"/>
                  <a:gd name="connsiteX41" fmla="*/ 2642564 w 5489653"/>
                  <a:gd name="connsiteY41" fmla="*/ 6093575 h 6220730"/>
                  <a:gd name="connsiteX42" fmla="*/ 2501797 w 5489653"/>
                  <a:gd name="connsiteY42" fmla="*/ 6189406 h 6220730"/>
                  <a:gd name="connsiteX43" fmla="*/ 2629207 w 5489653"/>
                  <a:gd name="connsiteY43" fmla="*/ 6217947 h 6220730"/>
                  <a:gd name="connsiteX44" fmla="*/ 3462649 w 5489653"/>
                  <a:gd name="connsiteY44" fmla="*/ 6058335 h 6220730"/>
                  <a:gd name="connsiteX45" fmla="*/ 5404772 w 5489653"/>
                  <a:gd name="connsiteY45" fmla="*/ 3329167 h 6220730"/>
                  <a:gd name="connsiteX46" fmla="*/ 4405910 w 5489653"/>
                  <a:gd name="connsiteY46" fmla="*/ 1198140 h 6220730"/>
                  <a:gd name="connsiteX47" fmla="*/ 3790569 w 5489653"/>
                  <a:gd name="connsiteY47" fmla="*/ 330614 h 6220730"/>
                  <a:gd name="connsiteX48" fmla="*/ 3533779 w 5489653"/>
                  <a:gd name="connsiteY48" fmla="*/ 80535 h 6220730"/>
                  <a:gd name="connsiteX49" fmla="*/ 3341984 w 5489653"/>
                  <a:gd name="connsiteY49" fmla="*/ 3965 h 6220730"/>
                  <a:gd name="connsiteX50" fmla="*/ 3224716 w 5489653"/>
                  <a:gd name="connsiteY50" fmla="*/ 327310 h 6220730"/>
                  <a:gd name="connsiteX51" fmla="*/ 3428147 w 5489653"/>
                  <a:gd name="connsiteY51" fmla="*/ 900756 h 6220730"/>
                  <a:gd name="connsiteX52" fmla="*/ 3512408 w 5489653"/>
                  <a:gd name="connsiteY52" fmla="*/ 1357956 h 6220730"/>
                  <a:gd name="connsiteX53" fmla="*/ 3491354 w 5489653"/>
                  <a:gd name="connsiteY53" fmla="*/ 1711585 h 6220730"/>
                  <a:gd name="connsiteX54" fmla="*/ 3378931 w 5489653"/>
                  <a:gd name="connsiteY54" fmla="*/ 1974497 h 6220730"/>
                  <a:gd name="connsiteX55" fmla="*/ 3066042 w 5489653"/>
                  <a:gd name="connsiteY55" fmla="*/ 2228334 h 6220730"/>
                  <a:gd name="connsiteX56" fmla="*/ 2625041 w 5489653"/>
                  <a:gd name="connsiteY56" fmla="*/ 2347953 h 6220730"/>
                  <a:gd name="connsiteX57" fmla="*/ 1553894 w 5489653"/>
                  <a:gd name="connsiteY57" fmla="*/ 2364770 h 6220730"/>
                  <a:gd name="connsiteX58" fmla="*/ 1047241 w 5489653"/>
                  <a:gd name="connsiteY58" fmla="*/ 2351710 h 6220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5489653" h="6220730">
                    <a:moveTo>
                      <a:pt x="2631063" y="6220731"/>
                    </a:moveTo>
                    <a:cubicBezTo>
                      <a:pt x="2553911" y="6220731"/>
                      <a:pt x="2506279" y="6210365"/>
                      <a:pt x="2499148" y="6190334"/>
                    </a:cubicBezTo>
                    <a:cubicBezTo>
                      <a:pt x="2490545" y="6166139"/>
                      <a:pt x="2539581" y="6131849"/>
                      <a:pt x="2641002" y="6091199"/>
                    </a:cubicBezTo>
                    <a:cubicBezTo>
                      <a:pt x="2859487" y="5663423"/>
                      <a:pt x="2912009" y="5316652"/>
                      <a:pt x="2801600" y="5031106"/>
                    </a:cubicBezTo>
                    <a:cubicBezTo>
                      <a:pt x="2719422" y="4818598"/>
                      <a:pt x="2543135" y="4636239"/>
                      <a:pt x="2262665" y="4473639"/>
                    </a:cubicBezTo>
                    <a:cubicBezTo>
                      <a:pt x="2012688" y="4328715"/>
                      <a:pt x="1705867" y="4212989"/>
                      <a:pt x="1409120" y="4101088"/>
                    </a:cubicBezTo>
                    <a:cubicBezTo>
                      <a:pt x="1062047" y="3970198"/>
                      <a:pt x="703179" y="3834849"/>
                      <a:pt x="439416" y="3653282"/>
                    </a:cubicBezTo>
                    <a:cubicBezTo>
                      <a:pt x="297426" y="3555549"/>
                      <a:pt x="193198" y="3452408"/>
                      <a:pt x="120755" y="3337994"/>
                    </a:cubicBezTo>
                    <a:cubicBezTo>
                      <a:pt x="39482" y="3209616"/>
                      <a:pt x="0" y="3070374"/>
                      <a:pt x="0" y="2912323"/>
                    </a:cubicBezTo>
                    <a:cubicBezTo>
                      <a:pt x="0" y="2836546"/>
                      <a:pt x="11840" y="2768079"/>
                      <a:pt x="35226" y="2708801"/>
                    </a:cubicBezTo>
                    <a:cubicBezTo>
                      <a:pt x="57547" y="2652149"/>
                      <a:pt x="91188" y="2601948"/>
                      <a:pt x="135175" y="2559600"/>
                    </a:cubicBezTo>
                    <a:cubicBezTo>
                      <a:pt x="386328" y="2317827"/>
                      <a:pt x="953494" y="2339284"/>
                      <a:pt x="1553939" y="2362008"/>
                    </a:cubicBezTo>
                    <a:cubicBezTo>
                      <a:pt x="1920278" y="2375860"/>
                      <a:pt x="2299067" y="2390210"/>
                      <a:pt x="2624611" y="2345214"/>
                    </a:cubicBezTo>
                    <a:cubicBezTo>
                      <a:pt x="2992489" y="2294356"/>
                      <a:pt x="3238458" y="2172587"/>
                      <a:pt x="3376599" y="1972913"/>
                    </a:cubicBezTo>
                    <a:cubicBezTo>
                      <a:pt x="3483272" y="1818732"/>
                      <a:pt x="3528006" y="1611906"/>
                      <a:pt x="3509578" y="1358160"/>
                    </a:cubicBezTo>
                    <a:cubicBezTo>
                      <a:pt x="3489385" y="1080038"/>
                      <a:pt x="3392627" y="733494"/>
                      <a:pt x="3222022" y="328147"/>
                    </a:cubicBezTo>
                    <a:lnTo>
                      <a:pt x="3221909" y="327649"/>
                    </a:lnTo>
                    <a:cubicBezTo>
                      <a:pt x="3215570" y="123743"/>
                      <a:pt x="3255799" y="13901"/>
                      <a:pt x="3341532" y="1227"/>
                    </a:cubicBezTo>
                    <a:cubicBezTo>
                      <a:pt x="3391405" y="-6152"/>
                      <a:pt x="3456604" y="19786"/>
                      <a:pt x="3535387" y="78317"/>
                    </a:cubicBezTo>
                    <a:cubicBezTo>
                      <a:pt x="3609709" y="133543"/>
                      <a:pt x="3696257" y="217808"/>
                      <a:pt x="3792607" y="328804"/>
                    </a:cubicBezTo>
                    <a:cubicBezTo>
                      <a:pt x="3975617" y="539591"/>
                      <a:pt x="4188489" y="839713"/>
                      <a:pt x="4408219" y="1196692"/>
                    </a:cubicBezTo>
                    <a:cubicBezTo>
                      <a:pt x="4625550" y="1549799"/>
                      <a:pt x="4832671" y="1930860"/>
                      <a:pt x="5007193" y="2298679"/>
                    </a:cubicBezTo>
                    <a:cubicBezTo>
                      <a:pt x="5193124" y="2690536"/>
                      <a:pt x="5331514" y="3046631"/>
                      <a:pt x="5407399" y="3328443"/>
                    </a:cubicBezTo>
                    <a:cubicBezTo>
                      <a:pt x="5459875" y="3523274"/>
                      <a:pt x="5487494" y="3713962"/>
                      <a:pt x="5489532" y="3895213"/>
                    </a:cubicBezTo>
                    <a:cubicBezTo>
                      <a:pt x="5491456" y="4066052"/>
                      <a:pt x="5470674" y="4232726"/>
                      <a:pt x="5427796" y="4390573"/>
                    </a:cubicBezTo>
                    <a:cubicBezTo>
                      <a:pt x="5349942" y="4677161"/>
                      <a:pt x="5197471" y="4943129"/>
                      <a:pt x="4974615" y="5181076"/>
                    </a:cubicBezTo>
                    <a:cubicBezTo>
                      <a:pt x="4783364" y="5385277"/>
                      <a:pt x="4540203" y="5569402"/>
                      <a:pt x="4251877" y="5728313"/>
                    </a:cubicBezTo>
                    <a:cubicBezTo>
                      <a:pt x="4011205" y="5860947"/>
                      <a:pt x="3745926" y="5972893"/>
                      <a:pt x="3463418" y="6060983"/>
                    </a:cubicBezTo>
                    <a:cubicBezTo>
                      <a:pt x="3227795" y="6134451"/>
                      <a:pt x="2990474" y="6187324"/>
                      <a:pt x="2795171" y="6209844"/>
                    </a:cubicBezTo>
                    <a:cubicBezTo>
                      <a:pt x="2731805" y="6217155"/>
                      <a:pt x="2676318" y="6220731"/>
                      <a:pt x="2631018" y="6220731"/>
                    </a:cubicBezTo>
                    <a:close/>
                    <a:moveTo>
                      <a:pt x="1047196" y="2351733"/>
                    </a:moveTo>
                    <a:cubicBezTo>
                      <a:pt x="651925" y="2351733"/>
                      <a:pt x="314813" y="2390549"/>
                      <a:pt x="137122" y="2561614"/>
                    </a:cubicBezTo>
                    <a:cubicBezTo>
                      <a:pt x="46749" y="2648618"/>
                      <a:pt x="2807" y="2763348"/>
                      <a:pt x="2807" y="2912323"/>
                    </a:cubicBezTo>
                    <a:cubicBezTo>
                      <a:pt x="2807" y="3206402"/>
                      <a:pt x="146155" y="3448017"/>
                      <a:pt x="441023" y="3650995"/>
                    </a:cubicBezTo>
                    <a:cubicBezTo>
                      <a:pt x="704515" y="3832359"/>
                      <a:pt x="1063224" y="3967640"/>
                      <a:pt x="1410138" y="4098486"/>
                    </a:cubicBezTo>
                    <a:cubicBezTo>
                      <a:pt x="1706976" y="4210432"/>
                      <a:pt x="2013911" y="4326180"/>
                      <a:pt x="2264091" y="4471240"/>
                    </a:cubicBezTo>
                    <a:cubicBezTo>
                      <a:pt x="2398881" y="4549393"/>
                      <a:pt x="2506619" y="4629426"/>
                      <a:pt x="2593506" y="4715932"/>
                    </a:cubicBezTo>
                    <a:cubicBezTo>
                      <a:pt x="2691123" y="4813144"/>
                      <a:pt x="2760058" y="4915900"/>
                      <a:pt x="2804226" y="5030110"/>
                    </a:cubicBezTo>
                    <a:cubicBezTo>
                      <a:pt x="2857201" y="5167089"/>
                      <a:pt x="2872550" y="5321473"/>
                      <a:pt x="2849866" y="5488939"/>
                    </a:cubicBezTo>
                    <a:cubicBezTo>
                      <a:pt x="2825438" y="5669262"/>
                      <a:pt x="2755938" y="5872467"/>
                      <a:pt x="2643288" y="6092919"/>
                    </a:cubicBezTo>
                    <a:lnTo>
                      <a:pt x="2643039" y="6093372"/>
                    </a:lnTo>
                    <a:lnTo>
                      <a:pt x="2642564" y="6093575"/>
                    </a:lnTo>
                    <a:cubicBezTo>
                      <a:pt x="2509403" y="6146900"/>
                      <a:pt x="2497223" y="6176505"/>
                      <a:pt x="2501797" y="6189406"/>
                    </a:cubicBezTo>
                    <a:cubicBezTo>
                      <a:pt x="2508407" y="6208011"/>
                      <a:pt x="2554001" y="6217947"/>
                      <a:pt x="2629207" y="6217947"/>
                    </a:cubicBezTo>
                    <a:cubicBezTo>
                      <a:pt x="2795397" y="6217947"/>
                      <a:pt x="3106429" y="6169421"/>
                      <a:pt x="3462649" y="6058335"/>
                    </a:cubicBezTo>
                    <a:cubicBezTo>
                      <a:pt x="4041994" y="5877673"/>
                      <a:pt x="5894265" y="5146990"/>
                      <a:pt x="5404772" y="3329167"/>
                    </a:cubicBezTo>
                    <a:cubicBezTo>
                      <a:pt x="5256987" y="2780392"/>
                      <a:pt x="4864909" y="1943919"/>
                      <a:pt x="4405910" y="1198140"/>
                    </a:cubicBezTo>
                    <a:cubicBezTo>
                      <a:pt x="4186270" y="841275"/>
                      <a:pt x="3973489" y="541288"/>
                      <a:pt x="3790569" y="330614"/>
                    </a:cubicBezTo>
                    <a:cubicBezTo>
                      <a:pt x="3694355" y="219777"/>
                      <a:pt x="3607943" y="135648"/>
                      <a:pt x="3533779" y="80535"/>
                    </a:cubicBezTo>
                    <a:cubicBezTo>
                      <a:pt x="3455608" y="22457"/>
                      <a:pt x="3391088" y="-3300"/>
                      <a:pt x="3341984" y="3965"/>
                    </a:cubicBezTo>
                    <a:cubicBezTo>
                      <a:pt x="3257927" y="16414"/>
                      <a:pt x="3218468" y="125191"/>
                      <a:pt x="3224716" y="327310"/>
                    </a:cubicBezTo>
                    <a:cubicBezTo>
                      <a:pt x="3311852" y="534340"/>
                      <a:pt x="3380289" y="727269"/>
                      <a:pt x="3428147" y="900756"/>
                    </a:cubicBezTo>
                    <a:cubicBezTo>
                      <a:pt x="3474126" y="1067499"/>
                      <a:pt x="3502470" y="1221317"/>
                      <a:pt x="3512408" y="1357956"/>
                    </a:cubicBezTo>
                    <a:cubicBezTo>
                      <a:pt x="3521894" y="1488620"/>
                      <a:pt x="3514808" y="1607606"/>
                      <a:pt x="3491354" y="1711585"/>
                    </a:cubicBezTo>
                    <a:cubicBezTo>
                      <a:pt x="3469055" y="1810449"/>
                      <a:pt x="3431226" y="1898901"/>
                      <a:pt x="3378931" y="1974497"/>
                    </a:cubicBezTo>
                    <a:cubicBezTo>
                      <a:pt x="3304608" y="2081917"/>
                      <a:pt x="3202259" y="2164960"/>
                      <a:pt x="3066042" y="2228334"/>
                    </a:cubicBezTo>
                    <a:cubicBezTo>
                      <a:pt x="2945356" y="2284488"/>
                      <a:pt x="2801102" y="2323622"/>
                      <a:pt x="2625041" y="2347953"/>
                    </a:cubicBezTo>
                    <a:cubicBezTo>
                      <a:pt x="2299271" y="2392994"/>
                      <a:pt x="1920346" y="2378644"/>
                      <a:pt x="1553894" y="2364770"/>
                    </a:cubicBezTo>
                    <a:cubicBezTo>
                      <a:pt x="1379916" y="2358183"/>
                      <a:pt x="1208722" y="2351710"/>
                      <a:pt x="1047241" y="235171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7D947202-A299-E16F-08E3-0FD7778CBCAE}"/>
                  </a:ext>
                </a:extLst>
              </p:cNvPr>
              <p:cNvSpPr/>
              <p:nvPr/>
            </p:nvSpPr>
            <p:spPr>
              <a:xfrm>
                <a:off x="3440916" y="89362"/>
                <a:ext cx="5436941" cy="6142069"/>
              </a:xfrm>
              <a:custGeom>
                <a:avLst/>
                <a:gdLst>
                  <a:gd name="connsiteX0" fmla="*/ 2576323 w 5436941"/>
                  <a:gd name="connsiteY0" fmla="*/ 6142070 h 6142069"/>
                  <a:gd name="connsiteX1" fmla="*/ 2450248 w 5436941"/>
                  <a:gd name="connsiteY1" fmla="*/ 6126770 h 6142069"/>
                  <a:gd name="connsiteX2" fmla="*/ 2442076 w 5436941"/>
                  <a:gd name="connsiteY2" fmla="*/ 6114457 h 6142069"/>
                  <a:gd name="connsiteX3" fmla="*/ 2595973 w 5436941"/>
                  <a:gd name="connsiteY3" fmla="*/ 6051921 h 6142069"/>
                  <a:gd name="connsiteX4" fmla="*/ 2764812 w 5436941"/>
                  <a:gd name="connsiteY4" fmla="*/ 5085169 h 6142069"/>
                  <a:gd name="connsiteX5" fmla="*/ 2249104 w 5436941"/>
                  <a:gd name="connsiteY5" fmla="*/ 4514846 h 6142069"/>
                  <a:gd name="connsiteX6" fmla="*/ 1408259 w 5436941"/>
                  <a:gd name="connsiteY6" fmla="*/ 4107100 h 6142069"/>
                  <a:gd name="connsiteX7" fmla="*/ 440571 w 5436941"/>
                  <a:gd name="connsiteY7" fmla="*/ 3613505 h 6142069"/>
                  <a:gd name="connsiteX8" fmla="*/ 121230 w 5436941"/>
                  <a:gd name="connsiteY8" fmla="*/ 3282578 h 6142069"/>
                  <a:gd name="connsiteX9" fmla="*/ 0 w 5436941"/>
                  <a:gd name="connsiteY9" fmla="*/ 2850864 h 6142069"/>
                  <a:gd name="connsiteX10" fmla="*/ 35226 w 5436941"/>
                  <a:gd name="connsiteY10" fmla="*/ 2646618 h 6142069"/>
                  <a:gd name="connsiteX11" fmla="*/ 135153 w 5436941"/>
                  <a:gd name="connsiteY11" fmla="*/ 2496013 h 6142069"/>
                  <a:gd name="connsiteX12" fmla="*/ 1544204 w 5436941"/>
                  <a:gd name="connsiteY12" fmla="*/ 2279500 h 6142069"/>
                  <a:gd name="connsiteX13" fmla="*/ 2606885 w 5436941"/>
                  <a:gd name="connsiteY13" fmla="*/ 2247926 h 6142069"/>
                  <a:gd name="connsiteX14" fmla="*/ 3356677 w 5436941"/>
                  <a:gd name="connsiteY14" fmla="*/ 1868472 h 6142069"/>
                  <a:gd name="connsiteX15" fmla="*/ 3495565 w 5436941"/>
                  <a:gd name="connsiteY15" fmla="*/ 1282328 h 6142069"/>
                  <a:gd name="connsiteX16" fmla="*/ 3249573 w 5436941"/>
                  <a:gd name="connsiteY16" fmla="*/ 318700 h 6142069"/>
                  <a:gd name="connsiteX17" fmla="*/ 3249460 w 5436941"/>
                  <a:gd name="connsiteY17" fmla="*/ 318406 h 6142069"/>
                  <a:gd name="connsiteX18" fmla="*/ 3249460 w 5436941"/>
                  <a:gd name="connsiteY18" fmla="*/ 318089 h 6142069"/>
                  <a:gd name="connsiteX19" fmla="*/ 3391359 w 5436941"/>
                  <a:gd name="connsiteY19" fmla="*/ 856 h 6142069"/>
                  <a:gd name="connsiteX20" fmla="*/ 3579826 w 5436941"/>
                  <a:gd name="connsiteY20" fmla="*/ 81409 h 6142069"/>
                  <a:gd name="connsiteX21" fmla="*/ 3821064 w 5436941"/>
                  <a:gd name="connsiteY21" fmla="*/ 334544 h 6142069"/>
                  <a:gd name="connsiteX22" fmla="*/ 4388320 w 5436941"/>
                  <a:gd name="connsiteY22" fmla="*/ 1204287 h 6142069"/>
                  <a:gd name="connsiteX23" fmla="*/ 4942672 w 5436941"/>
                  <a:gd name="connsiteY23" fmla="*/ 2301884 h 6142069"/>
                  <a:gd name="connsiteX24" fmla="*/ 5332691 w 5436941"/>
                  <a:gd name="connsiteY24" fmla="*/ 3318951 h 6142069"/>
                  <a:gd name="connsiteX25" fmla="*/ 5436919 w 5436941"/>
                  <a:gd name="connsiteY25" fmla="*/ 4001424 h 6142069"/>
                  <a:gd name="connsiteX26" fmla="*/ 5340773 w 5436941"/>
                  <a:gd name="connsiteY26" fmla="*/ 4570298 h 6142069"/>
                  <a:gd name="connsiteX27" fmla="*/ 4717486 w 5436941"/>
                  <a:gd name="connsiteY27" fmla="*/ 5403624 h 6142069"/>
                  <a:gd name="connsiteX28" fmla="*/ 4021325 w 5436941"/>
                  <a:gd name="connsiteY28" fmla="*/ 5806707 h 6142069"/>
                  <a:gd name="connsiteX29" fmla="*/ 3307981 w 5436941"/>
                  <a:gd name="connsiteY29" fmla="*/ 6039155 h 6142069"/>
                  <a:gd name="connsiteX30" fmla="*/ 2576323 w 5436941"/>
                  <a:gd name="connsiteY30" fmla="*/ 6142070 h 6142069"/>
                  <a:gd name="connsiteX31" fmla="*/ 1138384 w 5436941"/>
                  <a:gd name="connsiteY31" fmla="*/ 2275810 h 6142069"/>
                  <a:gd name="connsiteX32" fmla="*/ 137145 w 5436941"/>
                  <a:gd name="connsiteY32" fmla="*/ 2498028 h 6142069"/>
                  <a:gd name="connsiteX33" fmla="*/ 2852 w 5436941"/>
                  <a:gd name="connsiteY33" fmla="*/ 2850819 h 6142069"/>
                  <a:gd name="connsiteX34" fmla="*/ 442269 w 5436941"/>
                  <a:gd name="connsiteY34" fmla="*/ 3611174 h 6142069"/>
                  <a:gd name="connsiteX35" fmla="*/ 1409369 w 5436941"/>
                  <a:gd name="connsiteY35" fmla="*/ 4104452 h 6142069"/>
                  <a:gd name="connsiteX36" fmla="*/ 2250621 w 5436941"/>
                  <a:gd name="connsiteY36" fmla="*/ 4512424 h 6142069"/>
                  <a:gd name="connsiteX37" fmla="*/ 2569871 w 5436941"/>
                  <a:gd name="connsiteY37" fmla="*/ 4767550 h 6142069"/>
                  <a:gd name="connsiteX38" fmla="*/ 2767506 w 5436941"/>
                  <a:gd name="connsiteY38" fmla="*/ 5084218 h 6142069"/>
                  <a:gd name="connsiteX39" fmla="*/ 2798680 w 5436941"/>
                  <a:gd name="connsiteY39" fmla="*/ 5510772 h 6142069"/>
                  <a:gd name="connsiteX40" fmla="*/ 2598169 w 5436941"/>
                  <a:gd name="connsiteY40" fmla="*/ 6053844 h 6142069"/>
                  <a:gd name="connsiteX41" fmla="*/ 2597875 w 5436941"/>
                  <a:gd name="connsiteY41" fmla="*/ 6054410 h 6142069"/>
                  <a:gd name="connsiteX42" fmla="*/ 2597264 w 5436941"/>
                  <a:gd name="connsiteY42" fmla="*/ 6054569 h 6142069"/>
                  <a:gd name="connsiteX43" fmla="*/ 2444928 w 5436941"/>
                  <a:gd name="connsiteY43" fmla="*/ 6114887 h 6142069"/>
                  <a:gd name="connsiteX44" fmla="*/ 2451697 w 5436941"/>
                  <a:gd name="connsiteY44" fmla="*/ 6124326 h 6142069"/>
                  <a:gd name="connsiteX45" fmla="*/ 2576210 w 5436941"/>
                  <a:gd name="connsiteY45" fmla="*/ 6139422 h 6142069"/>
                  <a:gd name="connsiteX46" fmla="*/ 3307325 w 5436941"/>
                  <a:gd name="connsiteY46" fmla="*/ 6036394 h 6142069"/>
                  <a:gd name="connsiteX47" fmla="*/ 4715697 w 5436941"/>
                  <a:gd name="connsiteY47" fmla="*/ 5401406 h 6142069"/>
                  <a:gd name="connsiteX48" fmla="*/ 5329952 w 5436941"/>
                  <a:gd name="connsiteY48" fmla="*/ 3319811 h 6142069"/>
                  <a:gd name="connsiteX49" fmla="*/ 4385830 w 5436941"/>
                  <a:gd name="connsiteY49" fmla="*/ 1205759 h 6142069"/>
                  <a:gd name="connsiteX50" fmla="*/ 3818822 w 5436941"/>
                  <a:gd name="connsiteY50" fmla="*/ 336400 h 6142069"/>
                  <a:gd name="connsiteX51" fmla="*/ 3578015 w 5436941"/>
                  <a:gd name="connsiteY51" fmla="*/ 83717 h 6142069"/>
                  <a:gd name="connsiteX52" fmla="*/ 3391676 w 5436941"/>
                  <a:gd name="connsiteY52" fmla="*/ 3775 h 6142069"/>
                  <a:gd name="connsiteX53" fmla="*/ 3252313 w 5436941"/>
                  <a:gd name="connsiteY53" fmla="*/ 317976 h 6142069"/>
                  <a:gd name="connsiteX54" fmla="*/ 3429732 w 5436941"/>
                  <a:gd name="connsiteY54" fmla="*/ 852764 h 6142069"/>
                  <a:gd name="connsiteX55" fmla="*/ 3498395 w 5436941"/>
                  <a:gd name="connsiteY55" fmla="*/ 1282238 h 6142069"/>
                  <a:gd name="connsiteX56" fmla="*/ 3470663 w 5436941"/>
                  <a:gd name="connsiteY56" fmla="*/ 1617578 h 6142069"/>
                  <a:gd name="connsiteX57" fmla="*/ 3359009 w 5436941"/>
                  <a:gd name="connsiteY57" fmla="*/ 1870147 h 6142069"/>
                  <a:gd name="connsiteX58" fmla="*/ 3046120 w 5436941"/>
                  <a:gd name="connsiteY58" fmla="*/ 2126089 h 6142069"/>
                  <a:gd name="connsiteX59" fmla="*/ 2607293 w 5436941"/>
                  <a:gd name="connsiteY59" fmla="*/ 2250800 h 6142069"/>
                  <a:gd name="connsiteX60" fmla="*/ 1544114 w 5436941"/>
                  <a:gd name="connsiteY60" fmla="*/ 2282419 h 6142069"/>
                  <a:gd name="connsiteX61" fmla="*/ 1138362 w 5436941"/>
                  <a:gd name="connsiteY61" fmla="*/ 2275901 h 614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5436941" h="6142069">
                    <a:moveTo>
                      <a:pt x="2576323" y="6142070"/>
                    </a:moveTo>
                    <a:cubicBezTo>
                      <a:pt x="2511373" y="6142070"/>
                      <a:pt x="2467363" y="6136661"/>
                      <a:pt x="2450248" y="6126770"/>
                    </a:cubicBezTo>
                    <a:cubicBezTo>
                      <a:pt x="2444158" y="6123239"/>
                      <a:pt x="2441397" y="6119097"/>
                      <a:pt x="2442076" y="6114457"/>
                    </a:cubicBezTo>
                    <a:cubicBezTo>
                      <a:pt x="2445268" y="6092525"/>
                      <a:pt x="2527378" y="6068375"/>
                      <a:pt x="2595973" y="6051921"/>
                    </a:cubicBezTo>
                    <a:cubicBezTo>
                      <a:pt x="2803457" y="5671290"/>
                      <a:pt x="2858695" y="5355052"/>
                      <a:pt x="2764812" y="5085169"/>
                    </a:cubicBezTo>
                    <a:cubicBezTo>
                      <a:pt x="2691350" y="4873974"/>
                      <a:pt x="2522647" y="4687427"/>
                      <a:pt x="2249104" y="4514846"/>
                    </a:cubicBezTo>
                    <a:cubicBezTo>
                      <a:pt x="2004991" y="4360846"/>
                      <a:pt x="1701634" y="4231834"/>
                      <a:pt x="1408259" y="4107100"/>
                    </a:cubicBezTo>
                    <a:cubicBezTo>
                      <a:pt x="1062341" y="3960004"/>
                      <a:pt x="704650" y="3807906"/>
                      <a:pt x="440571" y="3613505"/>
                    </a:cubicBezTo>
                    <a:cubicBezTo>
                      <a:pt x="298309" y="3508779"/>
                      <a:pt x="193855" y="3400545"/>
                      <a:pt x="121230" y="3282578"/>
                    </a:cubicBezTo>
                    <a:cubicBezTo>
                      <a:pt x="39663" y="3150104"/>
                      <a:pt x="0" y="3008869"/>
                      <a:pt x="0" y="2850864"/>
                    </a:cubicBezTo>
                    <a:cubicBezTo>
                      <a:pt x="0" y="2774973"/>
                      <a:pt x="11840" y="2706257"/>
                      <a:pt x="35226" y="2646618"/>
                    </a:cubicBezTo>
                    <a:cubicBezTo>
                      <a:pt x="57547" y="2589626"/>
                      <a:pt x="91166" y="2538949"/>
                      <a:pt x="135153" y="2496013"/>
                    </a:cubicBezTo>
                    <a:cubicBezTo>
                      <a:pt x="385106" y="2252000"/>
                      <a:pt x="948129" y="2265354"/>
                      <a:pt x="1544204" y="2279500"/>
                    </a:cubicBezTo>
                    <a:cubicBezTo>
                      <a:pt x="1907600" y="2288123"/>
                      <a:pt x="2283379" y="2297041"/>
                      <a:pt x="2606885" y="2247926"/>
                    </a:cubicBezTo>
                    <a:cubicBezTo>
                      <a:pt x="2972499" y="2192405"/>
                      <a:pt x="3217766" y="2068282"/>
                      <a:pt x="3356677" y="1868472"/>
                    </a:cubicBezTo>
                    <a:cubicBezTo>
                      <a:pt x="3460407" y="1719271"/>
                      <a:pt x="3507133" y="1522064"/>
                      <a:pt x="3495565" y="1282328"/>
                    </a:cubicBezTo>
                    <a:cubicBezTo>
                      <a:pt x="3482887" y="1020163"/>
                      <a:pt x="3400120" y="695935"/>
                      <a:pt x="3249573" y="318700"/>
                    </a:cubicBezTo>
                    <a:lnTo>
                      <a:pt x="3249460" y="318406"/>
                    </a:lnTo>
                    <a:lnTo>
                      <a:pt x="3249460" y="318089"/>
                    </a:lnTo>
                    <a:cubicBezTo>
                      <a:pt x="3257882" y="118098"/>
                      <a:pt x="3305627" y="11380"/>
                      <a:pt x="3391359" y="856"/>
                    </a:cubicBezTo>
                    <a:cubicBezTo>
                      <a:pt x="3441549" y="-5301"/>
                      <a:pt x="3504937" y="21792"/>
                      <a:pt x="3579826" y="81409"/>
                    </a:cubicBezTo>
                    <a:cubicBezTo>
                      <a:pt x="3650209" y="137427"/>
                      <a:pt x="3731369" y="222598"/>
                      <a:pt x="3821064" y="334544"/>
                    </a:cubicBezTo>
                    <a:cubicBezTo>
                      <a:pt x="3987888" y="542751"/>
                      <a:pt x="4184051" y="843507"/>
                      <a:pt x="4388320" y="1204287"/>
                    </a:cubicBezTo>
                    <a:cubicBezTo>
                      <a:pt x="4583465" y="1548930"/>
                      <a:pt x="4775146" y="1928474"/>
                      <a:pt x="4942672" y="2301884"/>
                    </a:cubicBezTo>
                    <a:cubicBezTo>
                      <a:pt x="5115021" y="2686023"/>
                      <a:pt x="5249879" y="3037727"/>
                      <a:pt x="5332691" y="3318951"/>
                    </a:cubicBezTo>
                    <a:cubicBezTo>
                      <a:pt x="5402893" y="3557374"/>
                      <a:pt x="5437961" y="3786992"/>
                      <a:pt x="5436919" y="4001424"/>
                    </a:cubicBezTo>
                    <a:cubicBezTo>
                      <a:pt x="5435946" y="4201256"/>
                      <a:pt x="5403595" y="4392647"/>
                      <a:pt x="5340773" y="4570298"/>
                    </a:cubicBezTo>
                    <a:cubicBezTo>
                      <a:pt x="5229142" y="4885947"/>
                      <a:pt x="5019440" y="5166333"/>
                      <a:pt x="4717486" y="5403624"/>
                    </a:cubicBezTo>
                    <a:cubicBezTo>
                      <a:pt x="4522001" y="5557262"/>
                      <a:pt x="4287782" y="5692883"/>
                      <a:pt x="4021325" y="5806707"/>
                    </a:cubicBezTo>
                    <a:cubicBezTo>
                      <a:pt x="3799308" y="5901565"/>
                      <a:pt x="3559316" y="5979764"/>
                      <a:pt x="3307981" y="6039155"/>
                    </a:cubicBezTo>
                    <a:cubicBezTo>
                      <a:pt x="3000548" y="6111809"/>
                      <a:pt x="2729949" y="6142070"/>
                      <a:pt x="2576323" y="6142070"/>
                    </a:cubicBezTo>
                    <a:close/>
                    <a:moveTo>
                      <a:pt x="1138384" y="2275810"/>
                    </a:moveTo>
                    <a:cubicBezTo>
                      <a:pt x="704469" y="2275810"/>
                      <a:pt x="328419" y="2311277"/>
                      <a:pt x="137145" y="2498028"/>
                    </a:cubicBezTo>
                    <a:cubicBezTo>
                      <a:pt x="46794" y="2586254"/>
                      <a:pt x="2852" y="2701640"/>
                      <a:pt x="2852" y="2850819"/>
                    </a:cubicBezTo>
                    <a:cubicBezTo>
                      <a:pt x="2852" y="3144807"/>
                      <a:pt x="146585" y="3393506"/>
                      <a:pt x="442269" y="3611174"/>
                    </a:cubicBezTo>
                    <a:cubicBezTo>
                      <a:pt x="706077" y="3805371"/>
                      <a:pt x="1063609" y="3957401"/>
                      <a:pt x="1409369" y="4104452"/>
                    </a:cubicBezTo>
                    <a:cubicBezTo>
                      <a:pt x="1702856" y="4229254"/>
                      <a:pt x="2006305" y="4358289"/>
                      <a:pt x="2250621" y="4512424"/>
                    </a:cubicBezTo>
                    <a:cubicBezTo>
                      <a:pt x="2382174" y="4595422"/>
                      <a:pt x="2486606" y="4678872"/>
                      <a:pt x="2569871" y="4767550"/>
                    </a:cubicBezTo>
                    <a:cubicBezTo>
                      <a:pt x="2663369" y="4867138"/>
                      <a:pt x="2728024" y="4970710"/>
                      <a:pt x="2767506" y="5084218"/>
                    </a:cubicBezTo>
                    <a:cubicBezTo>
                      <a:pt x="2812625" y="5213932"/>
                      <a:pt x="2823129" y="5357452"/>
                      <a:pt x="2798680" y="5510772"/>
                    </a:cubicBezTo>
                    <a:cubicBezTo>
                      <a:pt x="2772464" y="5675273"/>
                      <a:pt x="2705001" y="5857995"/>
                      <a:pt x="2598169" y="6053844"/>
                    </a:cubicBezTo>
                    <a:lnTo>
                      <a:pt x="2597875" y="6054410"/>
                    </a:lnTo>
                    <a:lnTo>
                      <a:pt x="2597264" y="6054569"/>
                    </a:lnTo>
                    <a:cubicBezTo>
                      <a:pt x="2463017" y="6086731"/>
                      <a:pt x="2446015" y="6107463"/>
                      <a:pt x="2444928" y="6114887"/>
                    </a:cubicBezTo>
                    <a:cubicBezTo>
                      <a:pt x="2444430" y="6118259"/>
                      <a:pt x="2446717" y="6121428"/>
                      <a:pt x="2451697" y="6124326"/>
                    </a:cubicBezTo>
                    <a:cubicBezTo>
                      <a:pt x="2468586" y="6134103"/>
                      <a:pt x="2512097" y="6139422"/>
                      <a:pt x="2576210" y="6139422"/>
                    </a:cubicBezTo>
                    <a:cubicBezTo>
                      <a:pt x="2729156" y="6139422"/>
                      <a:pt x="2999620" y="6109116"/>
                      <a:pt x="3307325" y="6036394"/>
                    </a:cubicBezTo>
                    <a:cubicBezTo>
                      <a:pt x="3698996" y="5943822"/>
                      <a:pt x="4261272" y="5758520"/>
                      <a:pt x="4715697" y="5401406"/>
                    </a:cubicBezTo>
                    <a:cubicBezTo>
                      <a:pt x="5376950" y="4881738"/>
                      <a:pt x="5583618" y="4181384"/>
                      <a:pt x="5329952" y="3319811"/>
                    </a:cubicBezTo>
                    <a:cubicBezTo>
                      <a:pt x="5163558" y="2754626"/>
                      <a:pt x="4792963" y="1924808"/>
                      <a:pt x="4385830" y="1205759"/>
                    </a:cubicBezTo>
                    <a:cubicBezTo>
                      <a:pt x="4181629" y="845114"/>
                      <a:pt x="3985578" y="544493"/>
                      <a:pt x="3818822" y="336400"/>
                    </a:cubicBezTo>
                    <a:cubicBezTo>
                      <a:pt x="3729241" y="224612"/>
                      <a:pt x="3648240" y="139600"/>
                      <a:pt x="3578015" y="83717"/>
                    </a:cubicBezTo>
                    <a:cubicBezTo>
                      <a:pt x="3503738" y="24598"/>
                      <a:pt x="3441051" y="-2291"/>
                      <a:pt x="3391676" y="3775"/>
                    </a:cubicBezTo>
                    <a:cubicBezTo>
                      <a:pt x="3307574" y="14096"/>
                      <a:pt x="3260689" y="119795"/>
                      <a:pt x="3252313" y="317976"/>
                    </a:cubicBezTo>
                    <a:cubicBezTo>
                      <a:pt x="3329171" y="510566"/>
                      <a:pt x="3388846" y="690481"/>
                      <a:pt x="3429732" y="852764"/>
                    </a:cubicBezTo>
                    <a:cubicBezTo>
                      <a:pt x="3469055" y="1008891"/>
                      <a:pt x="3492169" y="1153384"/>
                      <a:pt x="3498395" y="1282238"/>
                    </a:cubicBezTo>
                    <a:cubicBezTo>
                      <a:pt x="3504349" y="1405614"/>
                      <a:pt x="3495022" y="1518443"/>
                      <a:pt x="3470663" y="1617578"/>
                    </a:cubicBezTo>
                    <a:cubicBezTo>
                      <a:pt x="3447458" y="1711983"/>
                      <a:pt x="3409901" y="1796950"/>
                      <a:pt x="3359009" y="1870147"/>
                    </a:cubicBezTo>
                    <a:cubicBezTo>
                      <a:pt x="3284279" y="1977634"/>
                      <a:pt x="3181929" y="2061356"/>
                      <a:pt x="3046120" y="2126089"/>
                    </a:cubicBezTo>
                    <a:cubicBezTo>
                      <a:pt x="2925818" y="2183420"/>
                      <a:pt x="2782267" y="2224206"/>
                      <a:pt x="2607293" y="2250800"/>
                    </a:cubicBezTo>
                    <a:cubicBezTo>
                      <a:pt x="2283537" y="2299983"/>
                      <a:pt x="1907623" y="2291043"/>
                      <a:pt x="1544114" y="2282419"/>
                    </a:cubicBezTo>
                    <a:cubicBezTo>
                      <a:pt x="1405928" y="2279137"/>
                      <a:pt x="1269485" y="2275901"/>
                      <a:pt x="1138362" y="2275901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431E44EA-FA06-901F-3AF3-8FAF3873AE80}"/>
                  </a:ext>
                </a:extLst>
              </p:cNvPr>
              <p:cNvSpPr/>
              <p:nvPr/>
            </p:nvSpPr>
            <p:spPr>
              <a:xfrm>
                <a:off x="3485990" y="98620"/>
                <a:ext cx="5386864" cy="6063507"/>
              </a:xfrm>
              <a:custGeom>
                <a:avLst/>
                <a:gdLst>
                  <a:gd name="connsiteX0" fmla="*/ 2528601 w 5386864"/>
                  <a:gd name="connsiteY0" fmla="*/ 6063508 h 6063507"/>
                  <a:gd name="connsiteX1" fmla="*/ 2388920 w 5386864"/>
                  <a:gd name="connsiteY1" fmla="*/ 6050764 h 6063507"/>
                  <a:gd name="connsiteX2" fmla="*/ 2385887 w 5386864"/>
                  <a:gd name="connsiteY2" fmla="*/ 6045106 h 6063507"/>
                  <a:gd name="connsiteX3" fmla="*/ 2550945 w 5386864"/>
                  <a:gd name="connsiteY3" fmla="*/ 6012830 h 6063507"/>
                  <a:gd name="connsiteX4" fmla="*/ 2727006 w 5386864"/>
                  <a:gd name="connsiteY4" fmla="*/ 5139398 h 6063507"/>
                  <a:gd name="connsiteX5" fmla="*/ 2235747 w 5386864"/>
                  <a:gd name="connsiteY5" fmla="*/ 4558527 h 6063507"/>
                  <a:gd name="connsiteX6" fmla="*/ 1408146 w 5386864"/>
                  <a:gd name="connsiteY6" fmla="*/ 4115881 h 6063507"/>
                  <a:gd name="connsiteX7" fmla="*/ 442087 w 5386864"/>
                  <a:gd name="connsiteY7" fmla="*/ 3575049 h 6063507"/>
                  <a:gd name="connsiteX8" fmla="*/ 121796 w 5386864"/>
                  <a:gd name="connsiteY8" fmla="*/ 3227736 h 6063507"/>
                  <a:gd name="connsiteX9" fmla="*/ 0 w 5386864"/>
                  <a:gd name="connsiteY9" fmla="*/ 2789503 h 6063507"/>
                  <a:gd name="connsiteX10" fmla="*/ 35226 w 5386864"/>
                  <a:gd name="connsiteY10" fmla="*/ 2584442 h 6063507"/>
                  <a:gd name="connsiteX11" fmla="*/ 135175 w 5386864"/>
                  <a:gd name="connsiteY11" fmla="*/ 2432321 h 6063507"/>
                  <a:gd name="connsiteX12" fmla="*/ 1535828 w 5386864"/>
                  <a:gd name="connsiteY12" fmla="*/ 2196501 h 6063507"/>
                  <a:gd name="connsiteX13" fmla="*/ 2590676 w 5386864"/>
                  <a:gd name="connsiteY13" fmla="*/ 2150079 h 6063507"/>
                  <a:gd name="connsiteX14" fmla="*/ 3338566 w 5386864"/>
                  <a:gd name="connsiteY14" fmla="*/ 1763835 h 6063507"/>
                  <a:gd name="connsiteX15" fmla="*/ 3482887 w 5386864"/>
                  <a:gd name="connsiteY15" fmla="*/ 1207002 h 6063507"/>
                  <a:gd name="connsiteX16" fmla="*/ 3277147 w 5386864"/>
                  <a:gd name="connsiteY16" fmla="*/ 309374 h 6063507"/>
                  <a:gd name="connsiteX17" fmla="*/ 3277012 w 5386864"/>
                  <a:gd name="connsiteY17" fmla="*/ 309034 h 6063507"/>
                  <a:gd name="connsiteX18" fmla="*/ 3277057 w 5386864"/>
                  <a:gd name="connsiteY18" fmla="*/ 308672 h 6063507"/>
                  <a:gd name="connsiteX19" fmla="*/ 3441527 w 5386864"/>
                  <a:gd name="connsiteY19" fmla="*/ 537 h 6063507"/>
                  <a:gd name="connsiteX20" fmla="*/ 3850539 w 5386864"/>
                  <a:gd name="connsiteY20" fmla="*/ 340585 h 6063507"/>
                  <a:gd name="connsiteX21" fmla="*/ 4369734 w 5386864"/>
                  <a:gd name="connsiteY21" fmla="*/ 1212140 h 6063507"/>
                  <a:gd name="connsiteX22" fmla="*/ 5257983 w 5386864"/>
                  <a:gd name="connsiteY22" fmla="*/ 3309647 h 6063507"/>
                  <a:gd name="connsiteX23" fmla="*/ 5386096 w 5386864"/>
                  <a:gd name="connsiteY23" fmla="*/ 4011834 h 6063507"/>
                  <a:gd name="connsiteX24" fmla="*/ 5307992 w 5386864"/>
                  <a:gd name="connsiteY24" fmla="*/ 4586366 h 6063507"/>
                  <a:gd name="connsiteX25" fmla="*/ 4704876 w 5386864"/>
                  <a:gd name="connsiteY25" fmla="*/ 5401156 h 6063507"/>
                  <a:gd name="connsiteX26" fmla="*/ 3248442 w 5386864"/>
                  <a:gd name="connsiteY26" fmla="*/ 5987526 h 6063507"/>
                  <a:gd name="connsiteX27" fmla="*/ 2658162 w 5386864"/>
                  <a:gd name="connsiteY27" fmla="*/ 6059886 h 6063507"/>
                  <a:gd name="connsiteX28" fmla="*/ 2528623 w 5386864"/>
                  <a:gd name="connsiteY28" fmla="*/ 6063485 h 6063507"/>
                  <a:gd name="connsiteX29" fmla="*/ 1277680 w 5386864"/>
                  <a:gd name="connsiteY29" fmla="*/ 2197836 h 6063507"/>
                  <a:gd name="connsiteX30" fmla="*/ 137213 w 5386864"/>
                  <a:gd name="connsiteY30" fmla="*/ 2434426 h 6063507"/>
                  <a:gd name="connsiteX31" fmla="*/ 2920 w 5386864"/>
                  <a:gd name="connsiteY31" fmla="*/ 2789525 h 6063507"/>
                  <a:gd name="connsiteX32" fmla="*/ 443876 w 5386864"/>
                  <a:gd name="connsiteY32" fmla="*/ 3572763 h 6063507"/>
                  <a:gd name="connsiteX33" fmla="*/ 1409391 w 5386864"/>
                  <a:gd name="connsiteY33" fmla="*/ 4113255 h 6063507"/>
                  <a:gd name="connsiteX34" fmla="*/ 2237400 w 5386864"/>
                  <a:gd name="connsiteY34" fmla="*/ 4556128 h 6063507"/>
                  <a:gd name="connsiteX35" fmla="*/ 2545964 w 5386864"/>
                  <a:gd name="connsiteY35" fmla="*/ 4820851 h 6063507"/>
                  <a:gd name="connsiteX36" fmla="*/ 2729813 w 5386864"/>
                  <a:gd name="connsiteY36" fmla="*/ 5138537 h 6063507"/>
                  <a:gd name="connsiteX37" fmla="*/ 2747086 w 5386864"/>
                  <a:gd name="connsiteY37" fmla="*/ 5531548 h 6063507"/>
                  <a:gd name="connsiteX38" fmla="*/ 2553096 w 5386864"/>
                  <a:gd name="connsiteY38" fmla="*/ 6014981 h 6063507"/>
                  <a:gd name="connsiteX39" fmla="*/ 2552711 w 5386864"/>
                  <a:gd name="connsiteY39" fmla="*/ 6015637 h 6063507"/>
                  <a:gd name="connsiteX40" fmla="*/ 2551964 w 5386864"/>
                  <a:gd name="connsiteY40" fmla="*/ 6015705 h 6063507"/>
                  <a:gd name="connsiteX41" fmla="*/ 2388739 w 5386864"/>
                  <a:gd name="connsiteY41" fmla="*/ 6045830 h 6063507"/>
                  <a:gd name="connsiteX42" fmla="*/ 2390550 w 5386864"/>
                  <a:gd name="connsiteY42" fmla="*/ 6048320 h 6063507"/>
                  <a:gd name="connsiteX43" fmla="*/ 3247876 w 5386864"/>
                  <a:gd name="connsiteY43" fmla="*/ 5984674 h 6063507"/>
                  <a:gd name="connsiteX44" fmla="*/ 4703065 w 5386864"/>
                  <a:gd name="connsiteY44" fmla="*/ 5398847 h 6063507"/>
                  <a:gd name="connsiteX45" fmla="*/ 5255153 w 5386864"/>
                  <a:gd name="connsiteY45" fmla="*/ 3310575 h 6063507"/>
                  <a:gd name="connsiteX46" fmla="*/ 4367085 w 5386864"/>
                  <a:gd name="connsiteY46" fmla="*/ 1213521 h 6063507"/>
                  <a:gd name="connsiteX47" fmla="*/ 3848117 w 5386864"/>
                  <a:gd name="connsiteY47" fmla="*/ 342351 h 6063507"/>
                  <a:gd name="connsiteX48" fmla="*/ 3441753 w 5386864"/>
                  <a:gd name="connsiteY48" fmla="*/ 3480 h 6063507"/>
                  <a:gd name="connsiteX49" fmla="*/ 3279977 w 5386864"/>
                  <a:gd name="connsiteY49" fmla="*/ 308672 h 6063507"/>
                  <a:gd name="connsiteX50" fmla="*/ 3432200 w 5386864"/>
                  <a:gd name="connsiteY50" fmla="*/ 805164 h 6063507"/>
                  <a:gd name="connsiteX51" fmla="*/ 3485785 w 5386864"/>
                  <a:gd name="connsiteY51" fmla="*/ 1206934 h 6063507"/>
                  <a:gd name="connsiteX52" fmla="*/ 3451669 w 5386864"/>
                  <a:gd name="connsiteY52" fmla="*/ 1523738 h 6063507"/>
                  <a:gd name="connsiteX53" fmla="*/ 3340943 w 5386864"/>
                  <a:gd name="connsiteY53" fmla="*/ 1765533 h 6063507"/>
                  <a:gd name="connsiteX54" fmla="*/ 3027896 w 5386864"/>
                  <a:gd name="connsiteY54" fmla="*/ 2023308 h 6063507"/>
                  <a:gd name="connsiteX55" fmla="*/ 2591129 w 5386864"/>
                  <a:gd name="connsiteY55" fmla="*/ 2152999 h 6063507"/>
                  <a:gd name="connsiteX56" fmla="*/ 1535783 w 5386864"/>
                  <a:gd name="connsiteY56" fmla="*/ 2199443 h 6063507"/>
                  <a:gd name="connsiteX57" fmla="*/ 1277702 w 5386864"/>
                  <a:gd name="connsiteY57" fmla="*/ 2197836 h 6063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86864" h="6063507">
                    <a:moveTo>
                      <a:pt x="2528601" y="6063508"/>
                    </a:moveTo>
                    <a:cubicBezTo>
                      <a:pt x="2454074" y="6063508"/>
                      <a:pt x="2401462" y="6059049"/>
                      <a:pt x="2388920" y="6050764"/>
                    </a:cubicBezTo>
                    <a:cubicBezTo>
                      <a:pt x="2385773" y="6048682"/>
                      <a:pt x="2385524" y="6046532"/>
                      <a:pt x="2385887" y="6045106"/>
                    </a:cubicBezTo>
                    <a:cubicBezTo>
                      <a:pt x="2389599" y="6030304"/>
                      <a:pt x="2490522" y="6018557"/>
                      <a:pt x="2550945" y="6012830"/>
                    </a:cubicBezTo>
                    <a:cubicBezTo>
                      <a:pt x="2747222" y="5677830"/>
                      <a:pt x="2804815" y="5392102"/>
                      <a:pt x="2727006" y="5139398"/>
                    </a:cubicBezTo>
                    <a:cubicBezTo>
                      <a:pt x="2662712" y="4930602"/>
                      <a:pt x="2502023" y="4740593"/>
                      <a:pt x="2235747" y="4558527"/>
                    </a:cubicBezTo>
                    <a:cubicBezTo>
                      <a:pt x="1997792" y="4395836"/>
                      <a:pt x="1698034" y="4253516"/>
                      <a:pt x="1408146" y="4115881"/>
                    </a:cubicBezTo>
                    <a:cubicBezTo>
                      <a:pt x="1063269" y="3952126"/>
                      <a:pt x="706665" y="3782826"/>
                      <a:pt x="442087" y="3575049"/>
                    </a:cubicBezTo>
                    <a:cubicBezTo>
                      <a:pt x="299487" y="3463058"/>
                      <a:pt x="194715" y="3349460"/>
                      <a:pt x="121796" y="3227736"/>
                    </a:cubicBezTo>
                    <a:cubicBezTo>
                      <a:pt x="39844" y="3090915"/>
                      <a:pt x="0" y="2947553"/>
                      <a:pt x="0" y="2789503"/>
                    </a:cubicBezTo>
                    <a:cubicBezTo>
                      <a:pt x="0" y="2713476"/>
                      <a:pt x="11840" y="2644489"/>
                      <a:pt x="35226" y="2584442"/>
                    </a:cubicBezTo>
                    <a:cubicBezTo>
                      <a:pt x="57547" y="2527065"/>
                      <a:pt x="91188" y="2475891"/>
                      <a:pt x="135175" y="2432321"/>
                    </a:cubicBezTo>
                    <a:cubicBezTo>
                      <a:pt x="384087" y="2185772"/>
                      <a:pt x="943533" y="2190978"/>
                      <a:pt x="1535828" y="2196501"/>
                    </a:cubicBezTo>
                    <a:cubicBezTo>
                      <a:pt x="1896326" y="2199850"/>
                      <a:pt x="2269117" y="2203336"/>
                      <a:pt x="2590676" y="2150079"/>
                    </a:cubicBezTo>
                    <a:cubicBezTo>
                      <a:pt x="2954094" y="2089896"/>
                      <a:pt x="3198727" y="1963555"/>
                      <a:pt x="3338566" y="1763835"/>
                    </a:cubicBezTo>
                    <a:cubicBezTo>
                      <a:pt x="3439308" y="1619953"/>
                      <a:pt x="3487845" y="1432592"/>
                      <a:pt x="3482887" y="1207002"/>
                    </a:cubicBezTo>
                    <a:cubicBezTo>
                      <a:pt x="3477454" y="960861"/>
                      <a:pt x="3408248" y="658860"/>
                      <a:pt x="3277147" y="309374"/>
                    </a:cubicBezTo>
                    <a:lnTo>
                      <a:pt x="3277012" y="309034"/>
                    </a:lnTo>
                    <a:lnTo>
                      <a:pt x="3277057" y="308672"/>
                    </a:lnTo>
                    <a:cubicBezTo>
                      <a:pt x="3300148" y="112461"/>
                      <a:pt x="3355477" y="8799"/>
                      <a:pt x="3441527" y="537"/>
                    </a:cubicBezTo>
                    <a:cubicBezTo>
                      <a:pt x="3539937" y="-8878"/>
                      <a:pt x="3677557" y="105512"/>
                      <a:pt x="3850539" y="340585"/>
                    </a:cubicBezTo>
                    <a:cubicBezTo>
                      <a:pt x="4001539" y="545805"/>
                      <a:pt x="4181086" y="847172"/>
                      <a:pt x="4369734" y="1212140"/>
                    </a:cubicBezTo>
                    <a:cubicBezTo>
                      <a:pt x="4712460" y="1875148"/>
                      <a:pt x="5069404" y="2718071"/>
                      <a:pt x="5257983" y="3309647"/>
                    </a:cubicBezTo>
                    <a:cubicBezTo>
                      <a:pt x="5336857" y="3557078"/>
                      <a:pt x="5379961" y="3793328"/>
                      <a:pt x="5386096" y="4011834"/>
                    </a:cubicBezTo>
                    <a:cubicBezTo>
                      <a:pt x="5391823" y="4215605"/>
                      <a:pt x="5365540" y="4408919"/>
                      <a:pt x="5307992" y="4586366"/>
                    </a:cubicBezTo>
                    <a:cubicBezTo>
                      <a:pt x="5205756" y="4901676"/>
                      <a:pt x="5002846" y="5175815"/>
                      <a:pt x="4704876" y="5401156"/>
                    </a:cubicBezTo>
                    <a:cubicBezTo>
                      <a:pt x="4248504" y="5746319"/>
                      <a:pt x="3660963" y="5910549"/>
                      <a:pt x="3248442" y="5987526"/>
                    </a:cubicBezTo>
                    <a:cubicBezTo>
                      <a:pt x="3047909" y="6024962"/>
                      <a:pt x="2838297" y="6050652"/>
                      <a:pt x="2658162" y="6059886"/>
                    </a:cubicBezTo>
                    <a:cubicBezTo>
                      <a:pt x="2610847" y="6062308"/>
                      <a:pt x="2566860" y="6063485"/>
                      <a:pt x="2528623" y="6063485"/>
                    </a:cubicBezTo>
                    <a:close/>
                    <a:moveTo>
                      <a:pt x="1277680" y="2197836"/>
                    </a:moveTo>
                    <a:cubicBezTo>
                      <a:pt x="786421" y="2197836"/>
                      <a:pt x="348771" y="2224883"/>
                      <a:pt x="137213" y="2434426"/>
                    </a:cubicBezTo>
                    <a:cubicBezTo>
                      <a:pt x="46839" y="2523942"/>
                      <a:pt x="2920" y="2640075"/>
                      <a:pt x="2920" y="2789525"/>
                    </a:cubicBezTo>
                    <a:cubicBezTo>
                      <a:pt x="2920" y="3083559"/>
                      <a:pt x="147151" y="3339750"/>
                      <a:pt x="443876" y="3572763"/>
                    </a:cubicBezTo>
                    <a:cubicBezTo>
                      <a:pt x="708205" y="3780337"/>
                      <a:pt x="1064650" y="3949568"/>
                      <a:pt x="1409391" y="4113255"/>
                    </a:cubicBezTo>
                    <a:cubicBezTo>
                      <a:pt x="1699392" y="4250936"/>
                      <a:pt x="1999264" y="4393324"/>
                      <a:pt x="2237400" y="4556128"/>
                    </a:cubicBezTo>
                    <a:cubicBezTo>
                      <a:pt x="2365557" y="4643766"/>
                      <a:pt x="2466503" y="4730362"/>
                      <a:pt x="2545964" y="4820851"/>
                    </a:cubicBezTo>
                    <a:cubicBezTo>
                      <a:pt x="2635138" y="4922408"/>
                      <a:pt x="2695266" y="5026320"/>
                      <a:pt x="2729813" y="5138537"/>
                    </a:cubicBezTo>
                    <a:cubicBezTo>
                      <a:pt x="2767280" y="5260238"/>
                      <a:pt x="2773098" y="5392487"/>
                      <a:pt x="2747086" y="5531548"/>
                    </a:cubicBezTo>
                    <a:cubicBezTo>
                      <a:pt x="2719286" y="5680206"/>
                      <a:pt x="2654019" y="5842852"/>
                      <a:pt x="2553096" y="6014981"/>
                    </a:cubicBezTo>
                    <a:lnTo>
                      <a:pt x="2552711" y="6015637"/>
                    </a:lnTo>
                    <a:lnTo>
                      <a:pt x="2551964" y="6015705"/>
                    </a:lnTo>
                    <a:cubicBezTo>
                      <a:pt x="2400194" y="6030032"/>
                      <a:pt x="2389373" y="6043318"/>
                      <a:pt x="2388739" y="6045830"/>
                    </a:cubicBezTo>
                    <a:cubicBezTo>
                      <a:pt x="2388558" y="6046578"/>
                      <a:pt x="2389169" y="6047415"/>
                      <a:pt x="2390550" y="6048320"/>
                    </a:cubicBezTo>
                    <a:cubicBezTo>
                      <a:pt x="2424304" y="6070614"/>
                      <a:pt x="2792839" y="6069596"/>
                      <a:pt x="3247876" y="5984674"/>
                    </a:cubicBezTo>
                    <a:cubicBezTo>
                      <a:pt x="3660080" y="5907742"/>
                      <a:pt x="4247145" y="5743648"/>
                      <a:pt x="4703065" y="5398847"/>
                    </a:cubicBezTo>
                    <a:cubicBezTo>
                      <a:pt x="5354130" y="4906429"/>
                      <a:pt x="5539880" y="4203835"/>
                      <a:pt x="5255153" y="3310575"/>
                    </a:cubicBezTo>
                    <a:cubicBezTo>
                      <a:pt x="5066619" y="2719134"/>
                      <a:pt x="4709743" y="1876393"/>
                      <a:pt x="4367085" y="1213521"/>
                    </a:cubicBezTo>
                    <a:cubicBezTo>
                      <a:pt x="4178505" y="848689"/>
                      <a:pt x="3999048" y="547457"/>
                      <a:pt x="3848117" y="342351"/>
                    </a:cubicBezTo>
                    <a:cubicBezTo>
                      <a:pt x="3675769" y="108160"/>
                      <a:pt x="3539031" y="-5845"/>
                      <a:pt x="3441753" y="3480"/>
                    </a:cubicBezTo>
                    <a:cubicBezTo>
                      <a:pt x="3357333" y="11582"/>
                      <a:pt x="3302910" y="114271"/>
                      <a:pt x="3279977" y="308672"/>
                    </a:cubicBezTo>
                    <a:cubicBezTo>
                      <a:pt x="3346852" y="486980"/>
                      <a:pt x="3398060" y="654016"/>
                      <a:pt x="3432200" y="805164"/>
                    </a:cubicBezTo>
                    <a:cubicBezTo>
                      <a:pt x="3465071" y="950721"/>
                      <a:pt x="3483114" y="1085912"/>
                      <a:pt x="3485785" y="1206934"/>
                    </a:cubicBezTo>
                    <a:cubicBezTo>
                      <a:pt x="3488343" y="1322954"/>
                      <a:pt x="3476866" y="1429559"/>
                      <a:pt x="3451669" y="1523738"/>
                    </a:cubicBezTo>
                    <a:cubicBezTo>
                      <a:pt x="3427649" y="1613548"/>
                      <a:pt x="3390386" y="1694893"/>
                      <a:pt x="3340943" y="1765533"/>
                    </a:cubicBezTo>
                    <a:cubicBezTo>
                      <a:pt x="3265715" y="1872998"/>
                      <a:pt x="3163320" y="1957308"/>
                      <a:pt x="3027896" y="2023308"/>
                    </a:cubicBezTo>
                    <a:cubicBezTo>
                      <a:pt x="2907934" y="2081771"/>
                      <a:pt x="2765061" y="2124186"/>
                      <a:pt x="2591129" y="2152999"/>
                    </a:cubicBezTo>
                    <a:cubicBezTo>
                      <a:pt x="2269320" y="2206278"/>
                      <a:pt x="1896417" y="2202815"/>
                      <a:pt x="1535783" y="2199443"/>
                    </a:cubicBezTo>
                    <a:cubicBezTo>
                      <a:pt x="1448760" y="2198628"/>
                      <a:pt x="1362439" y="2197836"/>
                      <a:pt x="1277702" y="219783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2BB842CD-F91C-9109-5BC9-9F7D0A334976}"/>
                  </a:ext>
                </a:extLst>
              </p:cNvPr>
              <p:cNvSpPr/>
              <p:nvPr/>
            </p:nvSpPr>
            <p:spPr>
              <a:xfrm>
                <a:off x="3531063" y="107751"/>
                <a:ext cx="5339418" cy="5985230"/>
              </a:xfrm>
              <a:custGeom>
                <a:avLst/>
                <a:gdLst>
                  <a:gd name="connsiteX0" fmla="*/ 2496884 w 5339418"/>
                  <a:gd name="connsiteY0" fmla="*/ 5985230 h 5985230"/>
                  <a:gd name="connsiteX1" fmla="*/ 2330445 w 5339418"/>
                  <a:gd name="connsiteY1" fmla="*/ 5977309 h 5985230"/>
                  <a:gd name="connsiteX2" fmla="*/ 2329698 w 5339418"/>
                  <a:gd name="connsiteY2" fmla="*/ 5975136 h 5985230"/>
                  <a:gd name="connsiteX3" fmla="*/ 2374069 w 5339418"/>
                  <a:gd name="connsiteY3" fmla="*/ 5971220 h 5985230"/>
                  <a:gd name="connsiteX4" fmla="*/ 2505962 w 5339418"/>
                  <a:gd name="connsiteY4" fmla="*/ 5973868 h 5985230"/>
                  <a:gd name="connsiteX5" fmla="*/ 2688067 w 5339418"/>
                  <a:gd name="connsiteY5" fmla="*/ 5193256 h 5985230"/>
                  <a:gd name="connsiteX6" fmla="*/ 2222526 w 5339418"/>
                  <a:gd name="connsiteY6" fmla="*/ 4604713 h 5985230"/>
                  <a:gd name="connsiteX7" fmla="*/ 1408871 w 5339418"/>
                  <a:gd name="connsiteY7" fmla="*/ 4127708 h 5985230"/>
                  <a:gd name="connsiteX8" fmla="*/ 443989 w 5339418"/>
                  <a:gd name="connsiteY8" fmla="*/ 3538101 h 5985230"/>
                  <a:gd name="connsiteX9" fmla="*/ 122498 w 5339418"/>
                  <a:gd name="connsiteY9" fmla="*/ 3173586 h 5985230"/>
                  <a:gd name="connsiteX10" fmla="*/ 0 w 5339418"/>
                  <a:gd name="connsiteY10" fmla="*/ 2728314 h 5985230"/>
                  <a:gd name="connsiteX11" fmla="*/ 33188 w 5339418"/>
                  <a:gd name="connsiteY11" fmla="*/ 2527735 h 5985230"/>
                  <a:gd name="connsiteX12" fmla="*/ 127523 w 5339418"/>
                  <a:gd name="connsiteY12" fmla="*/ 2376496 h 5985230"/>
                  <a:gd name="connsiteX13" fmla="*/ 467375 w 5339418"/>
                  <a:gd name="connsiteY13" fmla="*/ 2194454 h 5985230"/>
                  <a:gd name="connsiteX14" fmla="*/ 1528923 w 5339418"/>
                  <a:gd name="connsiteY14" fmla="*/ 2112950 h 5985230"/>
                  <a:gd name="connsiteX15" fmla="*/ 2576029 w 5339418"/>
                  <a:gd name="connsiteY15" fmla="*/ 2051703 h 5985230"/>
                  <a:gd name="connsiteX16" fmla="*/ 3322312 w 5339418"/>
                  <a:gd name="connsiteY16" fmla="*/ 1659122 h 5985230"/>
                  <a:gd name="connsiteX17" fmla="*/ 3304653 w 5339418"/>
                  <a:gd name="connsiteY17" fmla="*/ 300175 h 5985230"/>
                  <a:gd name="connsiteX18" fmla="*/ 3304517 w 5339418"/>
                  <a:gd name="connsiteY18" fmla="*/ 299790 h 5985230"/>
                  <a:gd name="connsiteX19" fmla="*/ 3304585 w 5339418"/>
                  <a:gd name="connsiteY19" fmla="*/ 299382 h 5985230"/>
                  <a:gd name="connsiteX20" fmla="*/ 3381738 w 5339418"/>
                  <a:gd name="connsiteY20" fmla="*/ 76554 h 5985230"/>
                  <a:gd name="connsiteX21" fmla="*/ 3491920 w 5339418"/>
                  <a:gd name="connsiteY21" fmla="*/ 278 h 5985230"/>
                  <a:gd name="connsiteX22" fmla="*/ 3880784 w 5339418"/>
                  <a:gd name="connsiteY22" fmla="*/ 346890 h 5985230"/>
                  <a:gd name="connsiteX23" fmla="*/ 4352189 w 5339418"/>
                  <a:gd name="connsiteY23" fmla="*/ 1220165 h 5985230"/>
                  <a:gd name="connsiteX24" fmla="*/ 5183254 w 5339418"/>
                  <a:gd name="connsiteY24" fmla="*/ 3300470 h 5985230"/>
                  <a:gd name="connsiteX25" fmla="*/ 5335724 w 5339418"/>
                  <a:gd name="connsiteY25" fmla="*/ 4020968 h 5985230"/>
                  <a:gd name="connsiteX26" fmla="*/ 5276593 w 5339418"/>
                  <a:gd name="connsiteY26" fmla="*/ 4600729 h 5985230"/>
                  <a:gd name="connsiteX27" fmla="*/ 4696092 w 5339418"/>
                  <a:gd name="connsiteY27" fmla="*/ 5397977 h 5985230"/>
                  <a:gd name="connsiteX28" fmla="*/ 3959567 w 5339418"/>
                  <a:gd name="connsiteY28" fmla="*/ 5761089 h 5985230"/>
                  <a:gd name="connsiteX29" fmla="*/ 3192954 w 5339418"/>
                  <a:gd name="connsiteY29" fmla="*/ 5934101 h 5985230"/>
                  <a:gd name="connsiteX30" fmla="*/ 2496906 w 5339418"/>
                  <a:gd name="connsiteY30" fmla="*/ 5985230 h 5985230"/>
                  <a:gd name="connsiteX31" fmla="*/ 2335289 w 5339418"/>
                  <a:gd name="connsiteY31" fmla="*/ 5975860 h 5985230"/>
                  <a:gd name="connsiteX32" fmla="*/ 3206107 w 5339418"/>
                  <a:gd name="connsiteY32" fmla="*/ 5929189 h 5985230"/>
                  <a:gd name="connsiteX33" fmla="*/ 4717622 w 5339418"/>
                  <a:gd name="connsiteY33" fmla="*/ 5378218 h 5985230"/>
                  <a:gd name="connsiteX34" fmla="*/ 5180378 w 5339418"/>
                  <a:gd name="connsiteY34" fmla="*/ 3301444 h 5985230"/>
                  <a:gd name="connsiteX35" fmla="*/ 4349427 w 5339418"/>
                  <a:gd name="connsiteY35" fmla="*/ 1221433 h 5985230"/>
                  <a:gd name="connsiteX36" fmla="*/ 3878249 w 5339418"/>
                  <a:gd name="connsiteY36" fmla="*/ 348565 h 5985230"/>
                  <a:gd name="connsiteX37" fmla="*/ 3492101 w 5339418"/>
                  <a:gd name="connsiteY37" fmla="*/ 3289 h 5985230"/>
                  <a:gd name="connsiteX38" fmla="*/ 3307619 w 5339418"/>
                  <a:gd name="connsiteY38" fmla="*/ 299563 h 5985230"/>
                  <a:gd name="connsiteX39" fmla="*/ 3474556 w 5339418"/>
                  <a:gd name="connsiteY39" fmla="*/ 1132301 h 5985230"/>
                  <a:gd name="connsiteX40" fmla="*/ 3434396 w 5339418"/>
                  <a:gd name="connsiteY40" fmla="*/ 1430319 h 5985230"/>
                  <a:gd name="connsiteX41" fmla="*/ 3324757 w 5339418"/>
                  <a:gd name="connsiteY41" fmla="*/ 1660888 h 5985230"/>
                  <a:gd name="connsiteX42" fmla="*/ 3011325 w 5339418"/>
                  <a:gd name="connsiteY42" fmla="*/ 1920179 h 5985230"/>
                  <a:gd name="connsiteX43" fmla="*/ 2576527 w 5339418"/>
                  <a:gd name="connsiteY43" fmla="*/ 2054691 h 5985230"/>
                  <a:gd name="connsiteX44" fmla="*/ 1528923 w 5339418"/>
                  <a:gd name="connsiteY44" fmla="*/ 2115983 h 5985230"/>
                  <a:gd name="connsiteX45" fmla="*/ 468167 w 5339418"/>
                  <a:gd name="connsiteY45" fmla="*/ 2197374 h 5985230"/>
                  <a:gd name="connsiteX46" fmla="*/ 3011 w 5339418"/>
                  <a:gd name="connsiteY46" fmla="*/ 2728291 h 5985230"/>
                  <a:gd name="connsiteX47" fmla="*/ 445936 w 5339418"/>
                  <a:gd name="connsiteY47" fmla="*/ 3535747 h 5985230"/>
                  <a:gd name="connsiteX48" fmla="*/ 1410297 w 5339418"/>
                  <a:gd name="connsiteY48" fmla="*/ 4125015 h 5985230"/>
                  <a:gd name="connsiteX49" fmla="*/ 2224337 w 5339418"/>
                  <a:gd name="connsiteY49" fmla="*/ 4602268 h 5985230"/>
                  <a:gd name="connsiteX50" fmla="*/ 2521651 w 5339418"/>
                  <a:gd name="connsiteY50" fmla="*/ 4875524 h 5985230"/>
                  <a:gd name="connsiteX51" fmla="*/ 2691010 w 5339418"/>
                  <a:gd name="connsiteY51" fmla="*/ 5192486 h 5985230"/>
                  <a:gd name="connsiteX52" fmla="*/ 2695085 w 5339418"/>
                  <a:gd name="connsiteY52" fmla="*/ 5550868 h 5985230"/>
                  <a:gd name="connsiteX53" fmla="*/ 2508067 w 5339418"/>
                  <a:gd name="connsiteY53" fmla="*/ 5976245 h 5985230"/>
                  <a:gd name="connsiteX54" fmla="*/ 2507592 w 5339418"/>
                  <a:gd name="connsiteY54" fmla="*/ 5976969 h 5985230"/>
                  <a:gd name="connsiteX55" fmla="*/ 2506732 w 5339418"/>
                  <a:gd name="connsiteY55" fmla="*/ 5976969 h 5985230"/>
                  <a:gd name="connsiteX56" fmla="*/ 2335312 w 5339418"/>
                  <a:gd name="connsiteY56" fmla="*/ 5975860 h 598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339418" h="5985230">
                    <a:moveTo>
                      <a:pt x="2496884" y="5985230"/>
                    </a:moveTo>
                    <a:cubicBezTo>
                      <a:pt x="2395621" y="5985230"/>
                      <a:pt x="2335086" y="5980749"/>
                      <a:pt x="2330445" y="5977309"/>
                    </a:cubicBezTo>
                    <a:cubicBezTo>
                      <a:pt x="2329562" y="5976652"/>
                      <a:pt x="2329471" y="5975747"/>
                      <a:pt x="2329698" y="5975136"/>
                    </a:cubicBezTo>
                    <a:cubicBezTo>
                      <a:pt x="2330196" y="5973732"/>
                      <a:pt x="2330943" y="5971582"/>
                      <a:pt x="2374069" y="5971220"/>
                    </a:cubicBezTo>
                    <a:cubicBezTo>
                      <a:pt x="2406035" y="5970926"/>
                      <a:pt x="2451629" y="5971877"/>
                      <a:pt x="2505962" y="5973868"/>
                    </a:cubicBezTo>
                    <a:cubicBezTo>
                      <a:pt x="2690852" y="5682709"/>
                      <a:pt x="2750414" y="5427356"/>
                      <a:pt x="2688067" y="5193256"/>
                    </a:cubicBezTo>
                    <a:cubicBezTo>
                      <a:pt x="2633440" y="4988150"/>
                      <a:pt x="2481150" y="4795628"/>
                      <a:pt x="2222526" y="4604713"/>
                    </a:cubicBezTo>
                    <a:cubicBezTo>
                      <a:pt x="1991069" y="4433829"/>
                      <a:pt x="1695091" y="4278200"/>
                      <a:pt x="1408871" y="4127708"/>
                    </a:cubicBezTo>
                    <a:cubicBezTo>
                      <a:pt x="1064922" y="3946843"/>
                      <a:pt x="709269" y="3759843"/>
                      <a:pt x="443989" y="3538101"/>
                    </a:cubicBezTo>
                    <a:cubicBezTo>
                      <a:pt x="300913" y="3418505"/>
                      <a:pt x="195734" y="3299271"/>
                      <a:pt x="122498" y="3173586"/>
                    </a:cubicBezTo>
                    <a:cubicBezTo>
                      <a:pt x="40070" y="3032148"/>
                      <a:pt x="0" y="2886501"/>
                      <a:pt x="0" y="2728314"/>
                    </a:cubicBezTo>
                    <a:cubicBezTo>
                      <a:pt x="0" y="2654347"/>
                      <a:pt x="11161" y="2586876"/>
                      <a:pt x="33188" y="2527735"/>
                    </a:cubicBezTo>
                    <a:cubicBezTo>
                      <a:pt x="54265" y="2471150"/>
                      <a:pt x="86004" y="2420270"/>
                      <a:pt x="127523" y="2376496"/>
                    </a:cubicBezTo>
                    <a:cubicBezTo>
                      <a:pt x="204404" y="2295468"/>
                      <a:pt x="315583" y="2235941"/>
                      <a:pt x="467375" y="2194454"/>
                    </a:cubicBezTo>
                    <a:cubicBezTo>
                      <a:pt x="750290" y="2117183"/>
                      <a:pt x="1128491" y="2115123"/>
                      <a:pt x="1528923" y="2112950"/>
                    </a:cubicBezTo>
                    <a:cubicBezTo>
                      <a:pt x="1886569" y="2111003"/>
                      <a:pt x="2256371" y="2109012"/>
                      <a:pt x="2576029" y="2051703"/>
                    </a:cubicBezTo>
                    <a:cubicBezTo>
                      <a:pt x="2937296" y="1986926"/>
                      <a:pt x="3181409" y="1858525"/>
                      <a:pt x="3322312" y="1659122"/>
                    </a:cubicBezTo>
                    <a:cubicBezTo>
                      <a:pt x="3527757" y="1368370"/>
                      <a:pt x="3521984" y="923845"/>
                      <a:pt x="3304653" y="300175"/>
                    </a:cubicBezTo>
                    <a:lnTo>
                      <a:pt x="3304517" y="299790"/>
                    </a:lnTo>
                    <a:lnTo>
                      <a:pt x="3304585" y="299382"/>
                    </a:lnTo>
                    <a:cubicBezTo>
                      <a:pt x="3323806" y="201198"/>
                      <a:pt x="3349772" y="126212"/>
                      <a:pt x="3381738" y="76554"/>
                    </a:cubicBezTo>
                    <a:cubicBezTo>
                      <a:pt x="3412459" y="28842"/>
                      <a:pt x="3449518" y="3176"/>
                      <a:pt x="3491920" y="278"/>
                    </a:cubicBezTo>
                    <a:cubicBezTo>
                      <a:pt x="3590829" y="-6489"/>
                      <a:pt x="3721680" y="110120"/>
                      <a:pt x="3880784" y="346890"/>
                    </a:cubicBezTo>
                    <a:cubicBezTo>
                      <a:pt x="4018291" y="551521"/>
                      <a:pt x="4176898" y="845329"/>
                      <a:pt x="4352189" y="1220165"/>
                    </a:cubicBezTo>
                    <a:cubicBezTo>
                      <a:pt x="4678728" y="1918436"/>
                      <a:pt x="4995601" y="2752645"/>
                      <a:pt x="5183254" y="3300470"/>
                    </a:cubicBezTo>
                    <a:cubicBezTo>
                      <a:pt x="5270865" y="3556253"/>
                      <a:pt x="5322164" y="3798682"/>
                      <a:pt x="5335724" y="4020968"/>
                    </a:cubicBezTo>
                    <a:cubicBezTo>
                      <a:pt x="5348380" y="4228406"/>
                      <a:pt x="5328480" y="4423462"/>
                      <a:pt x="5276593" y="4600729"/>
                    </a:cubicBezTo>
                    <a:cubicBezTo>
                      <a:pt x="5184363" y="4915767"/>
                      <a:pt x="4989059" y="5183999"/>
                      <a:pt x="4696092" y="5397977"/>
                    </a:cubicBezTo>
                    <a:cubicBezTo>
                      <a:pt x="4495605" y="5544395"/>
                      <a:pt x="4247802" y="5666571"/>
                      <a:pt x="3959567" y="5761089"/>
                    </a:cubicBezTo>
                    <a:cubicBezTo>
                      <a:pt x="3727158" y="5837297"/>
                      <a:pt x="3469236" y="5895511"/>
                      <a:pt x="3192954" y="5934101"/>
                    </a:cubicBezTo>
                    <a:cubicBezTo>
                      <a:pt x="2901844" y="5974751"/>
                      <a:pt x="2651755" y="5985230"/>
                      <a:pt x="2496906" y="5985230"/>
                    </a:cubicBezTo>
                    <a:close/>
                    <a:moveTo>
                      <a:pt x="2335289" y="5975860"/>
                    </a:moveTo>
                    <a:cubicBezTo>
                      <a:pt x="2374205" y="5984212"/>
                      <a:pt x="2749758" y="5994125"/>
                      <a:pt x="3206107" y="5929189"/>
                    </a:cubicBezTo>
                    <a:cubicBezTo>
                      <a:pt x="3644980" y="5866743"/>
                      <a:pt x="4263445" y="5720462"/>
                      <a:pt x="4717622" y="5378218"/>
                    </a:cubicBezTo>
                    <a:cubicBezTo>
                      <a:pt x="5336856" y="4911580"/>
                      <a:pt x="5492565" y="4212856"/>
                      <a:pt x="5180378" y="3301444"/>
                    </a:cubicBezTo>
                    <a:cubicBezTo>
                      <a:pt x="4992749" y="2753664"/>
                      <a:pt x="4675921" y="1919590"/>
                      <a:pt x="4349427" y="1221433"/>
                    </a:cubicBezTo>
                    <a:cubicBezTo>
                      <a:pt x="4174204" y="846732"/>
                      <a:pt x="4015665" y="553038"/>
                      <a:pt x="3878249" y="348565"/>
                    </a:cubicBezTo>
                    <a:cubicBezTo>
                      <a:pt x="3719801" y="112768"/>
                      <a:pt x="3589923" y="-3411"/>
                      <a:pt x="3492101" y="3289"/>
                    </a:cubicBezTo>
                    <a:cubicBezTo>
                      <a:pt x="3407093" y="9106"/>
                      <a:pt x="3345041" y="108762"/>
                      <a:pt x="3307619" y="299563"/>
                    </a:cubicBezTo>
                    <a:cubicBezTo>
                      <a:pt x="3419884" y="621822"/>
                      <a:pt x="3476050" y="902004"/>
                      <a:pt x="3474556" y="1132301"/>
                    </a:cubicBezTo>
                    <a:cubicBezTo>
                      <a:pt x="3473855" y="1240943"/>
                      <a:pt x="3460339" y="1341210"/>
                      <a:pt x="3434396" y="1430319"/>
                    </a:cubicBezTo>
                    <a:cubicBezTo>
                      <a:pt x="3409629" y="1515421"/>
                      <a:pt x="3372728" y="1592987"/>
                      <a:pt x="3324757" y="1660888"/>
                    </a:cubicBezTo>
                    <a:cubicBezTo>
                      <a:pt x="3248940" y="1768171"/>
                      <a:pt x="3146432" y="1852980"/>
                      <a:pt x="3011325" y="1920179"/>
                    </a:cubicBezTo>
                    <a:cubicBezTo>
                      <a:pt x="2891656" y="1979706"/>
                      <a:pt x="2749441" y="2023705"/>
                      <a:pt x="2576527" y="2054691"/>
                    </a:cubicBezTo>
                    <a:cubicBezTo>
                      <a:pt x="2256620" y="2112045"/>
                      <a:pt x="1886682" y="2114059"/>
                      <a:pt x="1528923" y="2115983"/>
                    </a:cubicBezTo>
                    <a:cubicBezTo>
                      <a:pt x="1128718" y="2118156"/>
                      <a:pt x="750697" y="2120215"/>
                      <a:pt x="468167" y="2197374"/>
                    </a:cubicBezTo>
                    <a:cubicBezTo>
                      <a:pt x="150819" y="2284061"/>
                      <a:pt x="3011" y="2452772"/>
                      <a:pt x="3011" y="2728291"/>
                    </a:cubicBezTo>
                    <a:cubicBezTo>
                      <a:pt x="3011" y="3022506"/>
                      <a:pt x="147898" y="3286641"/>
                      <a:pt x="445936" y="3535747"/>
                    </a:cubicBezTo>
                    <a:cubicBezTo>
                      <a:pt x="710967" y="3757286"/>
                      <a:pt x="1066484" y="3944217"/>
                      <a:pt x="1410297" y="4125015"/>
                    </a:cubicBezTo>
                    <a:cubicBezTo>
                      <a:pt x="1696608" y="4275574"/>
                      <a:pt x="1992676" y="4431248"/>
                      <a:pt x="2224337" y="4602268"/>
                    </a:cubicBezTo>
                    <a:cubicBezTo>
                      <a:pt x="2348940" y="4694252"/>
                      <a:pt x="2446173" y="4783632"/>
                      <a:pt x="2521651" y="4875524"/>
                    </a:cubicBezTo>
                    <a:cubicBezTo>
                      <a:pt x="2606251" y="4978553"/>
                      <a:pt x="2661648" y="5082215"/>
                      <a:pt x="2691010" y="5192486"/>
                    </a:cubicBezTo>
                    <a:cubicBezTo>
                      <a:pt x="2721097" y="5305473"/>
                      <a:pt x="2722478" y="5426066"/>
                      <a:pt x="2695085" y="5550868"/>
                    </a:cubicBezTo>
                    <a:cubicBezTo>
                      <a:pt x="2665927" y="5683773"/>
                      <a:pt x="2602991" y="5826885"/>
                      <a:pt x="2508067" y="5976245"/>
                    </a:cubicBezTo>
                    <a:lnTo>
                      <a:pt x="2507592" y="5976969"/>
                    </a:lnTo>
                    <a:lnTo>
                      <a:pt x="2506732" y="5976969"/>
                    </a:lnTo>
                    <a:cubicBezTo>
                      <a:pt x="2399289" y="5972963"/>
                      <a:pt x="2348148" y="5973959"/>
                      <a:pt x="2335312" y="597586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FE4BA88F-8DEB-E13D-E94C-A9C858992B80}"/>
                  </a:ext>
                </a:extLst>
              </p:cNvPr>
              <p:cNvSpPr/>
              <p:nvPr/>
            </p:nvSpPr>
            <p:spPr>
              <a:xfrm>
                <a:off x="3576092" y="116663"/>
                <a:ext cx="5294777" cy="5938520"/>
              </a:xfrm>
              <a:custGeom>
                <a:avLst/>
                <a:gdLst>
                  <a:gd name="connsiteX0" fmla="*/ 2462451 w 5294777"/>
                  <a:gd name="connsiteY0" fmla="*/ 5938521 h 5938520"/>
                  <a:gd name="connsiteX1" fmla="*/ 2421407 w 5294777"/>
                  <a:gd name="connsiteY1" fmla="*/ 5932093 h 5938520"/>
                  <a:gd name="connsiteX2" fmla="*/ 2273486 w 5294777"/>
                  <a:gd name="connsiteY2" fmla="*/ 5904684 h 5938520"/>
                  <a:gd name="connsiteX3" fmla="*/ 2356819 w 5294777"/>
                  <a:gd name="connsiteY3" fmla="*/ 5902421 h 5938520"/>
                  <a:gd name="connsiteX4" fmla="*/ 2482146 w 5294777"/>
                  <a:gd name="connsiteY4" fmla="*/ 5903982 h 5938520"/>
                  <a:gd name="connsiteX5" fmla="*/ 2647725 w 5294777"/>
                  <a:gd name="connsiteY5" fmla="*/ 5246270 h 5938520"/>
                  <a:gd name="connsiteX6" fmla="*/ 2209283 w 5294777"/>
                  <a:gd name="connsiteY6" fmla="*/ 4653472 h 5938520"/>
                  <a:gd name="connsiteX7" fmla="*/ 1410569 w 5294777"/>
                  <a:gd name="connsiteY7" fmla="*/ 4142947 h 5938520"/>
                  <a:gd name="connsiteX8" fmla="*/ 446366 w 5294777"/>
                  <a:gd name="connsiteY8" fmla="*/ 3502845 h 5938520"/>
                  <a:gd name="connsiteX9" fmla="*/ 123335 w 5294777"/>
                  <a:gd name="connsiteY9" fmla="*/ 3120200 h 5938520"/>
                  <a:gd name="connsiteX10" fmla="*/ 0 w 5294777"/>
                  <a:gd name="connsiteY10" fmla="*/ 2667323 h 5938520"/>
                  <a:gd name="connsiteX11" fmla="*/ 33075 w 5294777"/>
                  <a:gd name="connsiteY11" fmla="*/ 2466155 h 5938520"/>
                  <a:gd name="connsiteX12" fmla="*/ 127093 w 5294777"/>
                  <a:gd name="connsiteY12" fmla="*/ 2313446 h 5938520"/>
                  <a:gd name="connsiteX13" fmla="*/ 465767 w 5294777"/>
                  <a:gd name="connsiteY13" fmla="*/ 2126243 h 5938520"/>
                  <a:gd name="connsiteX14" fmla="*/ 1523807 w 5294777"/>
                  <a:gd name="connsiteY14" fmla="*/ 2028804 h 5938520"/>
                  <a:gd name="connsiteX15" fmla="*/ 2563215 w 5294777"/>
                  <a:gd name="connsiteY15" fmla="*/ 1952733 h 5938520"/>
                  <a:gd name="connsiteX16" fmla="*/ 3308230 w 5294777"/>
                  <a:gd name="connsiteY16" fmla="*/ 1554448 h 5938520"/>
                  <a:gd name="connsiteX17" fmla="*/ 3332205 w 5294777"/>
                  <a:gd name="connsiteY17" fmla="*/ 291150 h 5938520"/>
                  <a:gd name="connsiteX18" fmla="*/ 3332069 w 5294777"/>
                  <a:gd name="connsiteY18" fmla="*/ 290720 h 5938520"/>
                  <a:gd name="connsiteX19" fmla="*/ 3332182 w 5294777"/>
                  <a:gd name="connsiteY19" fmla="*/ 290267 h 5938520"/>
                  <a:gd name="connsiteX20" fmla="*/ 3426427 w 5294777"/>
                  <a:gd name="connsiteY20" fmla="*/ 72192 h 5938520"/>
                  <a:gd name="connsiteX21" fmla="*/ 3542993 w 5294777"/>
                  <a:gd name="connsiteY21" fmla="*/ 81 h 5938520"/>
                  <a:gd name="connsiteX22" fmla="*/ 3695827 w 5294777"/>
                  <a:gd name="connsiteY22" fmla="*/ 72169 h 5938520"/>
                  <a:gd name="connsiteX23" fmla="*/ 3865345 w 5294777"/>
                  <a:gd name="connsiteY23" fmla="*/ 280150 h 5938520"/>
                  <a:gd name="connsiteX24" fmla="*/ 4235623 w 5294777"/>
                  <a:gd name="connsiteY24" fmla="*/ 995646 h 5938520"/>
                  <a:gd name="connsiteX25" fmla="*/ 4956210 w 5294777"/>
                  <a:gd name="connsiteY25" fmla="*/ 2869555 h 5938520"/>
                  <a:gd name="connsiteX26" fmla="*/ 5108568 w 5294777"/>
                  <a:gd name="connsiteY26" fmla="*/ 3291469 h 5938520"/>
                  <a:gd name="connsiteX27" fmla="*/ 5262240 w 5294777"/>
                  <a:gd name="connsiteY27" fmla="*/ 3852082 h 5938520"/>
                  <a:gd name="connsiteX28" fmla="*/ 5291375 w 5294777"/>
                  <a:gd name="connsiteY28" fmla="*/ 4326642 h 5938520"/>
                  <a:gd name="connsiteX29" fmla="*/ 5045791 w 5294777"/>
                  <a:gd name="connsiteY29" fmla="*/ 5046076 h 5938520"/>
                  <a:gd name="connsiteX30" fmla="*/ 4411434 w 5294777"/>
                  <a:gd name="connsiteY30" fmla="*/ 5558683 h 5938520"/>
                  <a:gd name="connsiteX31" fmla="*/ 3607921 w 5294777"/>
                  <a:gd name="connsiteY31" fmla="*/ 5813674 h 5938520"/>
                  <a:gd name="connsiteX32" fmla="*/ 2483822 w 5294777"/>
                  <a:gd name="connsiteY32" fmla="*/ 5907083 h 5938520"/>
                  <a:gd name="connsiteX33" fmla="*/ 2463017 w 5294777"/>
                  <a:gd name="connsiteY33" fmla="*/ 5937683 h 5938520"/>
                  <a:gd name="connsiteX34" fmla="*/ 2462451 w 5294777"/>
                  <a:gd name="connsiteY34" fmla="*/ 5938476 h 5938520"/>
                  <a:gd name="connsiteX35" fmla="*/ 2279508 w 5294777"/>
                  <a:gd name="connsiteY35" fmla="*/ 5905250 h 5938520"/>
                  <a:gd name="connsiteX36" fmla="*/ 2421905 w 5294777"/>
                  <a:gd name="connsiteY36" fmla="*/ 5929038 h 5938520"/>
                  <a:gd name="connsiteX37" fmla="*/ 2461024 w 5294777"/>
                  <a:gd name="connsiteY37" fmla="*/ 5935149 h 5938520"/>
                  <a:gd name="connsiteX38" fmla="*/ 2480109 w 5294777"/>
                  <a:gd name="connsiteY38" fmla="*/ 5907105 h 5938520"/>
                  <a:gd name="connsiteX39" fmla="*/ 2356796 w 5294777"/>
                  <a:gd name="connsiteY39" fmla="*/ 5905544 h 5938520"/>
                  <a:gd name="connsiteX40" fmla="*/ 2279530 w 5294777"/>
                  <a:gd name="connsiteY40" fmla="*/ 5905250 h 5938520"/>
                  <a:gd name="connsiteX41" fmla="*/ 2485859 w 5294777"/>
                  <a:gd name="connsiteY41" fmla="*/ 5904027 h 5938520"/>
                  <a:gd name="connsiteX42" fmla="*/ 3607332 w 5294777"/>
                  <a:gd name="connsiteY42" fmla="*/ 5810664 h 5938520"/>
                  <a:gd name="connsiteX43" fmla="*/ 5043256 w 5294777"/>
                  <a:gd name="connsiteY43" fmla="*/ 5044333 h 5938520"/>
                  <a:gd name="connsiteX44" fmla="*/ 5105648 w 5294777"/>
                  <a:gd name="connsiteY44" fmla="*/ 3292600 h 5938520"/>
                  <a:gd name="connsiteX45" fmla="*/ 4953268 w 5294777"/>
                  <a:gd name="connsiteY45" fmla="*/ 2870664 h 5938520"/>
                  <a:gd name="connsiteX46" fmla="*/ 3547679 w 5294777"/>
                  <a:gd name="connsiteY46" fmla="*/ 3159 h 5938520"/>
                  <a:gd name="connsiteX47" fmla="*/ 3543129 w 5294777"/>
                  <a:gd name="connsiteY47" fmla="*/ 3250 h 5938520"/>
                  <a:gd name="connsiteX48" fmla="*/ 3428940 w 5294777"/>
                  <a:gd name="connsiteY48" fmla="*/ 74116 h 5938520"/>
                  <a:gd name="connsiteX49" fmla="*/ 3335329 w 5294777"/>
                  <a:gd name="connsiteY49" fmla="*/ 290720 h 5938520"/>
                  <a:gd name="connsiteX50" fmla="*/ 3465003 w 5294777"/>
                  <a:gd name="connsiteY50" fmla="*/ 1058522 h 5938520"/>
                  <a:gd name="connsiteX51" fmla="*/ 3419160 w 5294777"/>
                  <a:gd name="connsiteY51" fmla="*/ 1337504 h 5938520"/>
                  <a:gd name="connsiteX52" fmla="*/ 3310788 w 5294777"/>
                  <a:gd name="connsiteY52" fmla="*/ 1556349 h 5938520"/>
                  <a:gd name="connsiteX53" fmla="*/ 2996768 w 5294777"/>
                  <a:gd name="connsiteY53" fmla="*/ 1816704 h 5938520"/>
                  <a:gd name="connsiteX54" fmla="*/ 2563849 w 5294777"/>
                  <a:gd name="connsiteY54" fmla="*/ 1955856 h 5938520"/>
                  <a:gd name="connsiteX55" fmla="*/ 1523920 w 5294777"/>
                  <a:gd name="connsiteY55" fmla="*/ 2031973 h 5938520"/>
                  <a:gd name="connsiteX56" fmla="*/ 466696 w 5294777"/>
                  <a:gd name="connsiteY56" fmla="*/ 2129298 h 5938520"/>
                  <a:gd name="connsiteX57" fmla="*/ 3169 w 5294777"/>
                  <a:gd name="connsiteY57" fmla="*/ 2667368 h 5938520"/>
                  <a:gd name="connsiteX58" fmla="*/ 1412176 w 5294777"/>
                  <a:gd name="connsiteY58" fmla="*/ 4140322 h 5938520"/>
                  <a:gd name="connsiteX59" fmla="*/ 2211275 w 5294777"/>
                  <a:gd name="connsiteY59" fmla="*/ 4651096 h 5938520"/>
                  <a:gd name="connsiteX60" fmla="*/ 2496658 w 5294777"/>
                  <a:gd name="connsiteY60" fmla="*/ 4931572 h 5938520"/>
                  <a:gd name="connsiteX61" fmla="*/ 2650804 w 5294777"/>
                  <a:gd name="connsiteY61" fmla="*/ 5245659 h 5938520"/>
                  <a:gd name="connsiteX62" fmla="*/ 2642609 w 5294777"/>
                  <a:gd name="connsiteY62" fmla="*/ 5568529 h 5938520"/>
                  <a:gd name="connsiteX63" fmla="*/ 2485882 w 5294777"/>
                  <a:gd name="connsiteY63" fmla="*/ 5904073 h 5938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5294777" h="5938520">
                    <a:moveTo>
                      <a:pt x="2462451" y="5938521"/>
                    </a:moveTo>
                    <a:lnTo>
                      <a:pt x="2421407" y="5932093"/>
                    </a:lnTo>
                    <a:cubicBezTo>
                      <a:pt x="2282836" y="5910432"/>
                      <a:pt x="2273146" y="5908645"/>
                      <a:pt x="2273486" y="5904684"/>
                    </a:cubicBezTo>
                    <a:cubicBezTo>
                      <a:pt x="2273780" y="5901289"/>
                      <a:pt x="2280006" y="5901130"/>
                      <a:pt x="2356819" y="5902421"/>
                    </a:cubicBezTo>
                    <a:cubicBezTo>
                      <a:pt x="2389781" y="5902986"/>
                      <a:pt x="2432024" y="5903688"/>
                      <a:pt x="2482146" y="5903982"/>
                    </a:cubicBezTo>
                    <a:cubicBezTo>
                      <a:pt x="2639281" y="5666963"/>
                      <a:pt x="2693433" y="5451512"/>
                      <a:pt x="2647725" y="5246270"/>
                    </a:cubicBezTo>
                    <a:cubicBezTo>
                      <a:pt x="2602584" y="5043608"/>
                      <a:pt x="2463266" y="4855251"/>
                      <a:pt x="2209283" y="4653472"/>
                    </a:cubicBezTo>
                    <a:cubicBezTo>
                      <a:pt x="1984707" y="4475051"/>
                      <a:pt x="1705822" y="4313741"/>
                      <a:pt x="1410569" y="4142947"/>
                    </a:cubicBezTo>
                    <a:cubicBezTo>
                      <a:pt x="1067412" y="3944450"/>
                      <a:pt x="712574" y="3739208"/>
                      <a:pt x="446366" y="3502845"/>
                    </a:cubicBezTo>
                    <a:cubicBezTo>
                      <a:pt x="302679" y="3375259"/>
                      <a:pt x="197002" y="3250094"/>
                      <a:pt x="123335" y="3120200"/>
                    </a:cubicBezTo>
                    <a:cubicBezTo>
                      <a:pt x="40342" y="2973873"/>
                      <a:pt x="0" y="2825736"/>
                      <a:pt x="0" y="2667323"/>
                    </a:cubicBezTo>
                    <a:cubicBezTo>
                      <a:pt x="0" y="2593333"/>
                      <a:pt x="11138" y="2525659"/>
                      <a:pt x="33075" y="2466155"/>
                    </a:cubicBezTo>
                    <a:cubicBezTo>
                      <a:pt x="54084" y="2409231"/>
                      <a:pt x="85710" y="2357853"/>
                      <a:pt x="127093" y="2313446"/>
                    </a:cubicBezTo>
                    <a:cubicBezTo>
                      <a:pt x="203703" y="2231240"/>
                      <a:pt x="314496" y="2170016"/>
                      <a:pt x="465767" y="2126243"/>
                    </a:cubicBezTo>
                    <a:cubicBezTo>
                      <a:pt x="747709" y="2044693"/>
                      <a:pt x="1124688" y="2036975"/>
                      <a:pt x="1523807" y="2028804"/>
                    </a:cubicBezTo>
                    <a:cubicBezTo>
                      <a:pt x="1878600" y="2021539"/>
                      <a:pt x="2245459" y="2014025"/>
                      <a:pt x="2563215" y="1952733"/>
                    </a:cubicBezTo>
                    <a:cubicBezTo>
                      <a:pt x="2922377" y="1883474"/>
                      <a:pt x="3166060" y="1753194"/>
                      <a:pt x="3308230" y="1554448"/>
                    </a:cubicBezTo>
                    <a:cubicBezTo>
                      <a:pt x="3506884" y="1276756"/>
                      <a:pt x="3514717" y="863533"/>
                      <a:pt x="3332205" y="291150"/>
                    </a:cubicBezTo>
                    <a:lnTo>
                      <a:pt x="3332069" y="290720"/>
                    </a:lnTo>
                    <a:lnTo>
                      <a:pt x="3332182" y="290267"/>
                    </a:lnTo>
                    <a:cubicBezTo>
                      <a:pt x="3358896" y="193667"/>
                      <a:pt x="3390590" y="120311"/>
                      <a:pt x="3426427" y="72192"/>
                    </a:cubicBezTo>
                    <a:cubicBezTo>
                      <a:pt x="3460860" y="25952"/>
                      <a:pt x="3500070" y="1688"/>
                      <a:pt x="3542993" y="81"/>
                    </a:cubicBezTo>
                    <a:cubicBezTo>
                      <a:pt x="3588927" y="-1594"/>
                      <a:pt x="3640362" y="22624"/>
                      <a:pt x="3695827" y="72169"/>
                    </a:cubicBezTo>
                    <a:cubicBezTo>
                      <a:pt x="3747760" y="118569"/>
                      <a:pt x="3804786" y="188552"/>
                      <a:pt x="3865345" y="280150"/>
                    </a:cubicBezTo>
                    <a:cubicBezTo>
                      <a:pt x="3973376" y="443588"/>
                      <a:pt x="4097957" y="684320"/>
                      <a:pt x="4235623" y="995646"/>
                    </a:cubicBezTo>
                    <a:cubicBezTo>
                      <a:pt x="4489515" y="1569816"/>
                      <a:pt x="4748275" y="2290495"/>
                      <a:pt x="4956210" y="2869555"/>
                    </a:cubicBezTo>
                    <a:cubicBezTo>
                      <a:pt x="5010611" y="3021019"/>
                      <a:pt x="5061978" y="3164086"/>
                      <a:pt x="5108568" y="3291469"/>
                    </a:cubicBezTo>
                    <a:cubicBezTo>
                      <a:pt x="5180446" y="3487929"/>
                      <a:pt x="5232153" y="3676558"/>
                      <a:pt x="5262240" y="3852082"/>
                    </a:cubicBezTo>
                    <a:cubicBezTo>
                      <a:pt x="5290877" y="4019186"/>
                      <a:pt x="5300680" y="4178867"/>
                      <a:pt x="5291375" y="4326642"/>
                    </a:cubicBezTo>
                    <a:cubicBezTo>
                      <a:pt x="5274215" y="4599219"/>
                      <a:pt x="5191584" y="4841264"/>
                      <a:pt x="5045791" y="5046076"/>
                    </a:cubicBezTo>
                    <a:cubicBezTo>
                      <a:pt x="4899048" y="5252201"/>
                      <a:pt x="4685633" y="5424669"/>
                      <a:pt x="4411434" y="5558683"/>
                    </a:cubicBezTo>
                    <a:cubicBezTo>
                      <a:pt x="4185070" y="5669316"/>
                      <a:pt x="3914742" y="5755098"/>
                      <a:pt x="3607921" y="5813674"/>
                    </a:cubicBezTo>
                    <a:cubicBezTo>
                      <a:pt x="3157638" y="5899614"/>
                      <a:pt x="2728092" y="5908418"/>
                      <a:pt x="2483822" y="5907083"/>
                    </a:cubicBezTo>
                    <a:cubicBezTo>
                      <a:pt x="2477075" y="5917245"/>
                      <a:pt x="2470148" y="5927453"/>
                      <a:pt x="2463017" y="5937683"/>
                    </a:cubicBezTo>
                    <a:lnTo>
                      <a:pt x="2462451" y="5938476"/>
                    </a:lnTo>
                    <a:close/>
                    <a:moveTo>
                      <a:pt x="2279508" y="5905250"/>
                    </a:moveTo>
                    <a:cubicBezTo>
                      <a:pt x="2292344" y="5908780"/>
                      <a:pt x="2341130" y="5916408"/>
                      <a:pt x="2421905" y="5929038"/>
                    </a:cubicBezTo>
                    <a:lnTo>
                      <a:pt x="2461024" y="5935149"/>
                    </a:lnTo>
                    <a:cubicBezTo>
                      <a:pt x="2467544" y="5925755"/>
                      <a:pt x="2473906" y="5916431"/>
                      <a:pt x="2480109" y="5907105"/>
                    </a:cubicBezTo>
                    <a:cubicBezTo>
                      <a:pt x="2430847" y="5906811"/>
                      <a:pt x="2389305" y="5906110"/>
                      <a:pt x="2356796" y="5905544"/>
                    </a:cubicBezTo>
                    <a:cubicBezTo>
                      <a:pt x="2318605" y="5904887"/>
                      <a:pt x="2289378" y="5904412"/>
                      <a:pt x="2279530" y="5905250"/>
                    </a:cubicBezTo>
                    <a:close/>
                    <a:moveTo>
                      <a:pt x="2485859" y="5904027"/>
                    </a:moveTo>
                    <a:cubicBezTo>
                      <a:pt x="2730402" y="5905340"/>
                      <a:pt x="3158544" y="5896309"/>
                      <a:pt x="3607332" y="5810664"/>
                    </a:cubicBezTo>
                    <a:cubicBezTo>
                      <a:pt x="4291042" y="5680158"/>
                      <a:pt x="4774150" y="5422338"/>
                      <a:pt x="5043256" y="5044333"/>
                    </a:cubicBezTo>
                    <a:cubicBezTo>
                      <a:pt x="5351504" y="4611328"/>
                      <a:pt x="5372490" y="4021970"/>
                      <a:pt x="5105648" y="3292600"/>
                    </a:cubicBezTo>
                    <a:cubicBezTo>
                      <a:pt x="5059035" y="3165218"/>
                      <a:pt x="5007668" y="3022151"/>
                      <a:pt x="4953268" y="2870664"/>
                    </a:cubicBezTo>
                    <a:cubicBezTo>
                      <a:pt x="4542920" y="1727912"/>
                      <a:pt x="3923617" y="3159"/>
                      <a:pt x="3547679" y="3159"/>
                    </a:cubicBezTo>
                    <a:cubicBezTo>
                      <a:pt x="3546140" y="3159"/>
                      <a:pt x="3544668" y="3182"/>
                      <a:pt x="3543129" y="3250"/>
                    </a:cubicBezTo>
                    <a:cubicBezTo>
                      <a:pt x="3501202" y="4812"/>
                      <a:pt x="3462784" y="28668"/>
                      <a:pt x="3428940" y="74116"/>
                    </a:cubicBezTo>
                    <a:cubicBezTo>
                      <a:pt x="3393397" y="121850"/>
                      <a:pt x="3361907" y="194708"/>
                      <a:pt x="3335329" y="290720"/>
                    </a:cubicBezTo>
                    <a:cubicBezTo>
                      <a:pt x="3429460" y="586044"/>
                      <a:pt x="3473085" y="844340"/>
                      <a:pt x="3465003" y="1058522"/>
                    </a:cubicBezTo>
                    <a:cubicBezTo>
                      <a:pt x="3461177" y="1159740"/>
                      <a:pt x="3445760" y="1253601"/>
                      <a:pt x="3419160" y="1337504"/>
                    </a:cubicBezTo>
                    <a:cubicBezTo>
                      <a:pt x="3393714" y="1417763"/>
                      <a:pt x="3357243" y="1491391"/>
                      <a:pt x="3310788" y="1556349"/>
                    </a:cubicBezTo>
                    <a:cubicBezTo>
                      <a:pt x="3234293" y="1663271"/>
                      <a:pt x="3131581" y="1748441"/>
                      <a:pt x="2996768" y="1816704"/>
                    </a:cubicBezTo>
                    <a:cubicBezTo>
                      <a:pt x="2877349" y="1877182"/>
                      <a:pt x="2735722" y="1922698"/>
                      <a:pt x="2563849" y="1955856"/>
                    </a:cubicBezTo>
                    <a:cubicBezTo>
                      <a:pt x="2245822" y="2017193"/>
                      <a:pt x="1878826" y="2024708"/>
                      <a:pt x="1523920" y="2031973"/>
                    </a:cubicBezTo>
                    <a:cubicBezTo>
                      <a:pt x="1125005" y="2040144"/>
                      <a:pt x="748230" y="2047862"/>
                      <a:pt x="466696" y="2129298"/>
                    </a:cubicBezTo>
                    <a:cubicBezTo>
                      <a:pt x="150456" y="2220761"/>
                      <a:pt x="3169" y="2391735"/>
                      <a:pt x="3169" y="2667368"/>
                    </a:cubicBezTo>
                    <a:cubicBezTo>
                      <a:pt x="3169" y="3325306"/>
                      <a:pt x="719456" y="3739638"/>
                      <a:pt x="1412176" y="4140322"/>
                    </a:cubicBezTo>
                    <a:cubicBezTo>
                      <a:pt x="1707542" y="4311161"/>
                      <a:pt x="1986518" y="4472539"/>
                      <a:pt x="2211275" y="4651096"/>
                    </a:cubicBezTo>
                    <a:cubicBezTo>
                      <a:pt x="2332075" y="4747062"/>
                      <a:pt x="2425436" y="4838819"/>
                      <a:pt x="2496658" y="4931572"/>
                    </a:cubicBezTo>
                    <a:cubicBezTo>
                      <a:pt x="2576436" y="5035461"/>
                      <a:pt x="2626852" y="5138195"/>
                      <a:pt x="2650804" y="5245659"/>
                    </a:cubicBezTo>
                    <a:cubicBezTo>
                      <a:pt x="2673896" y="5349299"/>
                      <a:pt x="2671134" y="5457918"/>
                      <a:pt x="2642609" y="5568529"/>
                    </a:cubicBezTo>
                    <a:cubicBezTo>
                      <a:pt x="2615035" y="5675495"/>
                      <a:pt x="2562355" y="5788211"/>
                      <a:pt x="2485882" y="590407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2F53A963-87AC-C3A9-39E1-34B57EA0FEB8}"/>
                  </a:ext>
                </a:extLst>
              </p:cNvPr>
              <p:cNvSpPr/>
              <p:nvPr/>
            </p:nvSpPr>
            <p:spPr>
              <a:xfrm>
                <a:off x="3621188" y="125526"/>
                <a:ext cx="5252759" cy="5900120"/>
              </a:xfrm>
              <a:custGeom>
                <a:avLst/>
                <a:gdLst>
                  <a:gd name="connsiteX0" fmla="*/ 2417264 w 5252759"/>
                  <a:gd name="connsiteY0" fmla="*/ 5900121 h 5900120"/>
                  <a:gd name="connsiteX1" fmla="*/ 2416245 w 5252759"/>
                  <a:gd name="connsiteY1" fmla="*/ 5899849 h 5900120"/>
                  <a:gd name="connsiteX2" fmla="*/ 2217455 w 5252759"/>
                  <a:gd name="connsiteY2" fmla="*/ 5832922 h 5900120"/>
                  <a:gd name="connsiteX3" fmla="*/ 2420252 w 5252759"/>
                  <a:gd name="connsiteY3" fmla="*/ 5825905 h 5900120"/>
                  <a:gd name="connsiteX4" fmla="*/ 2466367 w 5252759"/>
                  <a:gd name="connsiteY4" fmla="*/ 5826901 h 5900120"/>
                  <a:gd name="connsiteX5" fmla="*/ 2605753 w 5252759"/>
                  <a:gd name="connsiteY5" fmla="*/ 5297568 h 5900120"/>
                  <a:gd name="connsiteX6" fmla="*/ 1413308 w 5252759"/>
                  <a:gd name="connsiteY6" fmla="*/ 4161878 h 5900120"/>
                  <a:gd name="connsiteX7" fmla="*/ 449241 w 5252759"/>
                  <a:gd name="connsiteY7" fmla="*/ 3469401 h 5900120"/>
                  <a:gd name="connsiteX8" fmla="*/ 124331 w 5252759"/>
                  <a:gd name="connsiteY8" fmla="*/ 3067563 h 5900120"/>
                  <a:gd name="connsiteX9" fmla="*/ 0 w 5252759"/>
                  <a:gd name="connsiteY9" fmla="*/ 2606402 h 5900120"/>
                  <a:gd name="connsiteX10" fmla="*/ 33007 w 5252759"/>
                  <a:gd name="connsiteY10" fmla="*/ 2404465 h 5900120"/>
                  <a:gd name="connsiteX11" fmla="*/ 126822 w 5252759"/>
                  <a:gd name="connsiteY11" fmla="*/ 2250126 h 5900120"/>
                  <a:gd name="connsiteX12" fmla="*/ 464771 w 5252759"/>
                  <a:gd name="connsiteY12" fmla="*/ 2057536 h 5900120"/>
                  <a:gd name="connsiteX13" fmla="*/ 1520660 w 5252759"/>
                  <a:gd name="connsiteY13" fmla="*/ 1943870 h 5900120"/>
                  <a:gd name="connsiteX14" fmla="*/ 2552349 w 5252759"/>
                  <a:gd name="connsiteY14" fmla="*/ 1853086 h 5900120"/>
                  <a:gd name="connsiteX15" fmla="*/ 3296436 w 5252759"/>
                  <a:gd name="connsiteY15" fmla="*/ 1449935 h 5900120"/>
                  <a:gd name="connsiteX16" fmla="*/ 3359733 w 5252759"/>
                  <a:gd name="connsiteY16" fmla="*/ 282264 h 5900120"/>
                  <a:gd name="connsiteX17" fmla="*/ 3359597 w 5252759"/>
                  <a:gd name="connsiteY17" fmla="*/ 281766 h 5900120"/>
                  <a:gd name="connsiteX18" fmla="*/ 3359779 w 5252759"/>
                  <a:gd name="connsiteY18" fmla="*/ 281291 h 5900120"/>
                  <a:gd name="connsiteX19" fmla="*/ 3472179 w 5252759"/>
                  <a:gd name="connsiteY19" fmla="*/ 66747 h 5900120"/>
                  <a:gd name="connsiteX20" fmla="*/ 3595130 w 5252759"/>
                  <a:gd name="connsiteY20" fmla="*/ 0 h 5900120"/>
                  <a:gd name="connsiteX21" fmla="*/ 3596443 w 5252759"/>
                  <a:gd name="connsiteY21" fmla="*/ 0 h 5900120"/>
                  <a:gd name="connsiteX22" fmla="*/ 3720095 w 5252759"/>
                  <a:gd name="connsiteY22" fmla="*/ 54706 h 5900120"/>
                  <a:gd name="connsiteX23" fmla="*/ 3849384 w 5252759"/>
                  <a:gd name="connsiteY23" fmla="*/ 205219 h 5900120"/>
                  <a:gd name="connsiteX24" fmla="*/ 4120482 w 5252759"/>
                  <a:gd name="connsiteY24" fmla="*/ 731475 h 5900120"/>
                  <a:gd name="connsiteX25" fmla="*/ 4672096 w 5252759"/>
                  <a:gd name="connsiteY25" fmla="*/ 2252457 h 5900120"/>
                  <a:gd name="connsiteX26" fmla="*/ 5033816 w 5252759"/>
                  <a:gd name="connsiteY26" fmla="*/ 3282651 h 5900120"/>
                  <a:gd name="connsiteX27" fmla="*/ 5207092 w 5252759"/>
                  <a:gd name="connsiteY27" fmla="*/ 3858972 h 5900120"/>
                  <a:gd name="connsiteX28" fmla="*/ 5251962 w 5252759"/>
                  <a:gd name="connsiteY28" fmla="*/ 4341839 h 5900120"/>
                  <a:gd name="connsiteX29" fmla="*/ 5186128 w 5252759"/>
                  <a:gd name="connsiteY29" fmla="*/ 4739444 h 5900120"/>
                  <a:gd name="connsiteX30" fmla="*/ 5027296 w 5252759"/>
                  <a:gd name="connsiteY30" fmla="*/ 5059914 h 5900120"/>
                  <a:gd name="connsiteX31" fmla="*/ 3713281 w 5252759"/>
                  <a:gd name="connsiteY31" fmla="*/ 5754383 h 5900120"/>
                  <a:gd name="connsiteX32" fmla="*/ 2467929 w 5252759"/>
                  <a:gd name="connsiteY32" fmla="*/ 5830138 h 5900120"/>
                  <a:gd name="connsiteX33" fmla="*/ 2417898 w 5252759"/>
                  <a:gd name="connsiteY33" fmla="*/ 5899283 h 5900120"/>
                  <a:gd name="connsiteX34" fmla="*/ 2417241 w 5252759"/>
                  <a:gd name="connsiteY34" fmla="*/ 5900121 h 5900120"/>
                  <a:gd name="connsiteX35" fmla="*/ 2291914 w 5252759"/>
                  <a:gd name="connsiteY35" fmla="*/ 5826991 h 5900120"/>
                  <a:gd name="connsiteX36" fmla="*/ 2273282 w 5252759"/>
                  <a:gd name="connsiteY36" fmla="*/ 5827105 h 5900120"/>
                  <a:gd name="connsiteX37" fmla="*/ 2220625 w 5252759"/>
                  <a:gd name="connsiteY37" fmla="*/ 5833374 h 5900120"/>
                  <a:gd name="connsiteX38" fmla="*/ 2265766 w 5252759"/>
                  <a:gd name="connsiteY38" fmla="*/ 5853813 h 5900120"/>
                  <a:gd name="connsiteX39" fmla="*/ 2416041 w 5252759"/>
                  <a:gd name="connsiteY39" fmla="*/ 5896499 h 5900120"/>
                  <a:gd name="connsiteX40" fmla="*/ 2464239 w 5252759"/>
                  <a:gd name="connsiteY40" fmla="*/ 5830070 h 5900120"/>
                  <a:gd name="connsiteX41" fmla="*/ 2420184 w 5252759"/>
                  <a:gd name="connsiteY41" fmla="*/ 5829119 h 5900120"/>
                  <a:gd name="connsiteX42" fmla="*/ 2291936 w 5252759"/>
                  <a:gd name="connsiteY42" fmla="*/ 5827014 h 5900120"/>
                  <a:gd name="connsiteX43" fmla="*/ 2470057 w 5252759"/>
                  <a:gd name="connsiteY43" fmla="*/ 5826991 h 5900120"/>
                  <a:gd name="connsiteX44" fmla="*/ 3712737 w 5252759"/>
                  <a:gd name="connsiteY44" fmla="*/ 5751237 h 5900120"/>
                  <a:gd name="connsiteX45" fmla="*/ 5024692 w 5252759"/>
                  <a:gd name="connsiteY45" fmla="*/ 5058081 h 5900120"/>
                  <a:gd name="connsiteX46" fmla="*/ 5030827 w 5252759"/>
                  <a:gd name="connsiteY46" fmla="*/ 3283783 h 5900120"/>
                  <a:gd name="connsiteX47" fmla="*/ 4669062 w 5252759"/>
                  <a:gd name="connsiteY47" fmla="*/ 2253430 h 5900120"/>
                  <a:gd name="connsiteX48" fmla="*/ 3596398 w 5252759"/>
                  <a:gd name="connsiteY48" fmla="*/ 3169 h 5900120"/>
                  <a:gd name="connsiteX49" fmla="*/ 3595107 w 5252759"/>
                  <a:gd name="connsiteY49" fmla="*/ 3169 h 5900120"/>
                  <a:gd name="connsiteX50" fmla="*/ 3474579 w 5252759"/>
                  <a:gd name="connsiteY50" fmla="*/ 68806 h 5900120"/>
                  <a:gd name="connsiteX51" fmla="*/ 3362948 w 5252759"/>
                  <a:gd name="connsiteY51" fmla="*/ 281880 h 5900120"/>
                  <a:gd name="connsiteX52" fmla="*/ 3457102 w 5252759"/>
                  <a:gd name="connsiteY52" fmla="*/ 985447 h 5900120"/>
                  <a:gd name="connsiteX53" fmla="*/ 3405961 w 5252759"/>
                  <a:gd name="connsiteY53" fmla="*/ 1245168 h 5900120"/>
                  <a:gd name="connsiteX54" fmla="*/ 3299016 w 5252759"/>
                  <a:gd name="connsiteY54" fmla="*/ 1451791 h 5900120"/>
                  <a:gd name="connsiteX55" fmla="*/ 2984135 w 5252759"/>
                  <a:gd name="connsiteY55" fmla="*/ 1712689 h 5900120"/>
                  <a:gd name="connsiteX56" fmla="*/ 2552983 w 5252759"/>
                  <a:gd name="connsiteY56" fmla="*/ 1856209 h 5900120"/>
                  <a:gd name="connsiteX57" fmla="*/ 1520751 w 5252759"/>
                  <a:gd name="connsiteY57" fmla="*/ 1947061 h 5900120"/>
                  <a:gd name="connsiteX58" fmla="*/ 465677 w 5252759"/>
                  <a:gd name="connsiteY58" fmla="*/ 2060591 h 5900120"/>
                  <a:gd name="connsiteX59" fmla="*/ 3169 w 5252759"/>
                  <a:gd name="connsiteY59" fmla="*/ 2606425 h 5900120"/>
                  <a:gd name="connsiteX60" fmla="*/ 451392 w 5252759"/>
                  <a:gd name="connsiteY60" fmla="*/ 3467093 h 5900120"/>
                  <a:gd name="connsiteX61" fmla="*/ 1414983 w 5252759"/>
                  <a:gd name="connsiteY61" fmla="*/ 4159207 h 5900120"/>
                  <a:gd name="connsiteX62" fmla="*/ 2608877 w 5252759"/>
                  <a:gd name="connsiteY62" fmla="*/ 5297047 h 5900120"/>
                  <a:gd name="connsiteX63" fmla="*/ 2589521 w 5252759"/>
                  <a:gd name="connsiteY63" fmla="*/ 5583884 h 5900120"/>
                  <a:gd name="connsiteX64" fmla="*/ 2470035 w 5252759"/>
                  <a:gd name="connsiteY64" fmla="*/ 5827014 h 5900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5252759" h="5900120">
                    <a:moveTo>
                      <a:pt x="2417264" y="5900121"/>
                    </a:moveTo>
                    <a:lnTo>
                      <a:pt x="2416245" y="5899849"/>
                    </a:lnTo>
                    <a:cubicBezTo>
                      <a:pt x="2246569" y="5854740"/>
                      <a:pt x="2216187" y="5841907"/>
                      <a:pt x="2217455" y="5832922"/>
                    </a:cubicBezTo>
                    <a:cubicBezTo>
                      <a:pt x="2218995" y="5822012"/>
                      <a:pt x="2270769" y="5822601"/>
                      <a:pt x="2420252" y="5825905"/>
                    </a:cubicBezTo>
                    <a:cubicBezTo>
                      <a:pt x="2434945" y="5826222"/>
                      <a:pt x="2450339" y="5826562"/>
                      <a:pt x="2466367" y="5826901"/>
                    </a:cubicBezTo>
                    <a:cubicBezTo>
                      <a:pt x="2590427" y="5643116"/>
                      <a:pt x="2636044" y="5469289"/>
                      <a:pt x="2605753" y="5297568"/>
                    </a:cubicBezTo>
                    <a:cubicBezTo>
                      <a:pt x="2530027" y="4868320"/>
                      <a:pt x="1987605" y="4525171"/>
                      <a:pt x="1413308" y="4161878"/>
                    </a:cubicBezTo>
                    <a:cubicBezTo>
                      <a:pt x="1070808" y="3945206"/>
                      <a:pt x="716649" y="3721156"/>
                      <a:pt x="449241" y="3469401"/>
                    </a:cubicBezTo>
                    <a:cubicBezTo>
                      <a:pt x="304784" y="3333395"/>
                      <a:pt x="198518" y="3201962"/>
                      <a:pt x="124331" y="3067563"/>
                    </a:cubicBezTo>
                    <a:cubicBezTo>
                      <a:pt x="40659" y="2915986"/>
                      <a:pt x="0" y="2765132"/>
                      <a:pt x="0" y="2606402"/>
                    </a:cubicBezTo>
                    <a:cubicBezTo>
                      <a:pt x="0" y="2532322"/>
                      <a:pt x="11093" y="2464376"/>
                      <a:pt x="33007" y="2404465"/>
                    </a:cubicBezTo>
                    <a:cubicBezTo>
                      <a:pt x="53971" y="2347134"/>
                      <a:pt x="85529" y="2295212"/>
                      <a:pt x="126822" y="2250126"/>
                    </a:cubicBezTo>
                    <a:cubicBezTo>
                      <a:pt x="203272" y="2166653"/>
                      <a:pt x="313817" y="2103641"/>
                      <a:pt x="464771" y="2057536"/>
                    </a:cubicBezTo>
                    <a:cubicBezTo>
                      <a:pt x="746102" y="1971596"/>
                      <a:pt x="1122333" y="1958129"/>
                      <a:pt x="1520660" y="1943870"/>
                    </a:cubicBezTo>
                    <a:cubicBezTo>
                      <a:pt x="1872578" y="1931263"/>
                      <a:pt x="2236449" y="1918248"/>
                      <a:pt x="2552349" y="1853086"/>
                    </a:cubicBezTo>
                    <a:cubicBezTo>
                      <a:pt x="2909383" y="1779436"/>
                      <a:pt x="3152793" y="1647572"/>
                      <a:pt x="3296436" y="1449935"/>
                    </a:cubicBezTo>
                    <a:cubicBezTo>
                      <a:pt x="3488140" y="1186185"/>
                      <a:pt x="3508831" y="804242"/>
                      <a:pt x="3359733" y="282264"/>
                    </a:cubicBezTo>
                    <a:lnTo>
                      <a:pt x="3359597" y="281766"/>
                    </a:lnTo>
                    <a:lnTo>
                      <a:pt x="3359779" y="281291"/>
                    </a:lnTo>
                    <a:cubicBezTo>
                      <a:pt x="3394280" y="185460"/>
                      <a:pt x="3432109" y="113281"/>
                      <a:pt x="3472179" y="66747"/>
                    </a:cubicBezTo>
                    <a:cubicBezTo>
                      <a:pt x="3510325" y="22453"/>
                      <a:pt x="3551686" y="0"/>
                      <a:pt x="3595130" y="0"/>
                    </a:cubicBezTo>
                    <a:cubicBezTo>
                      <a:pt x="3595560" y="0"/>
                      <a:pt x="3596013" y="0"/>
                      <a:pt x="3596443" y="0"/>
                    </a:cubicBezTo>
                    <a:cubicBezTo>
                      <a:pt x="3635336" y="407"/>
                      <a:pt x="3676946" y="18809"/>
                      <a:pt x="3720095" y="54706"/>
                    </a:cubicBezTo>
                    <a:cubicBezTo>
                      <a:pt x="3760890" y="88611"/>
                      <a:pt x="3804379" y="139265"/>
                      <a:pt x="3849384" y="205219"/>
                    </a:cubicBezTo>
                    <a:cubicBezTo>
                      <a:pt x="3931857" y="326083"/>
                      <a:pt x="4020533" y="498212"/>
                      <a:pt x="4120482" y="731475"/>
                    </a:cubicBezTo>
                    <a:cubicBezTo>
                      <a:pt x="4304896" y="1161809"/>
                      <a:pt x="4491575" y="1716265"/>
                      <a:pt x="4672096" y="2252457"/>
                    </a:cubicBezTo>
                    <a:cubicBezTo>
                      <a:pt x="4801204" y="2635917"/>
                      <a:pt x="4923158" y="2998123"/>
                      <a:pt x="5033816" y="3282651"/>
                    </a:cubicBezTo>
                    <a:cubicBezTo>
                      <a:pt x="5112734" y="3485562"/>
                      <a:pt x="5171028" y="3679464"/>
                      <a:pt x="5207092" y="3858972"/>
                    </a:cubicBezTo>
                    <a:cubicBezTo>
                      <a:pt x="5241435" y="4029946"/>
                      <a:pt x="5256535" y="4192411"/>
                      <a:pt x="5251962" y="4341839"/>
                    </a:cubicBezTo>
                    <a:cubicBezTo>
                      <a:pt x="5247615" y="4483593"/>
                      <a:pt x="5225474" y="4617358"/>
                      <a:pt x="5186128" y="4739444"/>
                    </a:cubicBezTo>
                    <a:cubicBezTo>
                      <a:pt x="5148978" y="4854672"/>
                      <a:pt x="5095551" y="4962499"/>
                      <a:pt x="5027296" y="5059914"/>
                    </a:cubicBezTo>
                    <a:cubicBezTo>
                      <a:pt x="4783410" y="5408043"/>
                      <a:pt x="4341299" y="5641690"/>
                      <a:pt x="3713281" y="5754383"/>
                    </a:cubicBezTo>
                    <a:cubicBezTo>
                      <a:pt x="3229357" y="5841228"/>
                      <a:pt x="2749599" y="5836068"/>
                      <a:pt x="2467929" y="5830138"/>
                    </a:cubicBezTo>
                    <a:cubicBezTo>
                      <a:pt x="2452422" y="5853111"/>
                      <a:pt x="2435737" y="5876174"/>
                      <a:pt x="2417898" y="5899283"/>
                    </a:cubicBezTo>
                    <a:lnTo>
                      <a:pt x="2417241" y="5900121"/>
                    </a:lnTo>
                    <a:close/>
                    <a:moveTo>
                      <a:pt x="2291914" y="5826991"/>
                    </a:moveTo>
                    <a:cubicBezTo>
                      <a:pt x="2285281" y="5826991"/>
                      <a:pt x="2279055" y="5827037"/>
                      <a:pt x="2273282" y="5827105"/>
                    </a:cubicBezTo>
                    <a:cubicBezTo>
                      <a:pt x="2228141" y="5827761"/>
                      <a:pt x="2220896" y="5831315"/>
                      <a:pt x="2220625" y="5833374"/>
                    </a:cubicBezTo>
                    <a:cubicBezTo>
                      <a:pt x="2220398" y="5835004"/>
                      <a:pt x="2224337" y="5840278"/>
                      <a:pt x="2265766" y="5853813"/>
                    </a:cubicBezTo>
                    <a:cubicBezTo>
                      <a:pt x="2296124" y="5863726"/>
                      <a:pt x="2343892" y="5877283"/>
                      <a:pt x="2416041" y="5896499"/>
                    </a:cubicBezTo>
                    <a:cubicBezTo>
                      <a:pt x="2433224" y="5874206"/>
                      <a:pt x="2449297" y="5852070"/>
                      <a:pt x="2464239" y="5830070"/>
                    </a:cubicBezTo>
                    <a:cubicBezTo>
                      <a:pt x="2448958" y="5829753"/>
                      <a:pt x="2434243" y="5829413"/>
                      <a:pt x="2420184" y="5829119"/>
                    </a:cubicBezTo>
                    <a:cubicBezTo>
                      <a:pt x="2367912" y="5827965"/>
                      <a:pt x="2324785" y="5827014"/>
                      <a:pt x="2291936" y="5827014"/>
                    </a:cubicBezTo>
                    <a:close/>
                    <a:moveTo>
                      <a:pt x="2470057" y="5826991"/>
                    </a:moveTo>
                    <a:cubicBezTo>
                      <a:pt x="2751886" y="5832899"/>
                      <a:pt x="3230285" y="5837810"/>
                      <a:pt x="3712737" y="5751237"/>
                    </a:cubicBezTo>
                    <a:cubicBezTo>
                      <a:pt x="4339896" y="5638680"/>
                      <a:pt x="4781304" y="5405462"/>
                      <a:pt x="5024692" y="5058081"/>
                    </a:cubicBezTo>
                    <a:cubicBezTo>
                      <a:pt x="5321757" y="4634061"/>
                      <a:pt x="5323817" y="4037099"/>
                      <a:pt x="5030827" y="3283783"/>
                    </a:cubicBezTo>
                    <a:cubicBezTo>
                      <a:pt x="4920124" y="2999164"/>
                      <a:pt x="4798170" y="2636935"/>
                      <a:pt x="4669062" y="2253430"/>
                    </a:cubicBezTo>
                    <a:cubicBezTo>
                      <a:pt x="4314450" y="1200218"/>
                      <a:pt x="3912546" y="6473"/>
                      <a:pt x="3596398" y="3169"/>
                    </a:cubicBezTo>
                    <a:cubicBezTo>
                      <a:pt x="3595967" y="3169"/>
                      <a:pt x="3595537" y="3169"/>
                      <a:pt x="3595107" y="3169"/>
                    </a:cubicBezTo>
                    <a:cubicBezTo>
                      <a:pt x="3552637" y="3169"/>
                      <a:pt x="3512091" y="25237"/>
                      <a:pt x="3474579" y="68806"/>
                    </a:cubicBezTo>
                    <a:cubicBezTo>
                      <a:pt x="3434826" y="114979"/>
                      <a:pt x="3397268" y="186660"/>
                      <a:pt x="3362948" y="281880"/>
                    </a:cubicBezTo>
                    <a:cubicBezTo>
                      <a:pt x="3439715" y="550745"/>
                      <a:pt x="3471387" y="787448"/>
                      <a:pt x="3457102" y="985447"/>
                    </a:cubicBezTo>
                    <a:cubicBezTo>
                      <a:pt x="3450333" y="1079218"/>
                      <a:pt x="3433128" y="1166607"/>
                      <a:pt x="3405961" y="1245168"/>
                    </a:cubicBezTo>
                    <a:cubicBezTo>
                      <a:pt x="3379927" y="1320448"/>
                      <a:pt x="3343954" y="1389956"/>
                      <a:pt x="3299016" y="1451791"/>
                    </a:cubicBezTo>
                    <a:cubicBezTo>
                      <a:pt x="3221728" y="1558124"/>
                      <a:pt x="3118722" y="1643476"/>
                      <a:pt x="2984135" y="1712689"/>
                    </a:cubicBezTo>
                    <a:cubicBezTo>
                      <a:pt x="2864898" y="1774004"/>
                      <a:pt x="2723882" y="1820946"/>
                      <a:pt x="2552983" y="1856209"/>
                    </a:cubicBezTo>
                    <a:cubicBezTo>
                      <a:pt x="2236811" y="1921417"/>
                      <a:pt x="1872804" y="1934454"/>
                      <a:pt x="1520751" y="1947061"/>
                    </a:cubicBezTo>
                    <a:cubicBezTo>
                      <a:pt x="1122650" y="1961320"/>
                      <a:pt x="746622" y="1974765"/>
                      <a:pt x="465677" y="2060591"/>
                    </a:cubicBezTo>
                    <a:cubicBezTo>
                      <a:pt x="150140" y="2156988"/>
                      <a:pt x="3169" y="2330430"/>
                      <a:pt x="3169" y="2606425"/>
                    </a:cubicBezTo>
                    <a:cubicBezTo>
                      <a:pt x="3169" y="2901590"/>
                      <a:pt x="149777" y="3183108"/>
                      <a:pt x="451392" y="3467093"/>
                    </a:cubicBezTo>
                    <a:cubicBezTo>
                      <a:pt x="718573" y="3718643"/>
                      <a:pt x="1072596" y="3942603"/>
                      <a:pt x="1414983" y="4159207"/>
                    </a:cubicBezTo>
                    <a:cubicBezTo>
                      <a:pt x="1989892" y="4522908"/>
                      <a:pt x="2532902" y="4866419"/>
                      <a:pt x="2608877" y="5297047"/>
                    </a:cubicBezTo>
                    <a:cubicBezTo>
                      <a:pt x="2625404" y="5390796"/>
                      <a:pt x="2618906" y="5487283"/>
                      <a:pt x="2589521" y="5583884"/>
                    </a:cubicBezTo>
                    <a:cubicBezTo>
                      <a:pt x="2565479" y="5662920"/>
                      <a:pt x="2525386" y="5744424"/>
                      <a:pt x="2470035" y="582701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A3093A6A-67B3-2B72-8884-9CC3AED8A1E5}"/>
                  </a:ext>
                </a:extLst>
              </p:cNvPr>
              <p:cNvSpPr/>
              <p:nvPr/>
            </p:nvSpPr>
            <p:spPr>
              <a:xfrm>
                <a:off x="3666284" y="134200"/>
                <a:ext cx="5213523" cy="5861931"/>
              </a:xfrm>
              <a:custGeom>
                <a:avLst/>
                <a:gdLst>
                  <a:gd name="connsiteX0" fmla="*/ 2372032 w 5213523"/>
                  <a:gd name="connsiteY0" fmla="*/ 5861887 h 5861931"/>
                  <a:gd name="connsiteX1" fmla="*/ 2370968 w 5213523"/>
                  <a:gd name="connsiteY1" fmla="*/ 5861502 h 5861931"/>
                  <a:gd name="connsiteX2" fmla="*/ 2161515 w 5213523"/>
                  <a:gd name="connsiteY2" fmla="*/ 5760330 h 5861931"/>
                  <a:gd name="connsiteX3" fmla="*/ 2453169 w 5213523"/>
                  <a:gd name="connsiteY3" fmla="*/ 5751231 h 5861931"/>
                  <a:gd name="connsiteX4" fmla="*/ 2562038 w 5213523"/>
                  <a:gd name="connsiteY4" fmla="*/ 5346428 h 5861931"/>
                  <a:gd name="connsiteX5" fmla="*/ 1417270 w 5213523"/>
                  <a:gd name="connsiteY5" fmla="*/ 4185004 h 5861931"/>
                  <a:gd name="connsiteX6" fmla="*/ 452705 w 5213523"/>
                  <a:gd name="connsiteY6" fmla="*/ 3438093 h 5861931"/>
                  <a:gd name="connsiteX7" fmla="*/ 125509 w 5213523"/>
                  <a:gd name="connsiteY7" fmla="*/ 3015908 h 5861931"/>
                  <a:gd name="connsiteX8" fmla="*/ 32917 w 5213523"/>
                  <a:gd name="connsiteY8" fmla="*/ 2787534 h 5861931"/>
                  <a:gd name="connsiteX9" fmla="*/ 0 w 5213523"/>
                  <a:gd name="connsiteY9" fmla="*/ 2545716 h 5861931"/>
                  <a:gd name="connsiteX10" fmla="*/ 32985 w 5213523"/>
                  <a:gd name="connsiteY10" fmla="*/ 2342760 h 5861931"/>
                  <a:gd name="connsiteX11" fmla="*/ 126731 w 5213523"/>
                  <a:gd name="connsiteY11" fmla="*/ 2186610 h 5861931"/>
                  <a:gd name="connsiteX12" fmla="*/ 464522 w 5213523"/>
                  <a:gd name="connsiteY12" fmla="*/ 1988317 h 5861931"/>
                  <a:gd name="connsiteX13" fmla="*/ 1519868 w 5213523"/>
                  <a:gd name="connsiteY13" fmla="*/ 1858060 h 5861931"/>
                  <a:gd name="connsiteX14" fmla="*/ 2543723 w 5213523"/>
                  <a:gd name="connsiteY14" fmla="*/ 1752723 h 5861931"/>
                  <a:gd name="connsiteX15" fmla="*/ 3287222 w 5213523"/>
                  <a:gd name="connsiteY15" fmla="*/ 1345747 h 5861931"/>
                  <a:gd name="connsiteX16" fmla="*/ 3387262 w 5213523"/>
                  <a:gd name="connsiteY16" fmla="*/ 273545 h 5861931"/>
                  <a:gd name="connsiteX17" fmla="*/ 3387126 w 5213523"/>
                  <a:gd name="connsiteY17" fmla="*/ 273002 h 5861931"/>
                  <a:gd name="connsiteX18" fmla="*/ 3387352 w 5213523"/>
                  <a:gd name="connsiteY18" fmla="*/ 272481 h 5861931"/>
                  <a:gd name="connsiteX19" fmla="*/ 3518611 w 5213523"/>
                  <a:gd name="connsiteY19" fmla="*/ 61037 h 5861931"/>
                  <a:gd name="connsiteX20" fmla="*/ 3650979 w 5213523"/>
                  <a:gd name="connsiteY20" fmla="*/ 266 h 5861931"/>
                  <a:gd name="connsiteX21" fmla="*/ 3867518 w 5213523"/>
                  <a:gd name="connsiteY21" fmla="*/ 175722 h 5861931"/>
                  <a:gd name="connsiteX22" fmla="*/ 4083083 w 5213523"/>
                  <a:gd name="connsiteY22" fmla="*/ 613910 h 5861931"/>
                  <a:gd name="connsiteX23" fmla="*/ 4513353 w 5213523"/>
                  <a:gd name="connsiteY23" fmla="*/ 1925870 h 5861931"/>
                  <a:gd name="connsiteX24" fmla="*/ 4959063 w 5213523"/>
                  <a:gd name="connsiteY24" fmla="*/ 3273931 h 5861931"/>
                  <a:gd name="connsiteX25" fmla="*/ 5153325 w 5213523"/>
                  <a:gd name="connsiteY25" fmla="*/ 3869151 h 5861931"/>
                  <a:gd name="connsiteX26" fmla="*/ 5213521 w 5213523"/>
                  <a:gd name="connsiteY26" fmla="*/ 4362475 h 5861931"/>
                  <a:gd name="connsiteX27" fmla="*/ 5157988 w 5213523"/>
                  <a:gd name="connsiteY27" fmla="*/ 4763294 h 5861931"/>
                  <a:gd name="connsiteX28" fmla="*/ 5005087 w 5213523"/>
                  <a:gd name="connsiteY28" fmla="*/ 5080958 h 5861931"/>
                  <a:gd name="connsiteX29" fmla="*/ 4470453 w 5213523"/>
                  <a:gd name="connsiteY29" fmla="*/ 5509142 h 5861931"/>
                  <a:gd name="connsiteX30" fmla="*/ 3764987 w 5213523"/>
                  <a:gd name="connsiteY30" fmla="*/ 5711170 h 5861931"/>
                  <a:gd name="connsiteX31" fmla="*/ 2460934 w 5213523"/>
                  <a:gd name="connsiteY31" fmla="*/ 5754852 h 5861931"/>
                  <a:gd name="connsiteX32" fmla="*/ 2454686 w 5213523"/>
                  <a:gd name="connsiteY32" fmla="*/ 5754604 h 5861931"/>
                  <a:gd name="connsiteX33" fmla="*/ 2372802 w 5213523"/>
                  <a:gd name="connsiteY33" fmla="*/ 5861072 h 5861931"/>
                  <a:gd name="connsiteX34" fmla="*/ 2372055 w 5213523"/>
                  <a:gd name="connsiteY34" fmla="*/ 5861932 h 5861931"/>
                  <a:gd name="connsiteX35" fmla="*/ 2253994 w 5213523"/>
                  <a:gd name="connsiteY35" fmla="*/ 5748470 h 5861931"/>
                  <a:gd name="connsiteX36" fmla="*/ 2164730 w 5213523"/>
                  <a:gd name="connsiteY36" fmla="*/ 5760964 h 5861931"/>
                  <a:gd name="connsiteX37" fmla="*/ 2371036 w 5213523"/>
                  <a:gd name="connsiteY37" fmla="*/ 5858039 h 5861931"/>
                  <a:gd name="connsiteX38" fmla="*/ 2451018 w 5213523"/>
                  <a:gd name="connsiteY38" fmla="*/ 5754422 h 5861931"/>
                  <a:gd name="connsiteX39" fmla="*/ 2253994 w 5213523"/>
                  <a:gd name="connsiteY39" fmla="*/ 5748470 h 5861931"/>
                  <a:gd name="connsiteX40" fmla="*/ 2456768 w 5213523"/>
                  <a:gd name="connsiteY40" fmla="*/ 5751390 h 5861931"/>
                  <a:gd name="connsiteX41" fmla="*/ 2461047 w 5213523"/>
                  <a:gd name="connsiteY41" fmla="*/ 5751570 h 5861931"/>
                  <a:gd name="connsiteX42" fmla="*/ 3764467 w 5213523"/>
                  <a:gd name="connsiteY42" fmla="*/ 5707933 h 5861931"/>
                  <a:gd name="connsiteX43" fmla="*/ 5002393 w 5213523"/>
                  <a:gd name="connsiteY43" fmla="*/ 5079079 h 5861931"/>
                  <a:gd name="connsiteX44" fmla="*/ 4956052 w 5213523"/>
                  <a:gd name="connsiteY44" fmla="*/ 3275176 h 5861931"/>
                  <a:gd name="connsiteX45" fmla="*/ 4510229 w 5213523"/>
                  <a:gd name="connsiteY45" fmla="*/ 1926821 h 5861931"/>
                  <a:gd name="connsiteX46" fmla="*/ 4080072 w 5213523"/>
                  <a:gd name="connsiteY46" fmla="*/ 615109 h 5861931"/>
                  <a:gd name="connsiteX47" fmla="*/ 3864847 w 5213523"/>
                  <a:gd name="connsiteY47" fmla="*/ 177533 h 5861931"/>
                  <a:gd name="connsiteX48" fmla="*/ 3650821 w 5213523"/>
                  <a:gd name="connsiteY48" fmla="*/ 3503 h 5861931"/>
                  <a:gd name="connsiteX49" fmla="*/ 3520988 w 5213523"/>
                  <a:gd name="connsiteY49" fmla="*/ 63301 h 5861931"/>
                  <a:gd name="connsiteX50" fmla="*/ 3390612 w 5213523"/>
                  <a:gd name="connsiteY50" fmla="*/ 273251 h 5861931"/>
                  <a:gd name="connsiteX51" fmla="*/ 3451216 w 5213523"/>
                  <a:gd name="connsiteY51" fmla="*/ 913512 h 5861931"/>
                  <a:gd name="connsiteX52" fmla="*/ 3289893 w 5213523"/>
                  <a:gd name="connsiteY52" fmla="*/ 1347648 h 5861931"/>
                  <a:gd name="connsiteX53" fmla="*/ 2973880 w 5213523"/>
                  <a:gd name="connsiteY53" fmla="*/ 1608365 h 5861931"/>
                  <a:gd name="connsiteX54" fmla="*/ 2544470 w 5213523"/>
                  <a:gd name="connsiteY54" fmla="*/ 1755869 h 5861931"/>
                  <a:gd name="connsiteX55" fmla="*/ 1520094 w 5213523"/>
                  <a:gd name="connsiteY55" fmla="*/ 1861274 h 5861931"/>
                  <a:gd name="connsiteX56" fmla="*/ 465586 w 5213523"/>
                  <a:gd name="connsiteY56" fmla="*/ 1991372 h 5861931"/>
                  <a:gd name="connsiteX57" fmla="*/ 3328 w 5213523"/>
                  <a:gd name="connsiteY57" fmla="*/ 2545648 h 5861931"/>
                  <a:gd name="connsiteX58" fmla="*/ 455082 w 5213523"/>
                  <a:gd name="connsiteY58" fmla="*/ 3435717 h 5861931"/>
                  <a:gd name="connsiteX59" fmla="*/ 1419194 w 5213523"/>
                  <a:gd name="connsiteY59" fmla="*/ 4182265 h 5861931"/>
                  <a:gd name="connsiteX60" fmla="*/ 2565343 w 5213523"/>
                  <a:gd name="connsiteY60" fmla="*/ 5345975 h 5861931"/>
                  <a:gd name="connsiteX61" fmla="*/ 2536117 w 5213523"/>
                  <a:gd name="connsiteY61" fmla="*/ 5596643 h 5861931"/>
                  <a:gd name="connsiteX62" fmla="*/ 2456836 w 5213523"/>
                  <a:gd name="connsiteY62" fmla="*/ 5751344 h 5861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5213523" h="5861931">
                    <a:moveTo>
                      <a:pt x="2372032" y="5861887"/>
                    </a:moveTo>
                    <a:lnTo>
                      <a:pt x="2370968" y="5861502"/>
                    </a:lnTo>
                    <a:cubicBezTo>
                      <a:pt x="2193368" y="5796453"/>
                      <a:pt x="2158798" y="5774023"/>
                      <a:pt x="2161515" y="5760330"/>
                    </a:cubicBezTo>
                    <a:cubicBezTo>
                      <a:pt x="2165454" y="5740526"/>
                      <a:pt x="2253903" y="5743060"/>
                      <a:pt x="2453169" y="5751231"/>
                    </a:cubicBezTo>
                    <a:cubicBezTo>
                      <a:pt x="2543497" y="5615746"/>
                      <a:pt x="2579198" y="5482388"/>
                      <a:pt x="2562038" y="5346428"/>
                    </a:cubicBezTo>
                    <a:cubicBezTo>
                      <a:pt x="2510377" y="4937528"/>
                      <a:pt x="1979410" y="4571995"/>
                      <a:pt x="1417270" y="4185004"/>
                    </a:cubicBezTo>
                    <a:cubicBezTo>
                      <a:pt x="1075245" y="3949546"/>
                      <a:pt x="721607" y="3706076"/>
                      <a:pt x="452705" y="3438093"/>
                    </a:cubicBezTo>
                    <a:cubicBezTo>
                      <a:pt x="307320" y="3293193"/>
                      <a:pt x="200284" y="3155082"/>
                      <a:pt x="125509" y="3015908"/>
                    </a:cubicBezTo>
                    <a:cubicBezTo>
                      <a:pt x="84827" y="2940175"/>
                      <a:pt x="53676" y="2863334"/>
                      <a:pt x="32917" y="2787534"/>
                    </a:cubicBezTo>
                    <a:cubicBezTo>
                      <a:pt x="11070" y="2707750"/>
                      <a:pt x="0" y="2626382"/>
                      <a:pt x="0" y="2545716"/>
                    </a:cubicBezTo>
                    <a:cubicBezTo>
                      <a:pt x="0" y="2471455"/>
                      <a:pt x="11093" y="2403169"/>
                      <a:pt x="32985" y="2342760"/>
                    </a:cubicBezTo>
                    <a:cubicBezTo>
                      <a:pt x="53925" y="2284976"/>
                      <a:pt x="85484" y="2232443"/>
                      <a:pt x="126731" y="2186610"/>
                    </a:cubicBezTo>
                    <a:cubicBezTo>
                      <a:pt x="203159" y="2101734"/>
                      <a:pt x="313636" y="2036888"/>
                      <a:pt x="464522" y="1988317"/>
                    </a:cubicBezTo>
                    <a:cubicBezTo>
                      <a:pt x="745717" y="1897805"/>
                      <a:pt x="1121745" y="1878498"/>
                      <a:pt x="1519868" y="1858060"/>
                    </a:cubicBezTo>
                    <a:cubicBezTo>
                      <a:pt x="1868843" y="1840134"/>
                      <a:pt x="2229680" y="1821597"/>
                      <a:pt x="2543723" y="1752723"/>
                    </a:cubicBezTo>
                    <a:cubicBezTo>
                      <a:pt x="2898629" y="1674885"/>
                      <a:pt x="3141836" y="1541754"/>
                      <a:pt x="3287222" y="1345747"/>
                    </a:cubicBezTo>
                    <a:cubicBezTo>
                      <a:pt x="3471862" y="1096799"/>
                      <a:pt x="3504598" y="746068"/>
                      <a:pt x="3387262" y="273545"/>
                    </a:cubicBezTo>
                    <a:lnTo>
                      <a:pt x="3387126" y="273002"/>
                    </a:lnTo>
                    <a:lnTo>
                      <a:pt x="3387352" y="272481"/>
                    </a:lnTo>
                    <a:cubicBezTo>
                      <a:pt x="3429936" y="177125"/>
                      <a:pt x="3474104" y="105988"/>
                      <a:pt x="3518611" y="61037"/>
                    </a:cubicBezTo>
                    <a:cubicBezTo>
                      <a:pt x="3561398" y="17830"/>
                      <a:pt x="3605951" y="-2609"/>
                      <a:pt x="3650979" y="266"/>
                    </a:cubicBezTo>
                    <a:cubicBezTo>
                      <a:pt x="3720457" y="4702"/>
                      <a:pt x="3791294" y="62101"/>
                      <a:pt x="3867518" y="175722"/>
                    </a:cubicBezTo>
                    <a:cubicBezTo>
                      <a:pt x="3935208" y="276623"/>
                      <a:pt x="4005704" y="419939"/>
                      <a:pt x="4083083" y="613910"/>
                    </a:cubicBezTo>
                    <a:cubicBezTo>
                      <a:pt x="4226703" y="973989"/>
                      <a:pt x="4372427" y="1457897"/>
                      <a:pt x="4513353" y="1925870"/>
                    </a:cubicBezTo>
                    <a:cubicBezTo>
                      <a:pt x="4659758" y="2412019"/>
                      <a:pt x="4811142" y="2914735"/>
                      <a:pt x="4959063" y="3273931"/>
                    </a:cubicBezTo>
                    <a:cubicBezTo>
                      <a:pt x="5045769" y="3484470"/>
                      <a:pt x="5111127" y="3684732"/>
                      <a:pt x="5153325" y="3869151"/>
                    </a:cubicBezTo>
                    <a:cubicBezTo>
                      <a:pt x="5193509" y="4044789"/>
                      <a:pt x="5213770" y="4210784"/>
                      <a:pt x="5213521" y="4362475"/>
                    </a:cubicBezTo>
                    <a:cubicBezTo>
                      <a:pt x="5213295" y="4506357"/>
                      <a:pt x="5194595" y="4641231"/>
                      <a:pt x="5157988" y="4763294"/>
                    </a:cubicBezTo>
                    <a:cubicBezTo>
                      <a:pt x="5123420" y="4878522"/>
                      <a:pt x="5071984" y="4985398"/>
                      <a:pt x="5005087" y="5080958"/>
                    </a:cubicBezTo>
                    <a:cubicBezTo>
                      <a:pt x="4881978" y="5256822"/>
                      <a:pt x="4702092" y="5400885"/>
                      <a:pt x="4470453" y="5509142"/>
                    </a:cubicBezTo>
                    <a:cubicBezTo>
                      <a:pt x="4274606" y="5600672"/>
                      <a:pt x="4037263" y="5668641"/>
                      <a:pt x="3764987" y="5711170"/>
                    </a:cubicBezTo>
                    <a:cubicBezTo>
                      <a:pt x="3272212" y="5788169"/>
                      <a:pt x="2764359" y="5767301"/>
                      <a:pt x="2460934" y="5754852"/>
                    </a:cubicBezTo>
                    <a:cubicBezTo>
                      <a:pt x="2458828" y="5754762"/>
                      <a:pt x="2456768" y="5754672"/>
                      <a:pt x="2454686" y="5754604"/>
                    </a:cubicBezTo>
                    <a:cubicBezTo>
                      <a:pt x="2430983" y="5790093"/>
                      <a:pt x="2403658" y="5825650"/>
                      <a:pt x="2372802" y="5861072"/>
                    </a:cubicBezTo>
                    <a:lnTo>
                      <a:pt x="2372055" y="5861932"/>
                    </a:lnTo>
                    <a:close/>
                    <a:moveTo>
                      <a:pt x="2253994" y="5748470"/>
                    </a:moveTo>
                    <a:cubicBezTo>
                      <a:pt x="2199525" y="5748470"/>
                      <a:pt x="2166586" y="5751684"/>
                      <a:pt x="2164730" y="5760964"/>
                    </a:cubicBezTo>
                    <a:cubicBezTo>
                      <a:pt x="2161221" y="5778686"/>
                      <a:pt x="2272897" y="5822075"/>
                      <a:pt x="2371036" y="5858039"/>
                    </a:cubicBezTo>
                    <a:cubicBezTo>
                      <a:pt x="2401236" y="5823296"/>
                      <a:pt x="2427881" y="5788803"/>
                      <a:pt x="2451018" y="5754422"/>
                    </a:cubicBezTo>
                    <a:cubicBezTo>
                      <a:pt x="2372168" y="5751186"/>
                      <a:pt x="2304003" y="5748470"/>
                      <a:pt x="2253994" y="5748470"/>
                    </a:cubicBezTo>
                    <a:close/>
                    <a:moveTo>
                      <a:pt x="2456768" y="5751390"/>
                    </a:moveTo>
                    <a:cubicBezTo>
                      <a:pt x="2458172" y="5751457"/>
                      <a:pt x="2459621" y="5751503"/>
                      <a:pt x="2461047" y="5751570"/>
                    </a:cubicBezTo>
                    <a:cubicBezTo>
                      <a:pt x="2764359" y="5764019"/>
                      <a:pt x="3272009" y="5784887"/>
                      <a:pt x="3764467" y="5707933"/>
                    </a:cubicBezTo>
                    <a:cubicBezTo>
                      <a:pt x="4358800" y="5615067"/>
                      <a:pt x="4775305" y="5403487"/>
                      <a:pt x="5002393" y="5079079"/>
                    </a:cubicBezTo>
                    <a:cubicBezTo>
                      <a:pt x="5293390" y="4663389"/>
                      <a:pt x="5277792" y="4056468"/>
                      <a:pt x="4956052" y="3275176"/>
                    </a:cubicBezTo>
                    <a:cubicBezTo>
                      <a:pt x="4808063" y="2915844"/>
                      <a:pt x="4656656" y="2413060"/>
                      <a:pt x="4510229" y="1926821"/>
                    </a:cubicBezTo>
                    <a:cubicBezTo>
                      <a:pt x="4369326" y="1458915"/>
                      <a:pt x="4223624" y="975053"/>
                      <a:pt x="4080072" y="615109"/>
                    </a:cubicBezTo>
                    <a:cubicBezTo>
                      <a:pt x="4002806" y="421365"/>
                      <a:pt x="3932400" y="278230"/>
                      <a:pt x="3864847" y="177533"/>
                    </a:cubicBezTo>
                    <a:cubicBezTo>
                      <a:pt x="3789211" y="64795"/>
                      <a:pt x="3719212" y="7871"/>
                      <a:pt x="3650821" y="3503"/>
                    </a:cubicBezTo>
                    <a:cubicBezTo>
                      <a:pt x="3606766" y="696"/>
                      <a:pt x="3563074" y="20817"/>
                      <a:pt x="3520988" y="63301"/>
                    </a:cubicBezTo>
                    <a:cubicBezTo>
                      <a:pt x="3476820" y="107889"/>
                      <a:pt x="3432969" y="178529"/>
                      <a:pt x="3390612" y="273251"/>
                    </a:cubicBezTo>
                    <a:cubicBezTo>
                      <a:pt x="3450899" y="516268"/>
                      <a:pt x="3471296" y="731650"/>
                      <a:pt x="3451216" y="913512"/>
                    </a:cubicBezTo>
                    <a:cubicBezTo>
                      <a:pt x="3432562" y="1082404"/>
                      <a:pt x="3378297" y="1228459"/>
                      <a:pt x="3289893" y="1347648"/>
                    </a:cubicBezTo>
                    <a:cubicBezTo>
                      <a:pt x="3211677" y="1453098"/>
                      <a:pt x="3108308" y="1538382"/>
                      <a:pt x="2973880" y="1608365"/>
                    </a:cubicBezTo>
                    <a:cubicBezTo>
                      <a:pt x="2854801" y="1670359"/>
                      <a:pt x="2714328" y="1718614"/>
                      <a:pt x="2544470" y="1755869"/>
                    </a:cubicBezTo>
                    <a:cubicBezTo>
                      <a:pt x="2230178" y="1824811"/>
                      <a:pt x="1869182" y="1843348"/>
                      <a:pt x="1520094" y="1861274"/>
                    </a:cubicBezTo>
                    <a:cubicBezTo>
                      <a:pt x="1122198" y="1881712"/>
                      <a:pt x="746373" y="1901018"/>
                      <a:pt x="465586" y="1991372"/>
                    </a:cubicBezTo>
                    <a:cubicBezTo>
                      <a:pt x="150207" y="2092884"/>
                      <a:pt x="3328" y="2268997"/>
                      <a:pt x="3328" y="2545648"/>
                    </a:cubicBezTo>
                    <a:cubicBezTo>
                      <a:pt x="3328" y="2841606"/>
                      <a:pt x="151090" y="3132743"/>
                      <a:pt x="455082" y="3435717"/>
                    </a:cubicBezTo>
                    <a:cubicBezTo>
                      <a:pt x="723780" y="3703495"/>
                      <a:pt x="1077305" y="3946898"/>
                      <a:pt x="1419194" y="4182265"/>
                    </a:cubicBezTo>
                    <a:cubicBezTo>
                      <a:pt x="1981945" y="4569686"/>
                      <a:pt x="2513501" y="4935627"/>
                      <a:pt x="2565343" y="5345975"/>
                    </a:cubicBezTo>
                    <a:cubicBezTo>
                      <a:pt x="2575893" y="5429426"/>
                      <a:pt x="2566045" y="5513758"/>
                      <a:pt x="2536117" y="5596643"/>
                    </a:cubicBezTo>
                    <a:cubicBezTo>
                      <a:pt x="2517644" y="5647773"/>
                      <a:pt x="2491134" y="5699490"/>
                      <a:pt x="2456836" y="575134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2EE18D87-0AEB-4979-172B-74AA244DF312}"/>
                  </a:ext>
                </a:extLst>
              </p:cNvPr>
              <p:cNvSpPr/>
              <p:nvPr/>
            </p:nvSpPr>
            <p:spPr>
              <a:xfrm>
                <a:off x="3711290" y="142633"/>
                <a:ext cx="5176957" cy="5823872"/>
              </a:xfrm>
              <a:custGeom>
                <a:avLst/>
                <a:gdLst>
                  <a:gd name="connsiteX0" fmla="*/ 2326890 w 5176957"/>
                  <a:gd name="connsiteY0" fmla="*/ 5823872 h 5823872"/>
                  <a:gd name="connsiteX1" fmla="*/ 2325826 w 5176957"/>
                  <a:gd name="connsiteY1" fmla="*/ 5823397 h 5823872"/>
                  <a:gd name="connsiteX2" fmla="*/ 2105892 w 5176957"/>
                  <a:gd name="connsiteY2" fmla="*/ 5686939 h 5823872"/>
                  <a:gd name="connsiteX3" fmla="*/ 2441646 w 5176957"/>
                  <a:gd name="connsiteY3" fmla="*/ 5677206 h 5823872"/>
                  <a:gd name="connsiteX4" fmla="*/ 2516512 w 5176957"/>
                  <a:gd name="connsiteY4" fmla="*/ 5391931 h 5823872"/>
                  <a:gd name="connsiteX5" fmla="*/ 2167650 w 5176957"/>
                  <a:gd name="connsiteY5" fmla="*/ 4814026 h 5823872"/>
                  <a:gd name="connsiteX6" fmla="*/ 1422726 w 5176957"/>
                  <a:gd name="connsiteY6" fmla="*/ 4212898 h 5823872"/>
                  <a:gd name="connsiteX7" fmla="*/ 456938 w 5176957"/>
                  <a:gd name="connsiteY7" fmla="*/ 3409245 h 5823872"/>
                  <a:gd name="connsiteX8" fmla="*/ 126935 w 5176957"/>
                  <a:gd name="connsiteY8" fmla="*/ 2965308 h 5823872"/>
                  <a:gd name="connsiteX9" fmla="*/ 0 w 5176957"/>
                  <a:gd name="connsiteY9" fmla="*/ 2485203 h 5823872"/>
                  <a:gd name="connsiteX10" fmla="*/ 33030 w 5176957"/>
                  <a:gd name="connsiteY10" fmla="*/ 2280979 h 5823872"/>
                  <a:gd name="connsiteX11" fmla="*/ 126912 w 5176957"/>
                  <a:gd name="connsiteY11" fmla="*/ 2122770 h 5823872"/>
                  <a:gd name="connsiteX12" fmla="*/ 465156 w 5176957"/>
                  <a:gd name="connsiteY12" fmla="*/ 1918456 h 5823872"/>
                  <a:gd name="connsiteX13" fmla="*/ 1521792 w 5176957"/>
                  <a:gd name="connsiteY13" fmla="*/ 1771201 h 5823872"/>
                  <a:gd name="connsiteX14" fmla="*/ 2537498 w 5176957"/>
                  <a:gd name="connsiteY14" fmla="*/ 1651605 h 5823872"/>
                  <a:gd name="connsiteX15" fmla="*/ 3280770 w 5176957"/>
                  <a:gd name="connsiteY15" fmla="*/ 1242162 h 5823872"/>
                  <a:gd name="connsiteX16" fmla="*/ 3414790 w 5176957"/>
                  <a:gd name="connsiteY16" fmla="*/ 264931 h 5823872"/>
                  <a:gd name="connsiteX17" fmla="*/ 3414677 w 5176957"/>
                  <a:gd name="connsiteY17" fmla="*/ 264342 h 5823872"/>
                  <a:gd name="connsiteX18" fmla="*/ 3414971 w 5176957"/>
                  <a:gd name="connsiteY18" fmla="*/ 263799 h 5823872"/>
                  <a:gd name="connsiteX19" fmla="*/ 3565700 w 5176957"/>
                  <a:gd name="connsiteY19" fmla="*/ 55343 h 5823872"/>
                  <a:gd name="connsiteX20" fmla="*/ 3706263 w 5176957"/>
                  <a:gd name="connsiteY20" fmla="*/ 954 h 5823872"/>
                  <a:gd name="connsiteX21" fmla="*/ 4411389 w 5176957"/>
                  <a:gd name="connsiteY21" fmla="*/ 1716813 h 5823872"/>
                  <a:gd name="connsiteX22" fmla="*/ 4884332 w 5176957"/>
                  <a:gd name="connsiteY22" fmla="*/ 3265385 h 5823872"/>
                  <a:gd name="connsiteX23" fmla="*/ 5100554 w 5176957"/>
                  <a:gd name="connsiteY23" fmla="*/ 3880183 h 5823872"/>
                  <a:gd name="connsiteX24" fmla="*/ 5176371 w 5176957"/>
                  <a:gd name="connsiteY24" fmla="*/ 4384326 h 5823872"/>
                  <a:gd name="connsiteX25" fmla="*/ 5130890 w 5176957"/>
                  <a:gd name="connsiteY25" fmla="*/ 4788518 h 5823872"/>
                  <a:gd name="connsiteX26" fmla="*/ 4983241 w 5176957"/>
                  <a:gd name="connsiteY26" fmla="*/ 5103307 h 5823872"/>
                  <a:gd name="connsiteX27" fmla="*/ 4476136 w 5176957"/>
                  <a:gd name="connsiteY27" fmla="*/ 5499215 h 5823872"/>
                  <a:gd name="connsiteX28" fmla="*/ 3797383 w 5176957"/>
                  <a:gd name="connsiteY28" fmla="*/ 5675373 h 5823872"/>
                  <a:gd name="connsiteX29" fmla="*/ 2489911 w 5176957"/>
                  <a:gd name="connsiteY29" fmla="*/ 5683611 h 5823872"/>
                  <a:gd name="connsiteX30" fmla="*/ 2443140 w 5176957"/>
                  <a:gd name="connsiteY30" fmla="*/ 5680601 h 5823872"/>
                  <a:gd name="connsiteX31" fmla="*/ 2327683 w 5176957"/>
                  <a:gd name="connsiteY31" fmla="*/ 5823012 h 5823872"/>
                  <a:gd name="connsiteX32" fmla="*/ 2326845 w 5176957"/>
                  <a:gd name="connsiteY32" fmla="*/ 5823827 h 5823872"/>
                  <a:gd name="connsiteX33" fmla="*/ 2207290 w 5176957"/>
                  <a:gd name="connsiteY33" fmla="*/ 5669805 h 5823872"/>
                  <a:gd name="connsiteX34" fmla="*/ 2109175 w 5176957"/>
                  <a:gd name="connsiteY34" fmla="*/ 5687753 h 5823872"/>
                  <a:gd name="connsiteX35" fmla="*/ 2326189 w 5176957"/>
                  <a:gd name="connsiteY35" fmla="*/ 5819866 h 5823872"/>
                  <a:gd name="connsiteX36" fmla="*/ 2439676 w 5176957"/>
                  <a:gd name="connsiteY36" fmla="*/ 5680443 h 5823872"/>
                  <a:gd name="connsiteX37" fmla="*/ 2207313 w 5176957"/>
                  <a:gd name="connsiteY37" fmla="*/ 5669827 h 5823872"/>
                  <a:gd name="connsiteX38" fmla="*/ 2445177 w 5176957"/>
                  <a:gd name="connsiteY38" fmla="*/ 5677409 h 5823872"/>
                  <a:gd name="connsiteX39" fmla="*/ 2490160 w 5176957"/>
                  <a:gd name="connsiteY39" fmla="*/ 5680307 h 5823872"/>
                  <a:gd name="connsiteX40" fmla="*/ 3796998 w 5176957"/>
                  <a:gd name="connsiteY40" fmla="*/ 5672091 h 5823872"/>
                  <a:gd name="connsiteX41" fmla="*/ 4980547 w 5176957"/>
                  <a:gd name="connsiteY41" fmla="*/ 5101428 h 5823872"/>
                  <a:gd name="connsiteX42" fmla="*/ 4881322 w 5176957"/>
                  <a:gd name="connsiteY42" fmla="*/ 3266788 h 5823872"/>
                  <a:gd name="connsiteX43" fmla="*/ 4408197 w 5176957"/>
                  <a:gd name="connsiteY43" fmla="*/ 1717718 h 5823872"/>
                  <a:gd name="connsiteX44" fmla="*/ 3705923 w 5176957"/>
                  <a:gd name="connsiteY44" fmla="*/ 4350 h 5823872"/>
                  <a:gd name="connsiteX45" fmla="*/ 3567964 w 5176957"/>
                  <a:gd name="connsiteY45" fmla="*/ 57923 h 5823872"/>
                  <a:gd name="connsiteX46" fmla="*/ 3418254 w 5176957"/>
                  <a:gd name="connsiteY46" fmla="*/ 264931 h 5823872"/>
                  <a:gd name="connsiteX47" fmla="*/ 3447435 w 5176957"/>
                  <a:gd name="connsiteY47" fmla="*/ 842995 h 5823872"/>
                  <a:gd name="connsiteX48" fmla="*/ 3283509 w 5176957"/>
                  <a:gd name="connsiteY48" fmla="*/ 1244267 h 5823872"/>
                  <a:gd name="connsiteX49" fmla="*/ 2966047 w 5176957"/>
                  <a:gd name="connsiteY49" fmla="*/ 1503920 h 5823872"/>
                  <a:gd name="connsiteX50" fmla="*/ 2538335 w 5176957"/>
                  <a:gd name="connsiteY50" fmla="*/ 1654932 h 5823872"/>
                  <a:gd name="connsiteX51" fmla="*/ 1522087 w 5176957"/>
                  <a:gd name="connsiteY51" fmla="*/ 1774596 h 5823872"/>
                  <a:gd name="connsiteX52" fmla="*/ 466288 w 5176957"/>
                  <a:gd name="connsiteY52" fmla="*/ 1921670 h 5823872"/>
                  <a:gd name="connsiteX53" fmla="*/ 3396 w 5176957"/>
                  <a:gd name="connsiteY53" fmla="*/ 2485203 h 5823872"/>
                  <a:gd name="connsiteX54" fmla="*/ 459406 w 5176957"/>
                  <a:gd name="connsiteY54" fmla="*/ 3406914 h 5823872"/>
                  <a:gd name="connsiteX55" fmla="*/ 1424763 w 5176957"/>
                  <a:gd name="connsiteY55" fmla="*/ 4210182 h 5823872"/>
                  <a:gd name="connsiteX56" fmla="*/ 2170027 w 5176957"/>
                  <a:gd name="connsiteY56" fmla="*/ 4811604 h 5823872"/>
                  <a:gd name="connsiteX57" fmla="*/ 2415136 w 5176957"/>
                  <a:gd name="connsiteY57" fmla="*/ 5102582 h 5823872"/>
                  <a:gd name="connsiteX58" fmla="*/ 2519907 w 5176957"/>
                  <a:gd name="connsiteY58" fmla="*/ 5391682 h 5823872"/>
                  <a:gd name="connsiteX59" fmla="*/ 2482282 w 5176957"/>
                  <a:gd name="connsiteY59" fmla="*/ 5606589 h 5823872"/>
                  <a:gd name="connsiteX60" fmla="*/ 2445177 w 5176957"/>
                  <a:gd name="connsiteY60" fmla="*/ 5677409 h 5823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176957" h="5823872">
                    <a:moveTo>
                      <a:pt x="2326890" y="5823872"/>
                    </a:moveTo>
                    <a:lnTo>
                      <a:pt x="2325826" y="5823397"/>
                    </a:lnTo>
                    <a:cubicBezTo>
                      <a:pt x="2166020" y="5750109"/>
                      <a:pt x="2100255" y="5709300"/>
                      <a:pt x="2105892" y="5686939"/>
                    </a:cubicBezTo>
                    <a:cubicBezTo>
                      <a:pt x="2113136" y="5658216"/>
                      <a:pt x="2235974" y="5664078"/>
                      <a:pt x="2441646" y="5677206"/>
                    </a:cubicBezTo>
                    <a:cubicBezTo>
                      <a:pt x="2498921" y="5584702"/>
                      <a:pt x="2523530" y="5490365"/>
                      <a:pt x="2516512" y="5391931"/>
                    </a:cubicBezTo>
                    <a:cubicBezTo>
                      <a:pt x="2504015" y="5216973"/>
                      <a:pt x="2393176" y="5033346"/>
                      <a:pt x="2167650" y="4814026"/>
                    </a:cubicBezTo>
                    <a:cubicBezTo>
                      <a:pt x="1966913" y="4618833"/>
                      <a:pt x="1702584" y="4421649"/>
                      <a:pt x="1422726" y="4212898"/>
                    </a:cubicBezTo>
                    <a:cubicBezTo>
                      <a:pt x="1081018" y="3958021"/>
                      <a:pt x="727697" y="3694452"/>
                      <a:pt x="456938" y="3409245"/>
                    </a:cubicBezTo>
                    <a:cubicBezTo>
                      <a:pt x="310398" y="3254883"/>
                      <a:pt x="202457" y="3109688"/>
                      <a:pt x="126935" y="2965308"/>
                    </a:cubicBezTo>
                    <a:cubicBezTo>
                      <a:pt x="42719" y="2804292"/>
                      <a:pt x="0" y="2642756"/>
                      <a:pt x="0" y="2485203"/>
                    </a:cubicBezTo>
                    <a:cubicBezTo>
                      <a:pt x="0" y="2410647"/>
                      <a:pt x="11116" y="2341954"/>
                      <a:pt x="33030" y="2280979"/>
                    </a:cubicBezTo>
                    <a:cubicBezTo>
                      <a:pt x="53993" y="2222652"/>
                      <a:pt x="85597" y="2169418"/>
                      <a:pt x="126912" y="2122770"/>
                    </a:cubicBezTo>
                    <a:cubicBezTo>
                      <a:pt x="203431" y="2036400"/>
                      <a:pt x="314066" y="1969563"/>
                      <a:pt x="465156" y="1918456"/>
                    </a:cubicBezTo>
                    <a:cubicBezTo>
                      <a:pt x="746736" y="1823213"/>
                      <a:pt x="1123216" y="1797954"/>
                      <a:pt x="1521792" y="1771201"/>
                    </a:cubicBezTo>
                    <a:cubicBezTo>
                      <a:pt x="1867711" y="1747979"/>
                      <a:pt x="2225401" y="1723987"/>
                      <a:pt x="2537498" y="1651605"/>
                    </a:cubicBezTo>
                    <a:cubicBezTo>
                      <a:pt x="2890208" y="1569829"/>
                      <a:pt x="3133324" y="1435906"/>
                      <a:pt x="3280770" y="1242162"/>
                    </a:cubicBezTo>
                    <a:cubicBezTo>
                      <a:pt x="3458279" y="1008922"/>
                      <a:pt x="3502108" y="689267"/>
                      <a:pt x="3414790" y="264931"/>
                    </a:cubicBezTo>
                    <a:lnTo>
                      <a:pt x="3414677" y="264342"/>
                    </a:lnTo>
                    <a:lnTo>
                      <a:pt x="3414971" y="263799"/>
                    </a:lnTo>
                    <a:cubicBezTo>
                      <a:pt x="3465931" y="168760"/>
                      <a:pt x="3516642" y="98641"/>
                      <a:pt x="3565700" y="55343"/>
                    </a:cubicBezTo>
                    <a:cubicBezTo>
                      <a:pt x="3612833" y="13742"/>
                      <a:pt x="3660125" y="-4546"/>
                      <a:pt x="3706263" y="954"/>
                    </a:cubicBezTo>
                    <a:cubicBezTo>
                      <a:pt x="3973761" y="32913"/>
                      <a:pt x="4186338" y="850849"/>
                      <a:pt x="4411389" y="1716813"/>
                    </a:cubicBezTo>
                    <a:cubicBezTo>
                      <a:pt x="4557725" y="2279848"/>
                      <a:pt x="4709019" y="2862031"/>
                      <a:pt x="4884332" y="3265385"/>
                    </a:cubicBezTo>
                    <a:cubicBezTo>
                      <a:pt x="4979279" y="3483823"/>
                      <a:pt x="5052017" y="3690649"/>
                      <a:pt x="5100554" y="3880183"/>
                    </a:cubicBezTo>
                    <a:cubicBezTo>
                      <a:pt x="5146783" y="4060664"/>
                      <a:pt x="5172296" y="4230304"/>
                      <a:pt x="5176371" y="4384326"/>
                    </a:cubicBezTo>
                    <a:cubicBezTo>
                      <a:pt x="5180243" y="4530426"/>
                      <a:pt x="5164939" y="4666409"/>
                      <a:pt x="5130890" y="4788518"/>
                    </a:cubicBezTo>
                    <a:cubicBezTo>
                      <a:pt x="5098766" y="4903723"/>
                      <a:pt x="5049074" y="5009648"/>
                      <a:pt x="4983241" y="5103307"/>
                    </a:cubicBezTo>
                    <a:cubicBezTo>
                      <a:pt x="4867127" y="5268465"/>
                      <a:pt x="4696522" y="5401664"/>
                      <a:pt x="4476136" y="5499215"/>
                    </a:cubicBezTo>
                    <a:cubicBezTo>
                      <a:pt x="4288710" y="5582167"/>
                      <a:pt x="4060354" y="5641445"/>
                      <a:pt x="3797383" y="5675373"/>
                    </a:cubicBezTo>
                    <a:cubicBezTo>
                      <a:pt x="3319142" y="5737095"/>
                      <a:pt x="2820118" y="5704910"/>
                      <a:pt x="2489911" y="5683611"/>
                    </a:cubicBezTo>
                    <a:cubicBezTo>
                      <a:pt x="2473974" y="5682593"/>
                      <a:pt x="2458376" y="5681574"/>
                      <a:pt x="2443140" y="5680601"/>
                    </a:cubicBezTo>
                    <a:cubicBezTo>
                      <a:pt x="2413211" y="5728630"/>
                      <a:pt x="2374590" y="5776296"/>
                      <a:pt x="2327683" y="5823012"/>
                    </a:cubicBezTo>
                    <a:lnTo>
                      <a:pt x="2326845" y="5823827"/>
                    </a:lnTo>
                    <a:close/>
                    <a:moveTo>
                      <a:pt x="2207290" y="5669805"/>
                    </a:moveTo>
                    <a:cubicBezTo>
                      <a:pt x="2148181" y="5669805"/>
                      <a:pt x="2112480" y="5674625"/>
                      <a:pt x="2109175" y="5687753"/>
                    </a:cubicBezTo>
                    <a:cubicBezTo>
                      <a:pt x="2102587" y="5713827"/>
                      <a:pt x="2229544" y="5775504"/>
                      <a:pt x="2326189" y="5819866"/>
                    </a:cubicBezTo>
                    <a:cubicBezTo>
                      <a:pt x="2372485" y="5773648"/>
                      <a:pt x="2410269" y="5727271"/>
                      <a:pt x="2439676" y="5680443"/>
                    </a:cubicBezTo>
                    <a:cubicBezTo>
                      <a:pt x="2345454" y="5674445"/>
                      <a:pt x="2265155" y="5669827"/>
                      <a:pt x="2207313" y="5669827"/>
                    </a:cubicBezTo>
                    <a:close/>
                    <a:moveTo>
                      <a:pt x="2445177" y="5677409"/>
                    </a:moveTo>
                    <a:cubicBezTo>
                      <a:pt x="2459757" y="5678338"/>
                      <a:pt x="2474766" y="5679311"/>
                      <a:pt x="2490160" y="5680307"/>
                    </a:cubicBezTo>
                    <a:cubicBezTo>
                      <a:pt x="2820254" y="5701605"/>
                      <a:pt x="3319074" y="5733768"/>
                      <a:pt x="3796998" y="5672091"/>
                    </a:cubicBezTo>
                    <a:cubicBezTo>
                      <a:pt x="4367923" y="5598395"/>
                      <a:pt x="4766136" y="5406394"/>
                      <a:pt x="4980547" y="5101428"/>
                    </a:cubicBezTo>
                    <a:cubicBezTo>
                      <a:pt x="5266835" y="4694181"/>
                      <a:pt x="5233466" y="4076915"/>
                      <a:pt x="4881322" y="3266788"/>
                    </a:cubicBezTo>
                    <a:cubicBezTo>
                      <a:pt x="4705895" y="2863208"/>
                      <a:pt x="4554556" y="2280889"/>
                      <a:pt x="4408197" y="1717718"/>
                    </a:cubicBezTo>
                    <a:cubicBezTo>
                      <a:pt x="4183440" y="852886"/>
                      <a:pt x="3971135" y="36014"/>
                      <a:pt x="3705923" y="4350"/>
                    </a:cubicBezTo>
                    <a:cubicBezTo>
                      <a:pt x="3660782" y="-1037"/>
                      <a:pt x="3614373" y="16979"/>
                      <a:pt x="3567964" y="57923"/>
                    </a:cubicBezTo>
                    <a:cubicBezTo>
                      <a:pt x="3519290" y="100882"/>
                      <a:pt x="3468919" y="170526"/>
                      <a:pt x="3418254" y="264931"/>
                    </a:cubicBezTo>
                    <a:cubicBezTo>
                      <a:pt x="3463033" y="482757"/>
                      <a:pt x="3472836" y="677248"/>
                      <a:pt x="3447435" y="842995"/>
                    </a:cubicBezTo>
                    <a:cubicBezTo>
                      <a:pt x="3423755" y="997424"/>
                      <a:pt x="3368608" y="1132434"/>
                      <a:pt x="3283509" y="1244267"/>
                    </a:cubicBezTo>
                    <a:cubicBezTo>
                      <a:pt x="3204206" y="1348495"/>
                      <a:pt x="3100362" y="1433416"/>
                      <a:pt x="2966047" y="1503920"/>
                    </a:cubicBezTo>
                    <a:cubicBezTo>
                      <a:pt x="2847058" y="1566389"/>
                      <a:pt x="2707152" y="1615776"/>
                      <a:pt x="2538335" y="1654932"/>
                    </a:cubicBezTo>
                    <a:cubicBezTo>
                      <a:pt x="2225967" y="1727360"/>
                      <a:pt x="1868141" y="1751374"/>
                      <a:pt x="1522087" y="1774596"/>
                    </a:cubicBezTo>
                    <a:cubicBezTo>
                      <a:pt x="1123714" y="1801327"/>
                      <a:pt x="747460" y="1826586"/>
                      <a:pt x="466288" y="1921670"/>
                    </a:cubicBezTo>
                    <a:cubicBezTo>
                      <a:pt x="150479" y="2028478"/>
                      <a:pt x="3396" y="2207556"/>
                      <a:pt x="3396" y="2485203"/>
                    </a:cubicBezTo>
                    <a:cubicBezTo>
                      <a:pt x="3396" y="2782224"/>
                      <a:pt x="152562" y="3083705"/>
                      <a:pt x="459406" y="3406914"/>
                    </a:cubicBezTo>
                    <a:cubicBezTo>
                      <a:pt x="729960" y="3691894"/>
                      <a:pt x="1083191" y="3955372"/>
                      <a:pt x="1424763" y="4210182"/>
                    </a:cubicBezTo>
                    <a:cubicBezTo>
                      <a:pt x="1704713" y="4419001"/>
                      <a:pt x="1969132" y="4616253"/>
                      <a:pt x="2170027" y="4811604"/>
                    </a:cubicBezTo>
                    <a:cubicBezTo>
                      <a:pt x="2277719" y="4916330"/>
                      <a:pt x="2357905" y="5011504"/>
                      <a:pt x="2415136" y="5102582"/>
                    </a:cubicBezTo>
                    <a:cubicBezTo>
                      <a:pt x="2479022" y="5204230"/>
                      <a:pt x="2513297" y="5298793"/>
                      <a:pt x="2519907" y="5391682"/>
                    </a:cubicBezTo>
                    <a:cubicBezTo>
                      <a:pt x="2525114" y="5464630"/>
                      <a:pt x="2512459" y="5536945"/>
                      <a:pt x="2482282" y="5606589"/>
                    </a:cubicBezTo>
                    <a:cubicBezTo>
                      <a:pt x="2472049" y="5630241"/>
                      <a:pt x="2459666" y="5653871"/>
                      <a:pt x="2445177" y="5677409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6F721443-98CF-B934-DBD7-866FC6D378F9}"/>
                  </a:ext>
                </a:extLst>
              </p:cNvPr>
              <p:cNvSpPr/>
              <p:nvPr/>
            </p:nvSpPr>
            <p:spPr>
              <a:xfrm>
                <a:off x="3756431" y="151055"/>
                <a:ext cx="5143196" cy="5785844"/>
              </a:xfrm>
              <a:custGeom>
                <a:avLst/>
                <a:gdLst>
                  <a:gd name="connsiteX0" fmla="*/ 2281613 w 5143196"/>
                  <a:gd name="connsiteY0" fmla="*/ 5785822 h 5785844"/>
                  <a:gd name="connsiteX1" fmla="*/ 2280594 w 5143196"/>
                  <a:gd name="connsiteY1" fmla="*/ 5785257 h 5785844"/>
                  <a:gd name="connsiteX2" fmla="*/ 2050450 w 5143196"/>
                  <a:gd name="connsiteY2" fmla="*/ 5612494 h 5785844"/>
                  <a:gd name="connsiteX3" fmla="*/ 2428923 w 5143196"/>
                  <a:gd name="connsiteY3" fmla="*/ 5604368 h 5785844"/>
                  <a:gd name="connsiteX4" fmla="*/ 2469106 w 5143196"/>
                  <a:gd name="connsiteY4" fmla="*/ 5432715 h 5785844"/>
                  <a:gd name="connsiteX5" fmla="*/ 2152347 w 5143196"/>
                  <a:gd name="connsiteY5" fmla="*/ 4871513 h 5785844"/>
                  <a:gd name="connsiteX6" fmla="*/ 1429789 w 5143196"/>
                  <a:gd name="connsiteY6" fmla="*/ 4245918 h 5785844"/>
                  <a:gd name="connsiteX7" fmla="*/ 461964 w 5143196"/>
                  <a:gd name="connsiteY7" fmla="*/ 3382987 h 5785844"/>
                  <a:gd name="connsiteX8" fmla="*/ 128587 w 5143196"/>
                  <a:gd name="connsiteY8" fmla="*/ 2915738 h 5785844"/>
                  <a:gd name="connsiteX9" fmla="*/ 0 w 5143196"/>
                  <a:gd name="connsiteY9" fmla="*/ 2424701 h 5785844"/>
                  <a:gd name="connsiteX10" fmla="*/ 33166 w 5143196"/>
                  <a:gd name="connsiteY10" fmla="*/ 2218915 h 5785844"/>
                  <a:gd name="connsiteX11" fmla="*/ 127388 w 5143196"/>
                  <a:gd name="connsiteY11" fmla="*/ 2058420 h 5785844"/>
                  <a:gd name="connsiteX12" fmla="*/ 466854 w 5143196"/>
                  <a:gd name="connsiteY12" fmla="*/ 1847723 h 5785844"/>
                  <a:gd name="connsiteX13" fmla="*/ 1526999 w 5143196"/>
                  <a:gd name="connsiteY13" fmla="*/ 1683018 h 5785844"/>
                  <a:gd name="connsiteX14" fmla="*/ 2534057 w 5143196"/>
                  <a:gd name="connsiteY14" fmla="*/ 1549615 h 5785844"/>
                  <a:gd name="connsiteX15" fmla="*/ 3277374 w 5143196"/>
                  <a:gd name="connsiteY15" fmla="*/ 1139516 h 5785844"/>
                  <a:gd name="connsiteX16" fmla="*/ 3442342 w 5143196"/>
                  <a:gd name="connsiteY16" fmla="*/ 256463 h 5785844"/>
                  <a:gd name="connsiteX17" fmla="*/ 3442251 w 5143196"/>
                  <a:gd name="connsiteY17" fmla="*/ 255830 h 5785844"/>
                  <a:gd name="connsiteX18" fmla="*/ 3442591 w 5143196"/>
                  <a:gd name="connsiteY18" fmla="*/ 255286 h 5785844"/>
                  <a:gd name="connsiteX19" fmla="*/ 3613309 w 5143196"/>
                  <a:gd name="connsiteY19" fmla="*/ 49795 h 5785844"/>
                  <a:gd name="connsiteX20" fmla="*/ 3761999 w 5143196"/>
                  <a:gd name="connsiteY20" fmla="*/ 2129 h 5785844"/>
                  <a:gd name="connsiteX21" fmla="*/ 3935072 w 5143196"/>
                  <a:gd name="connsiteY21" fmla="*/ 154023 h 5785844"/>
                  <a:gd name="connsiteX22" fmla="*/ 4082019 w 5143196"/>
                  <a:gd name="connsiteY22" fmla="*/ 503668 h 5785844"/>
                  <a:gd name="connsiteX23" fmla="*/ 4342024 w 5143196"/>
                  <a:gd name="connsiteY23" fmla="*/ 1570959 h 5785844"/>
                  <a:gd name="connsiteX24" fmla="*/ 4809648 w 5143196"/>
                  <a:gd name="connsiteY24" fmla="*/ 3256986 h 5785844"/>
                  <a:gd name="connsiteX25" fmla="*/ 5048780 w 5143196"/>
                  <a:gd name="connsiteY25" fmla="*/ 3891294 h 5785844"/>
                  <a:gd name="connsiteX26" fmla="*/ 5140738 w 5143196"/>
                  <a:gd name="connsiteY26" fmla="*/ 4406142 h 5785844"/>
                  <a:gd name="connsiteX27" fmla="*/ 5105490 w 5143196"/>
                  <a:gd name="connsiteY27" fmla="*/ 4813480 h 5785844"/>
                  <a:gd name="connsiteX28" fmla="*/ 4963002 w 5143196"/>
                  <a:gd name="connsiteY28" fmla="*/ 5125168 h 5785844"/>
                  <a:gd name="connsiteX29" fmla="*/ 4478218 w 5143196"/>
                  <a:gd name="connsiteY29" fmla="*/ 5492219 h 5785844"/>
                  <a:gd name="connsiteX30" fmla="*/ 3820611 w 5143196"/>
                  <a:gd name="connsiteY30" fmla="*/ 5643909 h 5785844"/>
                  <a:gd name="connsiteX31" fmla="*/ 3378568 w 5143196"/>
                  <a:gd name="connsiteY31" fmla="*/ 5664415 h 5785844"/>
                  <a:gd name="connsiteX32" fmla="*/ 2512120 w 5143196"/>
                  <a:gd name="connsiteY32" fmla="*/ 5615255 h 5785844"/>
                  <a:gd name="connsiteX33" fmla="*/ 2430779 w 5143196"/>
                  <a:gd name="connsiteY33" fmla="*/ 5608012 h 5785844"/>
                  <a:gd name="connsiteX34" fmla="*/ 2428244 w 5143196"/>
                  <a:gd name="connsiteY34" fmla="*/ 5612901 h 5785844"/>
                  <a:gd name="connsiteX35" fmla="*/ 2282609 w 5143196"/>
                  <a:gd name="connsiteY35" fmla="*/ 5785098 h 5785844"/>
                  <a:gd name="connsiteX36" fmla="*/ 2281704 w 5143196"/>
                  <a:gd name="connsiteY36" fmla="*/ 5785845 h 5785844"/>
                  <a:gd name="connsiteX37" fmla="*/ 2157418 w 5143196"/>
                  <a:gd name="connsiteY37" fmla="*/ 5590766 h 5785844"/>
                  <a:gd name="connsiteX38" fmla="*/ 2053732 w 5143196"/>
                  <a:gd name="connsiteY38" fmla="*/ 5613489 h 5785844"/>
                  <a:gd name="connsiteX39" fmla="*/ 2281206 w 5143196"/>
                  <a:gd name="connsiteY39" fmla="*/ 5781680 h 5785844"/>
                  <a:gd name="connsiteX40" fmla="*/ 2427225 w 5143196"/>
                  <a:gd name="connsiteY40" fmla="*/ 5607673 h 5785844"/>
                  <a:gd name="connsiteX41" fmla="*/ 2157418 w 5143196"/>
                  <a:gd name="connsiteY41" fmla="*/ 5590766 h 5785844"/>
                  <a:gd name="connsiteX42" fmla="*/ 2432341 w 5143196"/>
                  <a:gd name="connsiteY42" fmla="*/ 5604662 h 5785844"/>
                  <a:gd name="connsiteX43" fmla="*/ 2512324 w 5143196"/>
                  <a:gd name="connsiteY43" fmla="*/ 5611792 h 5785844"/>
                  <a:gd name="connsiteX44" fmla="*/ 3820181 w 5143196"/>
                  <a:gd name="connsiteY44" fmla="*/ 5640446 h 5785844"/>
                  <a:gd name="connsiteX45" fmla="*/ 4960127 w 5143196"/>
                  <a:gd name="connsiteY45" fmla="*/ 5123131 h 5785844"/>
                  <a:gd name="connsiteX46" fmla="*/ 5137252 w 5143196"/>
                  <a:gd name="connsiteY46" fmla="*/ 4406278 h 5785844"/>
                  <a:gd name="connsiteX47" fmla="*/ 4806478 w 5143196"/>
                  <a:gd name="connsiteY47" fmla="*/ 3258366 h 5785844"/>
                  <a:gd name="connsiteX48" fmla="*/ 4338628 w 5143196"/>
                  <a:gd name="connsiteY48" fmla="*/ 1571638 h 5785844"/>
                  <a:gd name="connsiteX49" fmla="*/ 4078714 w 5143196"/>
                  <a:gd name="connsiteY49" fmla="*/ 504664 h 5785844"/>
                  <a:gd name="connsiteX50" fmla="*/ 3932106 w 5143196"/>
                  <a:gd name="connsiteY50" fmla="*/ 155744 h 5785844"/>
                  <a:gd name="connsiteX51" fmla="*/ 3761388 w 5143196"/>
                  <a:gd name="connsiteY51" fmla="*/ 5456 h 5785844"/>
                  <a:gd name="connsiteX52" fmla="*/ 3615414 w 5143196"/>
                  <a:gd name="connsiteY52" fmla="*/ 52444 h 5785844"/>
                  <a:gd name="connsiteX53" fmla="*/ 3445828 w 5143196"/>
                  <a:gd name="connsiteY53" fmla="*/ 256509 h 5785844"/>
                  <a:gd name="connsiteX54" fmla="*/ 3445941 w 5143196"/>
                  <a:gd name="connsiteY54" fmla="*/ 773778 h 5785844"/>
                  <a:gd name="connsiteX55" fmla="*/ 3280068 w 5143196"/>
                  <a:gd name="connsiteY55" fmla="*/ 1141575 h 5785844"/>
                  <a:gd name="connsiteX56" fmla="*/ 2960840 w 5143196"/>
                  <a:gd name="connsiteY56" fmla="*/ 1399033 h 5785844"/>
                  <a:gd name="connsiteX57" fmla="*/ 2534872 w 5143196"/>
                  <a:gd name="connsiteY57" fmla="*/ 1552897 h 5785844"/>
                  <a:gd name="connsiteX58" fmla="*/ 1527293 w 5143196"/>
                  <a:gd name="connsiteY58" fmla="*/ 1686390 h 5785844"/>
                  <a:gd name="connsiteX59" fmla="*/ 468009 w 5143196"/>
                  <a:gd name="connsiteY59" fmla="*/ 1850915 h 5785844"/>
                  <a:gd name="connsiteX60" fmla="*/ 3441 w 5143196"/>
                  <a:gd name="connsiteY60" fmla="*/ 2424678 h 5785844"/>
                  <a:gd name="connsiteX61" fmla="*/ 464522 w 5143196"/>
                  <a:gd name="connsiteY61" fmla="*/ 3380656 h 5785844"/>
                  <a:gd name="connsiteX62" fmla="*/ 1431940 w 5143196"/>
                  <a:gd name="connsiteY62" fmla="*/ 4243202 h 5785844"/>
                  <a:gd name="connsiteX63" fmla="*/ 2154814 w 5143196"/>
                  <a:gd name="connsiteY63" fmla="*/ 4869091 h 5785844"/>
                  <a:gd name="connsiteX64" fmla="*/ 2384868 w 5143196"/>
                  <a:gd name="connsiteY64" fmla="*/ 5158575 h 5785844"/>
                  <a:gd name="connsiteX65" fmla="*/ 2472547 w 5143196"/>
                  <a:gd name="connsiteY65" fmla="*/ 5432647 h 5785844"/>
                  <a:gd name="connsiteX66" fmla="*/ 2432364 w 5143196"/>
                  <a:gd name="connsiteY66" fmla="*/ 5604640 h 5785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5143196" h="5785844">
                    <a:moveTo>
                      <a:pt x="2281613" y="5785822"/>
                    </a:moveTo>
                    <a:lnTo>
                      <a:pt x="2280594" y="5785257"/>
                    </a:lnTo>
                    <a:cubicBezTo>
                      <a:pt x="2112887" y="5694043"/>
                      <a:pt x="2041892" y="5640740"/>
                      <a:pt x="2050450" y="5612494"/>
                    </a:cubicBezTo>
                    <a:cubicBezTo>
                      <a:pt x="2061520" y="5575872"/>
                      <a:pt x="2205389" y="5584767"/>
                      <a:pt x="2428923" y="5604368"/>
                    </a:cubicBezTo>
                    <a:cubicBezTo>
                      <a:pt x="2456429" y="5549640"/>
                      <a:pt x="2469695" y="5492648"/>
                      <a:pt x="2469106" y="5432715"/>
                    </a:cubicBezTo>
                    <a:cubicBezTo>
                      <a:pt x="2467522" y="5271676"/>
                      <a:pt x="2366870" y="5093346"/>
                      <a:pt x="2152347" y="4871513"/>
                    </a:cubicBezTo>
                    <a:cubicBezTo>
                      <a:pt x="1960869" y="4673514"/>
                      <a:pt x="1702901" y="4465804"/>
                      <a:pt x="1429789" y="4245918"/>
                    </a:cubicBezTo>
                    <a:cubicBezTo>
                      <a:pt x="1088217" y="3970897"/>
                      <a:pt x="734986" y="3686505"/>
                      <a:pt x="461964" y="3382987"/>
                    </a:cubicBezTo>
                    <a:cubicBezTo>
                      <a:pt x="314021" y="3218531"/>
                      <a:pt x="204970" y="3065708"/>
                      <a:pt x="128587" y="2915738"/>
                    </a:cubicBezTo>
                    <a:cubicBezTo>
                      <a:pt x="43262" y="2748226"/>
                      <a:pt x="0" y="2583023"/>
                      <a:pt x="0" y="2424701"/>
                    </a:cubicBezTo>
                    <a:cubicBezTo>
                      <a:pt x="0" y="2349761"/>
                      <a:pt x="11161" y="2280524"/>
                      <a:pt x="33166" y="2218915"/>
                    </a:cubicBezTo>
                    <a:cubicBezTo>
                      <a:pt x="54220" y="2159955"/>
                      <a:pt x="85914" y="2105951"/>
                      <a:pt x="127388" y="2058420"/>
                    </a:cubicBezTo>
                    <a:cubicBezTo>
                      <a:pt x="204178" y="1970398"/>
                      <a:pt x="315220" y="1901478"/>
                      <a:pt x="466854" y="1847723"/>
                    </a:cubicBezTo>
                    <a:cubicBezTo>
                      <a:pt x="749407" y="1747547"/>
                      <a:pt x="1127110" y="1716199"/>
                      <a:pt x="1526999" y="1683018"/>
                    </a:cubicBezTo>
                    <a:cubicBezTo>
                      <a:pt x="1869658" y="1654590"/>
                      <a:pt x="2223975" y="1625189"/>
                      <a:pt x="2534057" y="1549615"/>
                    </a:cubicBezTo>
                    <a:cubicBezTo>
                      <a:pt x="2884412" y="1464241"/>
                      <a:pt x="3127551" y="1330091"/>
                      <a:pt x="3277374" y="1139516"/>
                    </a:cubicBezTo>
                    <a:cubicBezTo>
                      <a:pt x="3447707" y="922844"/>
                      <a:pt x="3501655" y="633993"/>
                      <a:pt x="3442342" y="256463"/>
                    </a:cubicBezTo>
                    <a:lnTo>
                      <a:pt x="3442251" y="255830"/>
                    </a:lnTo>
                    <a:lnTo>
                      <a:pt x="3442591" y="255286"/>
                    </a:lnTo>
                    <a:cubicBezTo>
                      <a:pt x="3502198" y="160519"/>
                      <a:pt x="3559633" y="91396"/>
                      <a:pt x="3613309" y="49795"/>
                    </a:cubicBezTo>
                    <a:cubicBezTo>
                      <a:pt x="3664857" y="9847"/>
                      <a:pt x="3714888" y="-6178"/>
                      <a:pt x="3761999" y="2129"/>
                    </a:cubicBezTo>
                    <a:cubicBezTo>
                      <a:pt x="3822942" y="12880"/>
                      <a:pt x="3879539" y="62561"/>
                      <a:pt x="3935072" y="154023"/>
                    </a:cubicBezTo>
                    <a:cubicBezTo>
                      <a:pt x="3984786" y="235889"/>
                      <a:pt x="4032848" y="350257"/>
                      <a:pt x="4082019" y="503668"/>
                    </a:cubicBezTo>
                    <a:cubicBezTo>
                      <a:pt x="4173841" y="790120"/>
                      <a:pt x="4255545" y="1169392"/>
                      <a:pt x="4342024" y="1570959"/>
                    </a:cubicBezTo>
                    <a:cubicBezTo>
                      <a:pt x="4474867" y="2187726"/>
                      <a:pt x="4612216" y="2825497"/>
                      <a:pt x="4809648" y="3256986"/>
                    </a:cubicBezTo>
                    <a:cubicBezTo>
                      <a:pt x="4913197" y="3483300"/>
                      <a:pt x="4993655" y="3696712"/>
                      <a:pt x="5048780" y="3891294"/>
                    </a:cubicBezTo>
                    <a:cubicBezTo>
                      <a:pt x="5101279" y="4076596"/>
                      <a:pt x="5132203" y="4249811"/>
                      <a:pt x="5140738" y="4406142"/>
                    </a:cubicBezTo>
                    <a:cubicBezTo>
                      <a:pt x="5148820" y="4554393"/>
                      <a:pt x="5136957" y="4691439"/>
                      <a:pt x="5105490" y="4813480"/>
                    </a:cubicBezTo>
                    <a:cubicBezTo>
                      <a:pt x="5075787" y="4928618"/>
                      <a:pt x="5027862" y="5033479"/>
                      <a:pt x="4963002" y="5125168"/>
                    </a:cubicBezTo>
                    <a:cubicBezTo>
                      <a:pt x="4852820" y="5280933"/>
                      <a:pt x="4689709" y="5404422"/>
                      <a:pt x="4478218" y="5492219"/>
                    </a:cubicBezTo>
                    <a:cubicBezTo>
                      <a:pt x="4297539" y="5567226"/>
                      <a:pt x="4076291" y="5618265"/>
                      <a:pt x="3820611" y="5643909"/>
                    </a:cubicBezTo>
                    <a:cubicBezTo>
                      <a:pt x="3673663" y="5658644"/>
                      <a:pt x="3524701" y="5664415"/>
                      <a:pt x="3378568" y="5664415"/>
                    </a:cubicBezTo>
                    <a:cubicBezTo>
                      <a:pt x="3060495" y="5664415"/>
                      <a:pt x="2755508" y="5637074"/>
                      <a:pt x="2512120" y="5615255"/>
                    </a:cubicBezTo>
                    <a:cubicBezTo>
                      <a:pt x="2484116" y="5612743"/>
                      <a:pt x="2456949" y="5610321"/>
                      <a:pt x="2430779" y="5608012"/>
                    </a:cubicBezTo>
                    <a:cubicBezTo>
                      <a:pt x="2429942" y="5609642"/>
                      <a:pt x="2429104" y="5611271"/>
                      <a:pt x="2428244" y="5612901"/>
                    </a:cubicBezTo>
                    <a:cubicBezTo>
                      <a:pt x="2396867" y="5672473"/>
                      <a:pt x="2347877" y="5730393"/>
                      <a:pt x="2282609" y="5785098"/>
                    </a:cubicBezTo>
                    <a:lnTo>
                      <a:pt x="2281704" y="5785845"/>
                    </a:lnTo>
                    <a:close/>
                    <a:moveTo>
                      <a:pt x="2157418" y="5590766"/>
                    </a:moveTo>
                    <a:cubicBezTo>
                      <a:pt x="2095976" y="5590766"/>
                      <a:pt x="2058713" y="5597057"/>
                      <a:pt x="2053732" y="5613489"/>
                    </a:cubicBezTo>
                    <a:cubicBezTo>
                      <a:pt x="2045854" y="5639473"/>
                      <a:pt x="2118139" y="5692934"/>
                      <a:pt x="2281206" y="5781680"/>
                    </a:cubicBezTo>
                    <a:cubicBezTo>
                      <a:pt x="2347650" y="5725843"/>
                      <a:pt x="2396165" y="5668150"/>
                      <a:pt x="2427225" y="5607673"/>
                    </a:cubicBezTo>
                    <a:cubicBezTo>
                      <a:pt x="2316386" y="5597963"/>
                      <a:pt x="2223092" y="5590766"/>
                      <a:pt x="2157418" y="5590766"/>
                    </a:cubicBezTo>
                    <a:close/>
                    <a:moveTo>
                      <a:pt x="2432341" y="5604662"/>
                    </a:moveTo>
                    <a:cubicBezTo>
                      <a:pt x="2457991" y="5606926"/>
                      <a:pt x="2484682" y="5609302"/>
                      <a:pt x="2512324" y="5611792"/>
                    </a:cubicBezTo>
                    <a:cubicBezTo>
                      <a:pt x="2867411" y="5643615"/>
                      <a:pt x="3353734" y="5687207"/>
                      <a:pt x="3820181" y="5640446"/>
                    </a:cubicBezTo>
                    <a:cubicBezTo>
                      <a:pt x="4372971" y="5585017"/>
                      <a:pt x="4756493" y="5410963"/>
                      <a:pt x="4960127" y="5123131"/>
                    </a:cubicBezTo>
                    <a:cubicBezTo>
                      <a:pt x="5093332" y="4934842"/>
                      <a:pt x="5152917" y="4693680"/>
                      <a:pt x="5137252" y="4406278"/>
                    </a:cubicBezTo>
                    <a:cubicBezTo>
                      <a:pt x="5119797" y="4086147"/>
                      <a:pt x="5008506" y="3699926"/>
                      <a:pt x="4806478" y="3258366"/>
                    </a:cubicBezTo>
                    <a:cubicBezTo>
                      <a:pt x="4608888" y="2826539"/>
                      <a:pt x="4471494" y="2188586"/>
                      <a:pt x="4338628" y="1571638"/>
                    </a:cubicBezTo>
                    <a:cubicBezTo>
                      <a:pt x="4252171" y="1170162"/>
                      <a:pt x="4170491" y="790957"/>
                      <a:pt x="4078714" y="504664"/>
                    </a:cubicBezTo>
                    <a:cubicBezTo>
                      <a:pt x="4029611" y="351525"/>
                      <a:pt x="3981662" y="237383"/>
                      <a:pt x="3932106" y="155744"/>
                    </a:cubicBezTo>
                    <a:cubicBezTo>
                      <a:pt x="3877139" y="65186"/>
                      <a:pt x="3821290" y="16026"/>
                      <a:pt x="3761388" y="5456"/>
                    </a:cubicBezTo>
                    <a:cubicBezTo>
                      <a:pt x="3715273" y="-2669"/>
                      <a:pt x="3666170" y="13129"/>
                      <a:pt x="3615414" y="52444"/>
                    </a:cubicBezTo>
                    <a:cubicBezTo>
                      <a:pt x="3562145" y="93705"/>
                      <a:pt x="3505096" y="162375"/>
                      <a:pt x="3445828" y="256509"/>
                    </a:cubicBezTo>
                    <a:cubicBezTo>
                      <a:pt x="3476164" y="449981"/>
                      <a:pt x="3476186" y="624011"/>
                      <a:pt x="3445941" y="773778"/>
                    </a:cubicBezTo>
                    <a:cubicBezTo>
                      <a:pt x="3417643" y="913813"/>
                      <a:pt x="3361839" y="1037551"/>
                      <a:pt x="3280068" y="1141575"/>
                    </a:cubicBezTo>
                    <a:cubicBezTo>
                      <a:pt x="3199474" y="1244106"/>
                      <a:pt x="3095042" y="1328303"/>
                      <a:pt x="2960840" y="1399033"/>
                    </a:cubicBezTo>
                    <a:cubicBezTo>
                      <a:pt x="2841920" y="1461706"/>
                      <a:pt x="2702579" y="1512021"/>
                      <a:pt x="2534872" y="1552897"/>
                    </a:cubicBezTo>
                    <a:cubicBezTo>
                      <a:pt x="2224541" y="1628516"/>
                      <a:pt x="1870065" y="1657940"/>
                      <a:pt x="1527293" y="1686390"/>
                    </a:cubicBezTo>
                    <a:cubicBezTo>
                      <a:pt x="1127653" y="1719549"/>
                      <a:pt x="750154" y="1750874"/>
                      <a:pt x="468009" y="1850915"/>
                    </a:cubicBezTo>
                    <a:cubicBezTo>
                      <a:pt x="151068" y="1963291"/>
                      <a:pt x="3441" y="2145605"/>
                      <a:pt x="3441" y="2424678"/>
                    </a:cubicBezTo>
                    <a:cubicBezTo>
                      <a:pt x="3441" y="2723057"/>
                      <a:pt x="154260" y="3035764"/>
                      <a:pt x="464522" y="3380656"/>
                    </a:cubicBezTo>
                    <a:cubicBezTo>
                      <a:pt x="737363" y="3683947"/>
                      <a:pt x="1090458" y="3968271"/>
                      <a:pt x="1431940" y="4243202"/>
                    </a:cubicBezTo>
                    <a:cubicBezTo>
                      <a:pt x="1705143" y="4463179"/>
                      <a:pt x="1963201" y="4670956"/>
                      <a:pt x="2154814" y="4869091"/>
                    </a:cubicBezTo>
                    <a:cubicBezTo>
                      <a:pt x="2257435" y="4975220"/>
                      <a:pt x="2332686" y="5069897"/>
                      <a:pt x="2384868" y="5158575"/>
                    </a:cubicBezTo>
                    <a:cubicBezTo>
                      <a:pt x="2443027" y="5257417"/>
                      <a:pt x="2471710" y="5347069"/>
                      <a:pt x="2472547" y="5432647"/>
                    </a:cubicBezTo>
                    <a:cubicBezTo>
                      <a:pt x="2473136" y="5492128"/>
                      <a:pt x="2459621" y="5549957"/>
                      <a:pt x="2432364" y="560464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E0F2742A-16DD-9811-115E-6D20D69C2A9F}"/>
                  </a:ext>
                </a:extLst>
              </p:cNvPr>
              <p:cNvSpPr/>
              <p:nvPr/>
            </p:nvSpPr>
            <p:spPr>
              <a:xfrm>
                <a:off x="3801505" y="159134"/>
                <a:ext cx="5112030" cy="5748092"/>
              </a:xfrm>
              <a:custGeom>
                <a:avLst/>
                <a:gdLst>
                  <a:gd name="connsiteX0" fmla="*/ 2236358 w 5112030"/>
                  <a:gd name="connsiteY0" fmla="*/ 5748093 h 5748092"/>
                  <a:gd name="connsiteX1" fmla="*/ 2235385 w 5112030"/>
                  <a:gd name="connsiteY1" fmla="*/ 5747482 h 5748092"/>
                  <a:gd name="connsiteX2" fmla="*/ 1995325 w 5112030"/>
                  <a:gd name="connsiteY2" fmla="*/ 5537487 h 5748092"/>
                  <a:gd name="connsiteX3" fmla="*/ 2409046 w 5112030"/>
                  <a:gd name="connsiteY3" fmla="*/ 5532282 h 5748092"/>
                  <a:gd name="connsiteX4" fmla="*/ 2420026 w 5112030"/>
                  <a:gd name="connsiteY4" fmla="*/ 5468115 h 5748092"/>
                  <a:gd name="connsiteX5" fmla="*/ 2135820 w 5112030"/>
                  <a:gd name="connsiteY5" fmla="*/ 4930588 h 5748092"/>
                  <a:gd name="connsiteX6" fmla="*/ 1438822 w 5112030"/>
                  <a:gd name="connsiteY6" fmla="*/ 4285166 h 5748092"/>
                  <a:gd name="connsiteX7" fmla="*/ 468031 w 5112030"/>
                  <a:gd name="connsiteY7" fmla="*/ 3360129 h 5748092"/>
                  <a:gd name="connsiteX8" fmla="*/ 130602 w 5112030"/>
                  <a:gd name="connsiteY8" fmla="*/ 2867733 h 5748092"/>
                  <a:gd name="connsiteX9" fmla="*/ 0 w 5112030"/>
                  <a:gd name="connsiteY9" fmla="*/ 2364542 h 5748092"/>
                  <a:gd name="connsiteX10" fmla="*/ 33369 w 5112030"/>
                  <a:gd name="connsiteY10" fmla="*/ 2156787 h 5748092"/>
                  <a:gd name="connsiteX11" fmla="*/ 128203 w 5112030"/>
                  <a:gd name="connsiteY11" fmla="*/ 1993689 h 5748092"/>
                  <a:gd name="connsiteX12" fmla="*/ 469774 w 5112030"/>
                  <a:gd name="connsiteY12" fmla="*/ 1776134 h 5748092"/>
                  <a:gd name="connsiteX13" fmla="*/ 1536055 w 5112030"/>
                  <a:gd name="connsiteY13" fmla="*/ 1593435 h 5748092"/>
                  <a:gd name="connsiteX14" fmla="*/ 2533581 w 5112030"/>
                  <a:gd name="connsiteY14" fmla="*/ 1446905 h 5748092"/>
                  <a:gd name="connsiteX15" fmla="*/ 3277148 w 5112030"/>
                  <a:gd name="connsiteY15" fmla="*/ 1038412 h 5748092"/>
                  <a:gd name="connsiteX16" fmla="*/ 3469870 w 5112030"/>
                  <a:gd name="connsiteY16" fmla="*/ 248203 h 5748092"/>
                  <a:gd name="connsiteX17" fmla="*/ 3469802 w 5112030"/>
                  <a:gd name="connsiteY17" fmla="*/ 247547 h 5748092"/>
                  <a:gd name="connsiteX18" fmla="*/ 3470187 w 5112030"/>
                  <a:gd name="connsiteY18" fmla="*/ 247004 h 5748092"/>
                  <a:gd name="connsiteX19" fmla="*/ 3817984 w 5112030"/>
                  <a:gd name="connsiteY19" fmla="*/ 3896 h 5748092"/>
                  <a:gd name="connsiteX20" fmla="*/ 3975640 w 5112030"/>
                  <a:gd name="connsiteY20" fmla="*/ 151173 h 5748092"/>
                  <a:gd name="connsiteX21" fmla="*/ 4098160 w 5112030"/>
                  <a:gd name="connsiteY21" fmla="*/ 475491 h 5748092"/>
                  <a:gd name="connsiteX22" fmla="*/ 4293487 w 5112030"/>
                  <a:gd name="connsiteY22" fmla="*/ 1464220 h 5748092"/>
                  <a:gd name="connsiteX23" fmla="*/ 4734872 w 5112030"/>
                  <a:gd name="connsiteY23" fmla="*/ 3248816 h 5748092"/>
                  <a:gd name="connsiteX24" fmla="*/ 4997730 w 5112030"/>
                  <a:gd name="connsiteY24" fmla="*/ 3902205 h 5748092"/>
                  <a:gd name="connsiteX25" fmla="*/ 5106418 w 5112030"/>
                  <a:gd name="connsiteY25" fmla="*/ 4427351 h 5748092"/>
                  <a:gd name="connsiteX26" fmla="*/ 5081787 w 5112030"/>
                  <a:gd name="connsiteY26" fmla="*/ 4837541 h 5748092"/>
                  <a:gd name="connsiteX27" fmla="*/ 4944642 w 5112030"/>
                  <a:gd name="connsiteY27" fmla="*/ 5145880 h 5748092"/>
                  <a:gd name="connsiteX28" fmla="*/ 4479033 w 5112030"/>
                  <a:gd name="connsiteY28" fmla="*/ 5486674 h 5748092"/>
                  <a:gd name="connsiteX29" fmla="*/ 3838993 w 5112030"/>
                  <a:gd name="connsiteY29" fmla="*/ 5615279 h 5748092"/>
                  <a:gd name="connsiteX30" fmla="*/ 2530231 w 5112030"/>
                  <a:gd name="connsiteY30" fmla="*/ 5549641 h 5748092"/>
                  <a:gd name="connsiteX31" fmla="*/ 2411446 w 5112030"/>
                  <a:gd name="connsiteY31" fmla="*/ 5536084 h 5748092"/>
                  <a:gd name="connsiteX32" fmla="*/ 2374069 w 5112030"/>
                  <a:gd name="connsiteY32" fmla="*/ 5615528 h 5748092"/>
                  <a:gd name="connsiteX33" fmla="*/ 2237332 w 5112030"/>
                  <a:gd name="connsiteY33" fmla="*/ 5747459 h 5748092"/>
                  <a:gd name="connsiteX34" fmla="*/ 2236381 w 5112030"/>
                  <a:gd name="connsiteY34" fmla="*/ 5748093 h 5748092"/>
                  <a:gd name="connsiteX35" fmla="*/ 2106707 w 5112030"/>
                  <a:gd name="connsiteY35" fmla="*/ 5511730 h 5748092"/>
                  <a:gd name="connsiteX36" fmla="*/ 1998653 w 5112030"/>
                  <a:gd name="connsiteY36" fmla="*/ 5538641 h 5748092"/>
                  <a:gd name="connsiteX37" fmla="*/ 2236291 w 5112030"/>
                  <a:gd name="connsiteY37" fmla="*/ 5743884 h 5748092"/>
                  <a:gd name="connsiteX38" fmla="*/ 2408027 w 5112030"/>
                  <a:gd name="connsiteY38" fmla="*/ 5535699 h 5748092"/>
                  <a:gd name="connsiteX39" fmla="*/ 2106707 w 5112030"/>
                  <a:gd name="connsiteY39" fmla="*/ 5511730 h 5748092"/>
                  <a:gd name="connsiteX40" fmla="*/ 2412442 w 5112030"/>
                  <a:gd name="connsiteY40" fmla="*/ 5532643 h 5748092"/>
                  <a:gd name="connsiteX41" fmla="*/ 2530616 w 5112030"/>
                  <a:gd name="connsiteY41" fmla="*/ 5546133 h 5748092"/>
                  <a:gd name="connsiteX42" fmla="*/ 3838744 w 5112030"/>
                  <a:gd name="connsiteY42" fmla="*/ 5611771 h 5748092"/>
                  <a:gd name="connsiteX43" fmla="*/ 4941790 w 5112030"/>
                  <a:gd name="connsiteY43" fmla="*/ 5143842 h 5748092"/>
                  <a:gd name="connsiteX44" fmla="*/ 5102932 w 5112030"/>
                  <a:gd name="connsiteY44" fmla="*/ 4427668 h 5748092"/>
                  <a:gd name="connsiteX45" fmla="*/ 4731703 w 5112030"/>
                  <a:gd name="connsiteY45" fmla="*/ 3250355 h 5748092"/>
                  <a:gd name="connsiteX46" fmla="*/ 4469864 w 5112030"/>
                  <a:gd name="connsiteY46" fmla="*/ 2426784 h 5748092"/>
                  <a:gd name="connsiteX47" fmla="*/ 4290000 w 5112030"/>
                  <a:gd name="connsiteY47" fmla="*/ 1464808 h 5748092"/>
                  <a:gd name="connsiteX48" fmla="*/ 4094742 w 5112030"/>
                  <a:gd name="connsiteY48" fmla="*/ 476441 h 5748092"/>
                  <a:gd name="connsiteX49" fmla="*/ 3972561 w 5112030"/>
                  <a:gd name="connsiteY49" fmla="*/ 152916 h 5748092"/>
                  <a:gd name="connsiteX50" fmla="*/ 3817170 w 5112030"/>
                  <a:gd name="connsiteY50" fmla="*/ 7336 h 5748092"/>
                  <a:gd name="connsiteX51" fmla="*/ 3663363 w 5112030"/>
                  <a:gd name="connsiteY51" fmla="*/ 47488 h 5748092"/>
                  <a:gd name="connsiteX52" fmla="*/ 3473424 w 5112030"/>
                  <a:gd name="connsiteY52" fmla="*/ 248543 h 5748092"/>
                  <a:gd name="connsiteX53" fmla="*/ 3447005 w 5112030"/>
                  <a:gd name="connsiteY53" fmla="*/ 706761 h 5748092"/>
                  <a:gd name="connsiteX54" fmla="*/ 3279864 w 5112030"/>
                  <a:gd name="connsiteY54" fmla="*/ 1040653 h 5748092"/>
                  <a:gd name="connsiteX55" fmla="*/ 2958531 w 5112030"/>
                  <a:gd name="connsiteY55" fmla="*/ 1294467 h 5748092"/>
                  <a:gd name="connsiteX56" fmla="*/ 2534441 w 5112030"/>
                  <a:gd name="connsiteY56" fmla="*/ 1450323 h 5748092"/>
                  <a:gd name="connsiteX57" fmla="*/ 1536394 w 5112030"/>
                  <a:gd name="connsiteY57" fmla="*/ 1596943 h 5748092"/>
                  <a:gd name="connsiteX58" fmla="*/ 470997 w 5112030"/>
                  <a:gd name="connsiteY58" fmla="*/ 1779439 h 5748092"/>
                  <a:gd name="connsiteX59" fmla="*/ 3509 w 5112030"/>
                  <a:gd name="connsiteY59" fmla="*/ 2364542 h 5748092"/>
                  <a:gd name="connsiteX60" fmla="*/ 470703 w 5112030"/>
                  <a:gd name="connsiteY60" fmla="*/ 3357843 h 5748092"/>
                  <a:gd name="connsiteX61" fmla="*/ 1441131 w 5112030"/>
                  <a:gd name="connsiteY61" fmla="*/ 4282496 h 5748092"/>
                  <a:gd name="connsiteX62" fmla="*/ 2138424 w 5112030"/>
                  <a:gd name="connsiteY62" fmla="*/ 4928189 h 5748092"/>
                  <a:gd name="connsiteX63" fmla="*/ 2352653 w 5112030"/>
                  <a:gd name="connsiteY63" fmla="*/ 5213011 h 5748092"/>
                  <a:gd name="connsiteX64" fmla="*/ 2423557 w 5112030"/>
                  <a:gd name="connsiteY64" fmla="*/ 5468296 h 5748092"/>
                  <a:gd name="connsiteX65" fmla="*/ 2412464 w 5112030"/>
                  <a:gd name="connsiteY65" fmla="*/ 5532621 h 5748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5112030" h="5748092">
                    <a:moveTo>
                      <a:pt x="2236358" y="5748093"/>
                    </a:moveTo>
                    <a:lnTo>
                      <a:pt x="2235385" y="5747482"/>
                    </a:lnTo>
                    <a:cubicBezTo>
                      <a:pt x="2057355" y="5636577"/>
                      <a:pt x="1983326" y="5571822"/>
                      <a:pt x="1995325" y="5537487"/>
                    </a:cubicBezTo>
                    <a:cubicBezTo>
                      <a:pt x="2010696" y="5493487"/>
                      <a:pt x="2166269" y="5505144"/>
                      <a:pt x="2409046" y="5532282"/>
                    </a:cubicBezTo>
                    <a:cubicBezTo>
                      <a:pt x="2415045" y="5511549"/>
                      <a:pt x="2418690" y="5490183"/>
                      <a:pt x="2420026" y="5468115"/>
                    </a:cubicBezTo>
                    <a:cubicBezTo>
                      <a:pt x="2428742" y="5323509"/>
                      <a:pt x="2338436" y="5152692"/>
                      <a:pt x="2135820" y="4930588"/>
                    </a:cubicBezTo>
                    <a:cubicBezTo>
                      <a:pt x="1954394" y="4731728"/>
                      <a:pt x="1703965" y="4514808"/>
                      <a:pt x="1438822" y="4285166"/>
                    </a:cubicBezTo>
                    <a:cubicBezTo>
                      <a:pt x="1097137" y="3989231"/>
                      <a:pt x="743838" y="3683224"/>
                      <a:pt x="468031" y="3360129"/>
                    </a:cubicBezTo>
                    <a:cubicBezTo>
                      <a:pt x="318413" y="3184831"/>
                      <a:pt x="208026" y="3023770"/>
                      <a:pt x="130602" y="2867733"/>
                    </a:cubicBezTo>
                    <a:cubicBezTo>
                      <a:pt x="43942" y="2693092"/>
                      <a:pt x="0" y="2523815"/>
                      <a:pt x="0" y="2364542"/>
                    </a:cubicBezTo>
                    <a:cubicBezTo>
                      <a:pt x="0" y="2289104"/>
                      <a:pt x="11229" y="2219211"/>
                      <a:pt x="33369" y="2156787"/>
                    </a:cubicBezTo>
                    <a:cubicBezTo>
                      <a:pt x="54559" y="2097080"/>
                      <a:pt x="86457" y="2042215"/>
                      <a:pt x="128203" y="1993689"/>
                    </a:cubicBezTo>
                    <a:cubicBezTo>
                      <a:pt x="205491" y="1903833"/>
                      <a:pt x="317213" y="1832673"/>
                      <a:pt x="469774" y="1776134"/>
                    </a:cubicBezTo>
                    <a:cubicBezTo>
                      <a:pt x="754071" y="1670752"/>
                      <a:pt x="1133924" y="1633203"/>
                      <a:pt x="1536055" y="1593435"/>
                    </a:cubicBezTo>
                    <a:cubicBezTo>
                      <a:pt x="1875114" y="1559915"/>
                      <a:pt x="2225741" y="1525240"/>
                      <a:pt x="2533581" y="1446905"/>
                    </a:cubicBezTo>
                    <a:cubicBezTo>
                      <a:pt x="2881333" y="1358407"/>
                      <a:pt x="3124563" y="1224778"/>
                      <a:pt x="3277148" y="1038412"/>
                    </a:cubicBezTo>
                    <a:cubicBezTo>
                      <a:pt x="3440304" y="839123"/>
                      <a:pt x="3503353" y="580647"/>
                      <a:pt x="3469870" y="248203"/>
                    </a:cubicBezTo>
                    <a:lnTo>
                      <a:pt x="3469802" y="247547"/>
                    </a:lnTo>
                    <a:lnTo>
                      <a:pt x="3470187" y="247004"/>
                    </a:lnTo>
                    <a:cubicBezTo>
                      <a:pt x="3605589" y="60321"/>
                      <a:pt x="3719348" y="-19213"/>
                      <a:pt x="3817984" y="3896"/>
                    </a:cubicBezTo>
                    <a:cubicBezTo>
                      <a:pt x="3875781" y="17431"/>
                      <a:pt x="3927352" y="65618"/>
                      <a:pt x="3975640" y="151173"/>
                    </a:cubicBezTo>
                    <a:cubicBezTo>
                      <a:pt x="4018970" y="227946"/>
                      <a:pt x="4059041" y="334030"/>
                      <a:pt x="4098160" y="475491"/>
                    </a:cubicBezTo>
                    <a:cubicBezTo>
                      <a:pt x="4171306" y="740033"/>
                      <a:pt x="4230665" y="1091805"/>
                      <a:pt x="4293487" y="1464220"/>
                    </a:cubicBezTo>
                    <a:cubicBezTo>
                      <a:pt x="4399050" y="2089859"/>
                      <a:pt x="4518696" y="2798949"/>
                      <a:pt x="4734872" y="3248816"/>
                    </a:cubicBezTo>
                    <a:cubicBezTo>
                      <a:pt x="4847341" y="3482871"/>
                      <a:pt x="4935790" y="3702712"/>
                      <a:pt x="4997730" y="3902205"/>
                    </a:cubicBezTo>
                    <a:cubicBezTo>
                      <a:pt x="5056726" y="4092169"/>
                      <a:pt x="5093287" y="4268870"/>
                      <a:pt x="5106418" y="4427351"/>
                    </a:cubicBezTo>
                    <a:cubicBezTo>
                      <a:pt x="5118869" y="4577639"/>
                      <a:pt x="5110583" y="4715659"/>
                      <a:pt x="5081787" y="4837541"/>
                    </a:cubicBezTo>
                    <a:cubicBezTo>
                      <a:pt x="5054620" y="4952497"/>
                      <a:pt x="5008483" y="5056250"/>
                      <a:pt x="4944642" y="5145880"/>
                    </a:cubicBezTo>
                    <a:cubicBezTo>
                      <a:pt x="4839712" y="5293179"/>
                      <a:pt x="4683075" y="5407842"/>
                      <a:pt x="4479033" y="5486674"/>
                    </a:cubicBezTo>
                    <a:cubicBezTo>
                      <a:pt x="4304059" y="5554281"/>
                      <a:pt x="4088720" y="5597557"/>
                      <a:pt x="3838993" y="5615279"/>
                    </a:cubicBezTo>
                    <a:cubicBezTo>
                      <a:pt x="3381738" y="5647758"/>
                      <a:pt x="2889574" y="5591038"/>
                      <a:pt x="2530231" y="5549641"/>
                    </a:cubicBezTo>
                    <a:cubicBezTo>
                      <a:pt x="2488960" y="5544888"/>
                      <a:pt x="2449252" y="5540316"/>
                      <a:pt x="2411446" y="5536084"/>
                    </a:cubicBezTo>
                    <a:cubicBezTo>
                      <a:pt x="2403069" y="5563697"/>
                      <a:pt x="2390595" y="5590246"/>
                      <a:pt x="2374069" y="5615528"/>
                    </a:cubicBezTo>
                    <a:cubicBezTo>
                      <a:pt x="2343236" y="5662674"/>
                      <a:pt x="2297234" y="5707059"/>
                      <a:pt x="2237332" y="5747459"/>
                    </a:cubicBezTo>
                    <a:lnTo>
                      <a:pt x="2236381" y="5748093"/>
                    </a:lnTo>
                    <a:close/>
                    <a:moveTo>
                      <a:pt x="2106707" y="5511730"/>
                    </a:moveTo>
                    <a:cubicBezTo>
                      <a:pt x="2043862" y="5511730"/>
                      <a:pt x="2005376" y="5519358"/>
                      <a:pt x="1998653" y="5538641"/>
                    </a:cubicBezTo>
                    <a:cubicBezTo>
                      <a:pt x="1987469" y="5570623"/>
                      <a:pt x="2062992" y="5635853"/>
                      <a:pt x="2236291" y="5743884"/>
                    </a:cubicBezTo>
                    <a:cubicBezTo>
                      <a:pt x="2327818" y="5681958"/>
                      <a:pt x="2384528" y="5613378"/>
                      <a:pt x="2408027" y="5535699"/>
                    </a:cubicBezTo>
                    <a:cubicBezTo>
                      <a:pt x="2282971" y="5521757"/>
                      <a:pt x="2178811" y="5511730"/>
                      <a:pt x="2106707" y="5511730"/>
                    </a:cubicBezTo>
                    <a:close/>
                    <a:moveTo>
                      <a:pt x="2412442" y="5532643"/>
                    </a:moveTo>
                    <a:cubicBezTo>
                      <a:pt x="2449841" y="5536831"/>
                      <a:pt x="2489300" y="5541380"/>
                      <a:pt x="2530616" y="5546133"/>
                    </a:cubicBezTo>
                    <a:cubicBezTo>
                      <a:pt x="2889823" y="5587530"/>
                      <a:pt x="3381806" y="5644205"/>
                      <a:pt x="3838744" y="5611771"/>
                    </a:cubicBezTo>
                    <a:cubicBezTo>
                      <a:pt x="4384291" y="5573022"/>
                      <a:pt x="4745082" y="5419973"/>
                      <a:pt x="4941790" y="5143842"/>
                    </a:cubicBezTo>
                    <a:cubicBezTo>
                      <a:pt x="5072845" y="4959853"/>
                      <a:pt x="5127064" y="4718895"/>
                      <a:pt x="5102932" y="4427668"/>
                    </a:cubicBezTo>
                    <a:cubicBezTo>
                      <a:pt x="5076037" y="4103101"/>
                      <a:pt x="4951162" y="3706989"/>
                      <a:pt x="4731703" y="3250355"/>
                    </a:cubicBezTo>
                    <a:cubicBezTo>
                      <a:pt x="4635014" y="3049119"/>
                      <a:pt x="4549371" y="2779733"/>
                      <a:pt x="4469864" y="2426784"/>
                    </a:cubicBezTo>
                    <a:cubicBezTo>
                      <a:pt x="4399911" y="2116114"/>
                      <a:pt x="4344039" y="1785007"/>
                      <a:pt x="4290000" y="1464808"/>
                    </a:cubicBezTo>
                    <a:cubicBezTo>
                      <a:pt x="4227178" y="1092484"/>
                      <a:pt x="4167842" y="740802"/>
                      <a:pt x="4094742" y="476441"/>
                    </a:cubicBezTo>
                    <a:cubicBezTo>
                      <a:pt x="4055713" y="335252"/>
                      <a:pt x="4015733" y="229417"/>
                      <a:pt x="3972561" y="152916"/>
                    </a:cubicBezTo>
                    <a:cubicBezTo>
                      <a:pt x="3924793" y="68266"/>
                      <a:pt x="3873947" y="20645"/>
                      <a:pt x="3817170" y="7336"/>
                    </a:cubicBezTo>
                    <a:cubicBezTo>
                      <a:pt x="3770240" y="-3664"/>
                      <a:pt x="3718488" y="9848"/>
                      <a:pt x="3663363" y="47488"/>
                    </a:cubicBezTo>
                    <a:cubicBezTo>
                      <a:pt x="3605476" y="87006"/>
                      <a:pt x="3541567" y="154658"/>
                      <a:pt x="3473424" y="248543"/>
                    </a:cubicBezTo>
                    <a:cubicBezTo>
                      <a:pt x="3490494" y="418590"/>
                      <a:pt x="3481597" y="572747"/>
                      <a:pt x="3447005" y="706761"/>
                    </a:cubicBezTo>
                    <a:cubicBezTo>
                      <a:pt x="3414541" y="832491"/>
                      <a:pt x="3358307" y="944845"/>
                      <a:pt x="3279864" y="1040653"/>
                    </a:cubicBezTo>
                    <a:cubicBezTo>
                      <a:pt x="3197799" y="1140898"/>
                      <a:pt x="3092688" y="1223918"/>
                      <a:pt x="2958531" y="1294467"/>
                    </a:cubicBezTo>
                    <a:cubicBezTo>
                      <a:pt x="2839656" y="1356981"/>
                      <a:pt x="2700926" y="1407952"/>
                      <a:pt x="2534441" y="1450323"/>
                    </a:cubicBezTo>
                    <a:cubicBezTo>
                      <a:pt x="2226352" y="1528726"/>
                      <a:pt x="1875589" y="1563423"/>
                      <a:pt x="1536394" y="1596943"/>
                    </a:cubicBezTo>
                    <a:cubicBezTo>
                      <a:pt x="1134490" y="1636688"/>
                      <a:pt x="754863" y="1674215"/>
                      <a:pt x="470997" y="1779439"/>
                    </a:cubicBezTo>
                    <a:cubicBezTo>
                      <a:pt x="152041" y="1897654"/>
                      <a:pt x="3509" y="2083567"/>
                      <a:pt x="3509" y="2364542"/>
                    </a:cubicBezTo>
                    <a:cubicBezTo>
                      <a:pt x="3509" y="2664641"/>
                      <a:pt x="156320" y="2989548"/>
                      <a:pt x="470703" y="3357843"/>
                    </a:cubicBezTo>
                    <a:cubicBezTo>
                      <a:pt x="746328" y="3680757"/>
                      <a:pt x="1099536" y="3986673"/>
                      <a:pt x="1441131" y="4282496"/>
                    </a:cubicBezTo>
                    <a:cubicBezTo>
                      <a:pt x="1706342" y="4512205"/>
                      <a:pt x="1956862" y="4729171"/>
                      <a:pt x="2138424" y="4928189"/>
                    </a:cubicBezTo>
                    <a:cubicBezTo>
                      <a:pt x="2235543" y="5034658"/>
                      <a:pt x="2305610" y="5127817"/>
                      <a:pt x="2352653" y="5213011"/>
                    </a:cubicBezTo>
                    <a:cubicBezTo>
                      <a:pt x="2404994" y="5307846"/>
                      <a:pt x="2428198" y="5391342"/>
                      <a:pt x="2423557" y="5468296"/>
                    </a:cubicBezTo>
                    <a:cubicBezTo>
                      <a:pt x="2422222" y="5490273"/>
                      <a:pt x="2418532" y="5511753"/>
                      <a:pt x="2412464" y="5532621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ECEAF3D4-213B-BEA7-AD91-B784A9D74B26}"/>
                  </a:ext>
                </a:extLst>
              </p:cNvPr>
              <p:cNvSpPr/>
              <p:nvPr/>
            </p:nvSpPr>
            <p:spPr>
              <a:xfrm>
                <a:off x="3846556" y="167178"/>
                <a:ext cx="5083730" cy="5710377"/>
              </a:xfrm>
              <a:custGeom>
                <a:avLst/>
                <a:gdLst>
                  <a:gd name="connsiteX0" fmla="*/ 2191126 w 5083730"/>
                  <a:gd name="connsiteY0" fmla="*/ 5710377 h 5710377"/>
                  <a:gd name="connsiteX1" fmla="*/ 2190243 w 5083730"/>
                  <a:gd name="connsiteY1" fmla="*/ 5709766 h 5710377"/>
                  <a:gd name="connsiteX2" fmla="*/ 1988307 w 5083730"/>
                  <a:gd name="connsiteY2" fmla="*/ 5550833 h 5710377"/>
                  <a:gd name="connsiteX3" fmla="*/ 1940562 w 5083730"/>
                  <a:gd name="connsiteY3" fmla="*/ 5461678 h 5710377"/>
                  <a:gd name="connsiteX4" fmla="*/ 2125972 w 5083730"/>
                  <a:gd name="connsiteY4" fmla="*/ 5431463 h 5710377"/>
                  <a:gd name="connsiteX5" fmla="*/ 2372055 w 5083730"/>
                  <a:gd name="connsiteY5" fmla="*/ 5458600 h 5710377"/>
                  <a:gd name="connsiteX6" fmla="*/ 1450186 w 5083730"/>
                  <a:gd name="connsiteY6" fmla="*/ 4331308 h 5710377"/>
                  <a:gd name="connsiteX7" fmla="*/ 475321 w 5083730"/>
                  <a:gd name="connsiteY7" fmla="*/ 3340972 h 5710377"/>
                  <a:gd name="connsiteX8" fmla="*/ 0 w 5083730"/>
                  <a:gd name="connsiteY8" fmla="*/ 2304441 h 5710377"/>
                  <a:gd name="connsiteX9" fmla="*/ 33709 w 5083730"/>
                  <a:gd name="connsiteY9" fmla="*/ 2094310 h 5710377"/>
                  <a:gd name="connsiteX10" fmla="*/ 129470 w 5083730"/>
                  <a:gd name="connsiteY10" fmla="*/ 1928224 h 5710377"/>
                  <a:gd name="connsiteX11" fmla="*/ 474280 w 5083730"/>
                  <a:gd name="connsiteY11" fmla="*/ 1703268 h 5710377"/>
                  <a:gd name="connsiteX12" fmla="*/ 1549909 w 5083730"/>
                  <a:gd name="connsiteY12" fmla="*/ 1501964 h 5710377"/>
                  <a:gd name="connsiteX13" fmla="*/ 2894509 w 5083730"/>
                  <a:gd name="connsiteY13" fmla="*/ 1217821 h 5710377"/>
                  <a:gd name="connsiteX14" fmla="*/ 3497444 w 5083730"/>
                  <a:gd name="connsiteY14" fmla="*/ 240002 h 5710377"/>
                  <a:gd name="connsiteX15" fmla="*/ 3497444 w 5083730"/>
                  <a:gd name="connsiteY15" fmla="*/ 239323 h 5710377"/>
                  <a:gd name="connsiteX16" fmla="*/ 3497851 w 5083730"/>
                  <a:gd name="connsiteY16" fmla="*/ 238802 h 5710377"/>
                  <a:gd name="connsiteX17" fmla="*/ 3874196 w 5083730"/>
                  <a:gd name="connsiteY17" fmla="*/ 6083 h 5710377"/>
                  <a:gd name="connsiteX18" fmla="*/ 4259303 w 5083730"/>
                  <a:gd name="connsiteY18" fmla="*/ 1383613 h 5710377"/>
                  <a:gd name="connsiteX19" fmla="*/ 4660210 w 5083730"/>
                  <a:gd name="connsiteY19" fmla="*/ 3240728 h 5710377"/>
                  <a:gd name="connsiteX20" fmla="*/ 4947631 w 5083730"/>
                  <a:gd name="connsiteY20" fmla="*/ 3912608 h 5710377"/>
                  <a:gd name="connsiteX21" fmla="*/ 5073682 w 5083730"/>
                  <a:gd name="connsiteY21" fmla="*/ 4447600 h 5710377"/>
                  <a:gd name="connsiteX22" fmla="*/ 5060122 w 5083730"/>
                  <a:gd name="connsiteY22" fmla="*/ 4860257 h 5710377"/>
                  <a:gd name="connsiteX23" fmla="*/ 4928614 w 5083730"/>
                  <a:gd name="connsiteY23" fmla="*/ 5164974 h 5710377"/>
                  <a:gd name="connsiteX24" fmla="*/ 4480097 w 5083730"/>
                  <a:gd name="connsiteY24" fmla="*/ 5481573 h 5710377"/>
                  <a:gd name="connsiteX25" fmla="*/ 3855271 w 5083730"/>
                  <a:gd name="connsiteY25" fmla="*/ 5588472 h 5710377"/>
                  <a:gd name="connsiteX26" fmla="*/ 3700241 w 5083730"/>
                  <a:gd name="connsiteY26" fmla="*/ 5591596 h 5710377"/>
                  <a:gd name="connsiteX27" fmla="*/ 2546440 w 5083730"/>
                  <a:gd name="connsiteY27" fmla="*/ 5486372 h 5710377"/>
                  <a:gd name="connsiteX28" fmla="*/ 2375722 w 5083730"/>
                  <a:gd name="connsiteY28" fmla="*/ 5462719 h 5710377"/>
                  <a:gd name="connsiteX29" fmla="*/ 2373300 w 5083730"/>
                  <a:gd name="connsiteY29" fmla="*/ 5497304 h 5710377"/>
                  <a:gd name="connsiteX30" fmla="*/ 2192123 w 5083730"/>
                  <a:gd name="connsiteY30" fmla="*/ 5709902 h 5710377"/>
                  <a:gd name="connsiteX31" fmla="*/ 2191172 w 5083730"/>
                  <a:gd name="connsiteY31" fmla="*/ 5710377 h 5710377"/>
                  <a:gd name="connsiteX32" fmla="*/ 2055974 w 5083730"/>
                  <a:gd name="connsiteY32" fmla="*/ 5432368 h 5710377"/>
                  <a:gd name="connsiteX33" fmla="*/ 1943912 w 5083730"/>
                  <a:gd name="connsiteY33" fmla="*/ 5462991 h 5710377"/>
                  <a:gd name="connsiteX34" fmla="*/ 2191421 w 5083730"/>
                  <a:gd name="connsiteY34" fmla="*/ 5706190 h 5710377"/>
                  <a:gd name="connsiteX35" fmla="*/ 2369677 w 5083730"/>
                  <a:gd name="connsiteY35" fmla="*/ 5496783 h 5710377"/>
                  <a:gd name="connsiteX36" fmla="*/ 2372077 w 5083730"/>
                  <a:gd name="connsiteY36" fmla="*/ 5462221 h 5710377"/>
                  <a:gd name="connsiteX37" fmla="*/ 2055974 w 5083730"/>
                  <a:gd name="connsiteY37" fmla="*/ 5432368 h 5710377"/>
                  <a:gd name="connsiteX38" fmla="*/ 2375654 w 5083730"/>
                  <a:gd name="connsiteY38" fmla="*/ 5459076 h 5710377"/>
                  <a:gd name="connsiteX39" fmla="*/ 2546893 w 5083730"/>
                  <a:gd name="connsiteY39" fmla="*/ 5482796 h 5710377"/>
                  <a:gd name="connsiteX40" fmla="*/ 3700196 w 5083730"/>
                  <a:gd name="connsiteY40" fmla="*/ 5587974 h 5710377"/>
                  <a:gd name="connsiteX41" fmla="*/ 3855067 w 5083730"/>
                  <a:gd name="connsiteY41" fmla="*/ 5584851 h 5710377"/>
                  <a:gd name="connsiteX42" fmla="*/ 4925625 w 5083730"/>
                  <a:gd name="connsiteY42" fmla="*/ 5162869 h 5710377"/>
                  <a:gd name="connsiteX43" fmla="*/ 5070037 w 5083730"/>
                  <a:gd name="connsiteY43" fmla="*/ 4447984 h 5710377"/>
                  <a:gd name="connsiteX44" fmla="*/ 4656927 w 5083730"/>
                  <a:gd name="connsiteY44" fmla="*/ 3242334 h 5710377"/>
                  <a:gd name="connsiteX45" fmla="*/ 4255657 w 5083730"/>
                  <a:gd name="connsiteY45" fmla="*/ 1384043 h 5710377"/>
                  <a:gd name="connsiteX46" fmla="*/ 3873110 w 5083730"/>
                  <a:gd name="connsiteY46" fmla="*/ 9523 h 5710377"/>
                  <a:gd name="connsiteX47" fmla="*/ 3500998 w 5083730"/>
                  <a:gd name="connsiteY47" fmla="*/ 240567 h 5710377"/>
                  <a:gd name="connsiteX48" fmla="*/ 3466542 w 5083730"/>
                  <a:gd name="connsiteY48" fmla="*/ 587723 h 5710377"/>
                  <a:gd name="connsiteX49" fmla="*/ 3345199 w 5083730"/>
                  <a:gd name="connsiteY49" fmla="*/ 860209 h 5710377"/>
                  <a:gd name="connsiteX50" fmla="*/ 2895958 w 5083730"/>
                  <a:gd name="connsiteY50" fmla="*/ 1221103 h 5710377"/>
                  <a:gd name="connsiteX51" fmla="*/ 1550249 w 5083730"/>
                  <a:gd name="connsiteY51" fmla="*/ 1505563 h 5710377"/>
                  <a:gd name="connsiteX52" fmla="*/ 475525 w 5083730"/>
                  <a:gd name="connsiteY52" fmla="*/ 1706640 h 5710377"/>
                  <a:gd name="connsiteX53" fmla="*/ 3554 w 5083730"/>
                  <a:gd name="connsiteY53" fmla="*/ 2304463 h 5710377"/>
                  <a:gd name="connsiteX54" fmla="*/ 478083 w 5083730"/>
                  <a:gd name="connsiteY54" fmla="*/ 3338709 h 5710377"/>
                  <a:gd name="connsiteX55" fmla="*/ 1452609 w 5083730"/>
                  <a:gd name="connsiteY55" fmla="*/ 4328682 h 5710377"/>
                  <a:gd name="connsiteX56" fmla="*/ 2375631 w 5083730"/>
                  <a:gd name="connsiteY56" fmla="*/ 5459076 h 5710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083730" h="5710377">
                    <a:moveTo>
                      <a:pt x="2191126" y="5710377"/>
                    </a:moveTo>
                    <a:lnTo>
                      <a:pt x="2190243" y="5709766"/>
                    </a:lnTo>
                    <a:cubicBezTo>
                      <a:pt x="2095184" y="5643563"/>
                      <a:pt x="2029124" y="5591573"/>
                      <a:pt x="1988307" y="5550833"/>
                    </a:cubicBezTo>
                    <a:cubicBezTo>
                      <a:pt x="1948304" y="5510907"/>
                      <a:pt x="1932684" y="5481755"/>
                      <a:pt x="1940562" y="5461678"/>
                    </a:cubicBezTo>
                    <a:cubicBezTo>
                      <a:pt x="1951813" y="5433002"/>
                      <a:pt x="2008999" y="5423676"/>
                      <a:pt x="2125972" y="5431463"/>
                    </a:cubicBezTo>
                    <a:cubicBezTo>
                      <a:pt x="2193209" y="5435921"/>
                      <a:pt x="2276723" y="5445857"/>
                      <a:pt x="2372055" y="5458600"/>
                    </a:cubicBezTo>
                    <a:cubicBezTo>
                      <a:pt x="2368387" y="5184077"/>
                      <a:pt x="1941241" y="4787399"/>
                      <a:pt x="1450186" y="4331308"/>
                    </a:cubicBezTo>
                    <a:cubicBezTo>
                      <a:pt x="1124099" y="4028447"/>
                      <a:pt x="754501" y="3685185"/>
                      <a:pt x="475321" y="3340972"/>
                    </a:cubicBezTo>
                    <a:cubicBezTo>
                      <a:pt x="155482" y="2946626"/>
                      <a:pt x="0" y="2607573"/>
                      <a:pt x="0" y="2304441"/>
                    </a:cubicBezTo>
                    <a:cubicBezTo>
                      <a:pt x="0" y="2228324"/>
                      <a:pt x="11342" y="2157616"/>
                      <a:pt x="33709" y="2094310"/>
                    </a:cubicBezTo>
                    <a:cubicBezTo>
                      <a:pt x="55102" y="2033742"/>
                      <a:pt x="87317" y="1977859"/>
                      <a:pt x="129470" y="1928224"/>
                    </a:cubicBezTo>
                    <a:cubicBezTo>
                      <a:pt x="207506" y="1836331"/>
                      <a:pt x="320292" y="1762749"/>
                      <a:pt x="474280" y="1703268"/>
                    </a:cubicBezTo>
                    <a:cubicBezTo>
                      <a:pt x="761224" y="1592408"/>
                      <a:pt x="1144316" y="1548476"/>
                      <a:pt x="1549909" y="1501964"/>
                    </a:cubicBezTo>
                    <a:cubicBezTo>
                      <a:pt x="2027834" y="1447145"/>
                      <a:pt x="2522036" y="1390493"/>
                      <a:pt x="2894509" y="1217821"/>
                    </a:cubicBezTo>
                    <a:cubicBezTo>
                      <a:pt x="3316267" y="1022311"/>
                      <a:pt x="3513472" y="702475"/>
                      <a:pt x="3497444" y="240002"/>
                    </a:cubicBezTo>
                    <a:lnTo>
                      <a:pt x="3497444" y="239323"/>
                    </a:lnTo>
                    <a:cubicBezTo>
                      <a:pt x="3497444" y="239323"/>
                      <a:pt x="3497851" y="238802"/>
                      <a:pt x="3497851" y="238802"/>
                    </a:cubicBezTo>
                    <a:cubicBezTo>
                      <a:pt x="3651206" y="52957"/>
                      <a:pt x="3774292" y="-23183"/>
                      <a:pt x="3874196" y="6083"/>
                    </a:cubicBezTo>
                    <a:cubicBezTo>
                      <a:pt x="4101149" y="72535"/>
                      <a:pt x="4174453" y="680113"/>
                      <a:pt x="4259303" y="1383613"/>
                    </a:cubicBezTo>
                    <a:cubicBezTo>
                      <a:pt x="4338198" y="2037658"/>
                      <a:pt x="4427598" y="2778978"/>
                      <a:pt x="4660210" y="3240728"/>
                    </a:cubicBezTo>
                    <a:cubicBezTo>
                      <a:pt x="4781915" y="3482319"/>
                      <a:pt x="4878605" y="3708362"/>
                      <a:pt x="4947631" y="3912608"/>
                    </a:cubicBezTo>
                    <a:cubicBezTo>
                      <a:pt x="5013350" y="4107099"/>
                      <a:pt x="5055753" y="4287082"/>
                      <a:pt x="5073682" y="4447600"/>
                    </a:cubicBezTo>
                    <a:cubicBezTo>
                      <a:pt x="5090661" y="4599788"/>
                      <a:pt x="5086111" y="4738623"/>
                      <a:pt x="5060122" y="4860257"/>
                    </a:cubicBezTo>
                    <a:cubicBezTo>
                      <a:pt x="5035604" y="4974964"/>
                      <a:pt x="4991368" y="5077472"/>
                      <a:pt x="4928614" y="5164974"/>
                    </a:cubicBezTo>
                    <a:cubicBezTo>
                      <a:pt x="4828551" y="5304510"/>
                      <a:pt x="4677665" y="5411024"/>
                      <a:pt x="4480097" y="5481573"/>
                    </a:cubicBezTo>
                    <a:cubicBezTo>
                      <a:pt x="4310149" y="5542254"/>
                      <a:pt x="4099926" y="5578219"/>
                      <a:pt x="3855271" y="5588472"/>
                    </a:cubicBezTo>
                    <a:cubicBezTo>
                      <a:pt x="3804152" y="5590600"/>
                      <a:pt x="3752333" y="5591596"/>
                      <a:pt x="3700241" y="5591596"/>
                    </a:cubicBezTo>
                    <a:cubicBezTo>
                      <a:pt x="3294692" y="5591596"/>
                      <a:pt x="2867954" y="5531594"/>
                      <a:pt x="2546440" y="5486372"/>
                    </a:cubicBezTo>
                    <a:cubicBezTo>
                      <a:pt x="2486312" y="5477907"/>
                      <a:pt x="2429172" y="5469872"/>
                      <a:pt x="2375722" y="5462719"/>
                    </a:cubicBezTo>
                    <a:cubicBezTo>
                      <a:pt x="2375722" y="5474467"/>
                      <a:pt x="2374907" y="5486009"/>
                      <a:pt x="2373300" y="5497304"/>
                    </a:cubicBezTo>
                    <a:cubicBezTo>
                      <a:pt x="2360848" y="5585168"/>
                      <a:pt x="2301580" y="5654721"/>
                      <a:pt x="2192123" y="5709902"/>
                    </a:cubicBezTo>
                    <a:lnTo>
                      <a:pt x="2191172" y="5710377"/>
                    </a:lnTo>
                    <a:close/>
                    <a:moveTo>
                      <a:pt x="2055974" y="5432368"/>
                    </a:moveTo>
                    <a:cubicBezTo>
                      <a:pt x="1992042" y="5432368"/>
                      <a:pt x="1952470" y="5441172"/>
                      <a:pt x="1943912" y="5462991"/>
                    </a:cubicBezTo>
                    <a:cubicBezTo>
                      <a:pt x="1929039" y="5500880"/>
                      <a:pt x="2007685" y="5578151"/>
                      <a:pt x="2191421" y="5706190"/>
                    </a:cubicBezTo>
                    <a:cubicBezTo>
                      <a:pt x="2299135" y="5651665"/>
                      <a:pt x="2357452" y="5583154"/>
                      <a:pt x="2369677" y="5496783"/>
                    </a:cubicBezTo>
                    <a:cubicBezTo>
                      <a:pt x="2371285" y="5485489"/>
                      <a:pt x="2372055" y="5473969"/>
                      <a:pt x="2372077" y="5462221"/>
                    </a:cubicBezTo>
                    <a:cubicBezTo>
                      <a:pt x="2240275" y="5444590"/>
                      <a:pt x="2131247" y="5432368"/>
                      <a:pt x="2055974" y="5432368"/>
                    </a:cubicBezTo>
                    <a:close/>
                    <a:moveTo>
                      <a:pt x="2375654" y="5459076"/>
                    </a:moveTo>
                    <a:cubicBezTo>
                      <a:pt x="2429285" y="5466250"/>
                      <a:pt x="2486629" y="5474331"/>
                      <a:pt x="2546893" y="5482796"/>
                    </a:cubicBezTo>
                    <a:cubicBezTo>
                      <a:pt x="2868271" y="5527995"/>
                      <a:pt x="3294941" y="5587974"/>
                      <a:pt x="3700196" y="5587974"/>
                    </a:cubicBezTo>
                    <a:cubicBezTo>
                      <a:pt x="3752287" y="5587974"/>
                      <a:pt x="3803949" y="5586979"/>
                      <a:pt x="3855067" y="5584851"/>
                    </a:cubicBezTo>
                    <a:cubicBezTo>
                      <a:pt x="4387822" y="5562557"/>
                      <a:pt x="4737997" y="5424514"/>
                      <a:pt x="4925625" y="5162869"/>
                    </a:cubicBezTo>
                    <a:cubicBezTo>
                      <a:pt x="5054372" y="4983339"/>
                      <a:pt x="5102954" y="4742811"/>
                      <a:pt x="5070037" y="4447984"/>
                    </a:cubicBezTo>
                    <a:cubicBezTo>
                      <a:pt x="5033340" y="4119298"/>
                      <a:pt x="4894362" y="3713658"/>
                      <a:pt x="4656927" y="3242334"/>
                    </a:cubicBezTo>
                    <a:cubicBezTo>
                      <a:pt x="4424044" y="2780019"/>
                      <a:pt x="4334599" y="2038382"/>
                      <a:pt x="4255657" y="1384043"/>
                    </a:cubicBezTo>
                    <a:cubicBezTo>
                      <a:pt x="4170966" y="681788"/>
                      <a:pt x="4097798" y="75319"/>
                      <a:pt x="3873110" y="9523"/>
                    </a:cubicBezTo>
                    <a:cubicBezTo>
                      <a:pt x="3774858" y="-19244"/>
                      <a:pt x="3653130" y="56329"/>
                      <a:pt x="3500998" y="240567"/>
                    </a:cubicBezTo>
                    <a:cubicBezTo>
                      <a:pt x="3505300" y="366343"/>
                      <a:pt x="3493709" y="483155"/>
                      <a:pt x="3466542" y="587723"/>
                    </a:cubicBezTo>
                    <a:cubicBezTo>
                      <a:pt x="3440666" y="687288"/>
                      <a:pt x="3399849" y="778977"/>
                      <a:pt x="3345199" y="860209"/>
                    </a:cubicBezTo>
                    <a:cubicBezTo>
                      <a:pt x="3244774" y="1009478"/>
                      <a:pt x="3097827" y="1127535"/>
                      <a:pt x="2895958" y="1221103"/>
                    </a:cubicBezTo>
                    <a:cubicBezTo>
                      <a:pt x="2522964" y="1394002"/>
                      <a:pt x="2028468" y="1450722"/>
                      <a:pt x="1550249" y="1505563"/>
                    </a:cubicBezTo>
                    <a:cubicBezTo>
                      <a:pt x="1144904" y="1552052"/>
                      <a:pt x="762039" y="1595962"/>
                      <a:pt x="475525" y="1706640"/>
                    </a:cubicBezTo>
                    <a:cubicBezTo>
                      <a:pt x="153535" y="1831035"/>
                      <a:pt x="3554" y="2020999"/>
                      <a:pt x="3554" y="2304463"/>
                    </a:cubicBezTo>
                    <a:cubicBezTo>
                      <a:pt x="3554" y="2606713"/>
                      <a:pt x="158765" y="2945041"/>
                      <a:pt x="478083" y="3338709"/>
                    </a:cubicBezTo>
                    <a:cubicBezTo>
                      <a:pt x="757104" y="3682740"/>
                      <a:pt x="1126612" y="4025912"/>
                      <a:pt x="1452609" y="4328682"/>
                    </a:cubicBezTo>
                    <a:cubicBezTo>
                      <a:pt x="1944501" y="4785543"/>
                      <a:pt x="2372349" y="5182900"/>
                      <a:pt x="2375631" y="545907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2ECAB9F5-A705-648A-D64B-1133BB24FDA7}"/>
                  </a:ext>
                </a:extLst>
              </p:cNvPr>
              <p:cNvSpPr/>
              <p:nvPr/>
            </p:nvSpPr>
            <p:spPr>
              <a:xfrm>
                <a:off x="3891629" y="175076"/>
                <a:ext cx="5058051" cy="5672760"/>
              </a:xfrm>
              <a:custGeom>
                <a:avLst/>
                <a:gdLst>
                  <a:gd name="connsiteX0" fmla="*/ 2145849 w 5058051"/>
                  <a:gd name="connsiteY0" fmla="*/ 5672761 h 5672760"/>
                  <a:gd name="connsiteX1" fmla="*/ 2145080 w 5058051"/>
                  <a:gd name="connsiteY1" fmla="*/ 5672173 h 5672760"/>
                  <a:gd name="connsiteX2" fmla="*/ 1886116 w 5058051"/>
                  <a:gd name="connsiteY2" fmla="*/ 5385246 h 5672760"/>
                  <a:gd name="connsiteX3" fmla="*/ 2306086 w 5058051"/>
                  <a:gd name="connsiteY3" fmla="*/ 5380334 h 5672760"/>
                  <a:gd name="connsiteX4" fmla="*/ 2097470 w 5058051"/>
                  <a:gd name="connsiteY4" fmla="*/ 5049951 h 5672760"/>
                  <a:gd name="connsiteX5" fmla="*/ 1464381 w 5058051"/>
                  <a:gd name="connsiteY5" fmla="*/ 4385562 h 5672760"/>
                  <a:gd name="connsiteX6" fmla="*/ 484173 w 5058051"/>
                  <a:gd name="connsiteY6" fmla="*/ 3326329 h 5672760"/>
                  <a:gd name="connsiteX7" fmla="*/ 0 w 5058051"/>
                  <a:gd name="connsiteY7" fmla="*/ 2244463 h 5672760"/>
                  <a:gd name="connsiteX8" fmla="*/ 34184 w 5058051"/>
                  <a:gd name="connsiteY8" fmla="*/ 2031412 h 5672760"/>
                  <a:gd name="connsiteX9" fmla="*/ 131259 w 5058051"/>
                  <a:gd name="connsiteY9" fmla="*/ 1861931 h 5672760"/>
                  <a:gd name="connsiteX10" fmla="*/ 480664 w 5058051"/>
                  <a:gd name="connsiteY10" fmla="*/ 1628917 h 5672760"/>
                  <a:gd name="connsiteX11" fmla="*/ 1569560 w 5058051"/>
                  <a:gd name="connsiteY11" fmla="*/ 1408307 h 5672760"/>
                  <a:gd name="connsiteX12" fmla="*/ 2878164 w 5058051"/>
                  <a:gd name="connsiteY12" fmla="*/ 1122580 h 5672760"/>
                  <a:gd name="connsiteX13" fmla="*/ 3524973 w 5058051"/>
                  <a:gd name="connsiteY13" fmla="*/ 231923 h 5672760"/>
                  <a:gd name="connsiteX14" fmla="*/ 3524973 w 5058051"/>
                  <a:gd name="connsiteY14" fmla="*/ 231243 h 5672760"/>
                  <a:gd name="connsiteX15" fmla="*/ 3525471 w 5058051"/>
                  <a:gd name="connsiteY15" fmla="*/ 230746 h 5672760"/>
                  <a:gd name="connsiteX16" fmla="*/ 3930340 w 5058051"/>
                  <a:gd name="connsiteY16" fmla="*/ 8709 h 5672760"/>
                  <a:gd name="connsiteX17" fmla="*/ 4146200 w 5058051"/>
                  <a:gd name="connsiteY17" fmla="*/ 444045 h 5672760"/>
                  <a:gd name="connsiteX18" fmla="*/ 4235147 w 5058051"/>
                  <a:gd name="connsiteY18" fmla="*/ 1321620 h 5672760"/>
                  <a:gd name="connsiteX19" fmla="*/ 4585457 w 5058051"/>
                  <a:gd name="connsiteY19" fmla="*/ 3232762 h 5672760"/>
                  <a:gd name="connsiteX20" fmla="*/ 4898210 w 5058051"/>
                  <a:gd name="connsiteY20" fmla="*/ 3922387 h 5672760"/>
                  <a:gd name="connsiteX21" fmla="*/ 5042260 w 5058051"/>
                  <a:gd name="connsiteY21" fmla="*/ 4466659 h 5672760"/>
                  <a:gd name="connsiteX22" fmla="*/ 5040245 w 5058051"/>
                  <a:gd name="connsiteY22" fmla="*/ 4881398 h 5672760"/>
                  <a:gd name="connsiteX23" fmla="*/ 4914759 w 5058051"/>
                  <a:gd name="connsiteY23" fmla="*/ 5182267 h 5672760"/>
                  <a:gd name="connsiteX24" fmla="*/ 4727719 w 5058051"/>
                  <a:gd name="connsiteY24" fmla="*/ 5360168 h 5672760"/>
                  <a:gd name="connsiteX25" fmla="*/ 4481954 w 5058051"/>
                  <a:gd name="connsiteY25" fmla="*/ 5476346 h 5672760"/>
                  <a:gd name="connsiteX26" fmla="*/ 3870733 w 5058051"/>
                  <a:gd name="connsiteY26" fmla="*/ 5562784 h 5672760"/>
                  <a:gd name="connsiteX27" fmla="*/ 2561925 w 5058051"/>
                  <a:gd name="connsiteY27" fmla="*/ 5425217 h 5672760"/>
                  <a:gd name="connsiteX28" fmla="*/ 2311428 w 5058051"/>
                  <a:gd name="connsiteY28" fmla="*/ 5384838 h 5672760"/>
                  <a:gd name="connsiteX29" fmla="*/ 2322317 w 5058051"/>
                  <a:gd name="connsiteY29" fmla="*/ 5519056 h 5672760"/>
                  <a:gd name="connsiteX30" fmla="*/ 2146777 w 5058051"/>
                  <a:gd name="connsiteY30" fmla="*/ 5672422 h 5672760"/>
                  <a:gd name="connsiteX31" fmla="*/ 2145849 w 5058051"/>
                  <a:gd name="connsiteY31" fmla="*/ 5672716 h 5672760"/>
                  <a:gd name="connsiteX32" fmla="*/ 2006237 w 5058051"/>
                  <a:gd name="connsiteY32" fmla="*/ 5352970 h 5672760"/>
                  <a:gd name="connsiteX33" fmla="*/ 1889489 w 5058051"/>
                  <a:gd name="connsiteY33" fmla="*/ 5386717 h 5672760"/>
                  <a:gd name="connsiteX34" fmla="*/ 2146551 w 5058051"/>
                  <a:gd name="connsiteY34" fmla="*/ 5668664 h 5672760"/>
                  <a:gd name="connsiteX35" fmla="*/ 2318741 w 5058051"/>
                  <a:gd name="connsiteY35" fmla="*/ 5518241 h 5672760"/>
                  <a:gd name="connsiteX36" fmla="*/ 2307399 w 5058051"/>
                  <a:gd name="connsiteY36" fmla="*/ 5384272 h 5672760"/>
                  <a:gd name="connsiteX37" fmla="*/ 2096270 w 5058051"/>
                  <a:gd name="connsiteY37" fmla="*/ 5357519 h 5672760"/>
                  <a:gd name="connsiteX38" fmla="*/ 2006237 w 5058051"/>
                  <a:gd name="connsiteY38" fmla="*/ 5352993 h 5672760"/>
                  <a:gd name="connsiteX39" fmla="*/ 2310115 w 5058051"/>
                  <a:gd name="connsiteY39" fmla="*/ 5380945 h 5672760"/>
                  <a:gd name="connsiteX40" fmla="*/ 2562491 w 5058051"/>
                  <a:gd name="connsiteY40" fmla="*/ 5421618 h 5672760"/>
                  <a:gd name="connsiteX41" fmla="*/ 3870642 w 5058051"/>
                  <a:gd name="connsiteY41" fmla="*/ 5559118 h 5672760"/>
                  <a:gd name="connsiteX42" fmla="*/ 4911725 w 5058051"/>
                  <a:gd name="connsiteY42" fmla="*/ 5180117 h 5672760"/>
                  <a:gd name="connsiteX43" fmla="*/ 5038547 w 5058051"/>
                  <a:gd name="connsiteY43" fmla="*/ 4467202 h 5672760"/>
                  <a:gd name="connsiteX44" fmla="*/ 4582152 w 5058051"/>
                  <a:gd name="connsiteY44" fmla="*/ 3234504 h 5672760"/>
                  <a:gd name="connsiteX45" fmla="*/ 4231434 w 5058051"/>
                  <a:gd name="connsiteY45" fmla="*/ 1321915 h 5672760"/>
                  <a:gd name="connsiteX46" fmla="*/ 3929073 w 5058051"/>
                  <a:gd name="connsiteY46" fmla="*/ 12195 h 5672760"/>
                  <a:gd name="connsiteX47" fmla="*/ 3528595 w 5058051"/>
                  <a:gd name="connsiteY47" fmla="*/ 232783 h 5672760"/>
                  <a:gd name="connsiteX48" fmla="*/ 3470594 w 5058051"/>
                  <a:gd name="connsiteY48" fmla="*/ 544946 h 5672760"/>
                  <a:gd name="connsiteX49" fmla="*/ 3335012 w 5058051"/>
                  <a:gd name="connsiteY49" fmla="*/ 792106 h 5672760"/>
                  <a:gd name="connsiteX50" fmla="*/ 2879613 w 5058051"/>
                  <a:gd name="connsiteY50" fmla="*/ 1125975 h 5672760"/>
                  <a:gd name="connsiteX51" fmla="*/ 1570013 w 5058051"/>
                  <a:gd name="connsiteY51" fmla="*/ 1411974 h 5672760"/>
                  <a:gd name="connsiteX52" fmla="*/ 481999 w 5058051"/>
                  <a:gd name="connsiteY52" fmla="*/ 1632358 h 5672760"/>
                  <a:gd name="connsiteX53" fmla="*/ 3645 w 5058051"/>
                  <a:gd name="connsiteY53" fmla="*/ 2244508 h 5672760"/>
                  <a:gd name="connsiteX54" fmla="*/ 487048 w 5058051"/>
                  <a:gd name="connsiteY54" fmla="*/ 3324111 h 5672760"/>
                  <a:gd name="connsiteX55" fmla="*/ 1466939 w 5058051"/>
                  <a:gd name="connsiteY55" fmla="*/ 4382982 h 5672760"/>
                  <a:gd name="connsiteX56" fmla="*/ 2100278 w 5058051"/>
                  <a:gd name="connsiteY56" fmla="*/ 5047642 h 5672760"/>
                  <a:gd name="connsiteX57" fmla="*/ 2310092 w 5058051"/>
                  <a:gd name="connsiteY57" fmla="*/ 5380968 h 567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058051" h="5672760">
                    <a:moveTo>
                      <a:pt x="2145849" y="5672761"/>
                    </a:moveTo>
                    <a:lnTo>
                      <a:pt x="2145080" y="5672173"/>
                    </a:lnTo>
                    <a:cubicBezTo>
                      <a:pt x="1948689" y="5521953"/>
                      <a:pt x="1866398" y="5430785"/>
                      <a:pt x="1886116" y="5385246"/>
                    </a:cubicBezTo>
                    <a:cubicBezTo>
                      <a:pt x="1909094" y="5332170"/>
                      <a:pt x="2068515" y="5344505"/>
                      <a:pt x="2306086" y="5380334"/>
                    </a:cubicBezTo>
                    <a:cubicBezTo>
                      <a:pt x="2276134" y="5292222"/>
                      <a:pt x="2207426" y="5183874"/>
                      <a:pt x="2097470" y="5049951"/>
                    </a:cubicBezTo>
                    <a:cubicBezTo>
                      <a:pt x="1938706" y="4856614"/>
                      <a:pt x="1708312" y="4627810"/>
                      <a:pt x="1464381" y="4385562"/>
                    </a:cubicBezTo>
                    <a:cubicBezTo>
                      <a:pt x="1137728" y="4061154"/>
                      <a:pt x="767495" y="3693492"/>
                      <a:pt x="484173" y="3326329"/>
                    </a:cubicBezTo>
                    <a:cubicBezTo>
                      <a:pt x="158380" y="2904143"/>
                      <a:pt x="0" y="2550266"/>
                      <a:pt x="0" y="2244463"/>
                    </a:cubicBezTo>
                    <a:cubicBezTo>
                      <a:pt x="0" y="2167486"/>
                      <a:pt x="11500" y="2095805"/>
                      <a:pt x="34184" y="2031412"/>
                    </a:cubicBezTo>
                    <a:cubicBezTo>
                      <a:pt x="55872" y="1969826"/>
                      <a:pt x="88540" y="1912789"/>
                      <a:pt x="131259" y="1861931"/>
                    </a:cubicBezTo>
                    <a:cubicBezTo>
                      <a:pt x="210336" y="1767775"/>
                      <a:pt x="324638" y="1691545"/>
                      <a:pt x="480664" y="1628917"/>
                    </a:cubicBezTo>
                    <a:cubicBezTo>
                      <a:pt x="771389" y="1512241"/>
                      <a:pt x="1159099" y="1461745"/>
                      <a:pt x="1569560" y="1408307"/>
                    </a:cubicBezTo>
                    <a:cubicBezTo>
                      <a:pt x="2031660" y="1348147"/>
                      <a:pt x="2509494" y="1285927"/>
                      <a:pt x="2878164" y="1122580"/>
                    </a:cubicBezTo>
                    <a:cubicBezTo>
                      <a:pt x="3295304" y="937776"/>
                      <a:pt x="3506862" y="646435"/>
                      <a:pt x="3524973" y="231923"/>
                    </a:cubicBezTo>
                    <a:lnTo>
                      <a:pt x="3524973" y="231243"/>
                    </a:lnTo>
                    <a:cubicBezTo>
                      <a:pt x="3524973" y="231243"/>
                      <a:pt x="3525471" y="230746"/>
                      <a:pt x="3525471" y="230746"/>
                    </a:cubicBezTo>
                    <a:cubicBezTo>
                      <a:pt x="3697185" y="45874"/>
                      <a:pt x="3829621" y="-26758"/>
                      <a:pt x="3930340" y="8709"/>
                    </a:cubicBezTo>
                    <a:cubicBezTo>
                      <a:pt x="4029633" y="43656"/>
                      <a:pt x="4098206" y="181993"/>
                      <a:pt x="4146200" y="444045"/>
                    </a:cubicBezTo>
                    <a:cubicBezTo>
                      <a:pt x="4189236" y="679118"/>
                      <a:pt x="4211535" y="991214"/>
                      <a:pt x="4235147" y="1321620"/>
                    </a:cubicBezTo>
                    <a:cubicBezTo>
                      <a:pt x="4283435" y="1997575"/>
                      <a:pt x="4338176" y="2763724"/>
                      <a:pt x="4585457" y="3232762"/>
                    </a:cubicBezTo>
                    <a:cubicBezTo>
                      <a:pt x="4716648" y="3481619"/>
                      <a:pt x="4821873" y="3713659"/>
                      <a:pt x="4898210" y="3922387"/>
                    </a:cubicBezTo>
                    <a:cubicBezTo>
                      <a:pt x="4970880" y="4121178"/>
                      <a:pt x="5019349" y="4304285"/>
                      <a:pt x="5042260" y="4466659"/>
                    </a:cubicBezTo>
                    <a:cubicBezTo>
                      <a:pt x="5063970" y="4620613"/>
                      <a:pt x="5063291" y="4760149"/>
                      <a:pt x="5040245" y="4881398"/>
                    </a:cubicBezTo>
                    <a:cubicBezTo>
                      <a:pt x="5018512" y="4995721"/>
                      <a:pt x="4976291" y="5096961"/>
                      <a:pt x="4914759" y="5182267"/>
                    </a:cubicBezTo>
                    <a:cubicBezTo>
                      <a:pt x="4865475" y="5250575"/>
                      <a:pt x="4802562" y="5310419"/>
                      <a:pt x="4727719" y="5360168"/>
                    </a:cubicBezTo>
                    <a:cubicBezTo>
                      <a:pt x="4657516" y="5406838"/>
                      <a:pt x="4574817" y="5445927"/>
                      <a:pt x="4481954" y="5476346"/>
                    </a:cubicBezTo>
                    <a:cubicBezTo>
                      <a:pt x="4316556" y="5530531"/>
                      <a:pt x="4110906" y="5559615"/>
                      <a:pt x="3870733" y="5562784"/>
                    </a:cubicBezTo>
                    <a:cubicBezTo>
                      <a:pt x="3428849" y="5568669"/>
                      <a:pt x="2948140" y="5489112"/>
                      <a:pt x="2561925" y="5425217"/>
                    </a:cubicBezTo>
                    <a:cubicBezTo>
                      <a:pt x="2471846" y="5410324"/>
                      <a:pt x="2387698" y="5396404"/>
                      <a:pt x="2311428" y="5384838"/>
                    </a:cubicBezTo>
                    <a:cubicBezTo>
                      <a:pt x="2328022" y="5435991"/>
                      <a:pt x="2331509" y="5480398"/>
                      <a:pt x="2322317" y="5519056"/>
                    </a:cubicBezTo>
                    <a:cubicBezTo>
                      <a:pt x="2305723" y="5589039"/>
                      <a:pt x="2248289" y="5639218"/>
                      <a:pt x="2146777" y="5672422"/>
                    </a:cubicBezTo>
                    <a:lnTo>
                      <a:pt x="2145849" y="5672716"/>
                    </a:lnTo>
                    <a:close/>
                    <a:moveTo>
                      <a:pt x="2006237" y="5352970"/>
                    </a:moveTo>
                    <a:cubicBezTo>
                      <a:pt x="1936962" y="5352970"/>
                      <a:pt x="1899292" y="5364038"/>
                      <a:pt x="1889489" y="5386717"/>
                    </a:cubicBezTo>
                    <a:cubicBezTo>
                      <a:pt x="1870586" y="5430377"/>
                      <a:pt x="1952266" y="5519984"/>
                      <a:pt x="2146551" y="5668664"/>
                    </a:cubicBezTo>
                    <a:cubicBezTo>
                      <a:pt x="2246184" y="5635868"/>
                      <a:pt x="2302509" y="5586662"/>
                      <a:pt x="2318741" y="5518241"/>
                    </a:cubicBezTo>
                    <a:cubicBezTo>
                      <a:pt x="2327864" y="5479764"/>
                      <a:pt x="2324264" y="5435470"/>
                      <a:pt x="2307399" y="5384272"/>
                    </a:cubicBezTo>
                    <a:cubicBezTo>
                      <a:pt x="2227484" y="5372186"/>
                      <a:pt x="2156354" y="5362748"/>
                      <a:pt x="2096270" y="5357519"/>
                    </a:cubicBezTo>
                    <a:cubicBezTo>
                      <a:pt x="2061815" y="5354509"/>
                      <a:pt x="2031864" y="5352993"/>
                      <a:pt x="2006237" y="5352993"/>
                    </a:cubicBezTo>
                    <a:close/>
                    <a:moveTo>
                      <a:pt x="2310115" y="5380945"/>
                    </a:moveTo>
                    <a:cubicBezTo>
                      <a:pt x="2386837" y="5392556"/>
                      <a:pt x="2471619" y="5406589"/>
                      <a:pt x="2562491" y="5421618"/>
                    </a:cubicBezTo>
                    <a:cubicBezTo>
                      <a:pt x="2948570" y="5485467"/>
                      <a:pt x="3429075" y="5564957"/>
                      <a:pt x="3870642" y="5559118"/>
                    </a:cubicBezTo>
                    <a:cubicBezTo>
                      <a:pt x="4392168" y="5552237"/>
                      <a:pt x="4732699" y="5428272"/>
                      <a:pt x="4911725" y="5180117"/>
                    </a:cubicBezTo>
                    <a:cubicBezTo>
                      <a:pt x="5037936" y="5005181"/>
                      <a:pt x="5080610" y="4765310"/>
                      <a:pt x="5038547" y="4467202"/>
                    </a:cubicBezTo>
                    <a:cubicBezTo>
                      <a:pt x="4991662" y="4134758"/>
                      <a:pt x="4838104" y="3720019"/>
                      <a:pt x="4582152" y="3234504"/>
                    </a:cubicBezTo>
                    <a:cubicBezTo>
                      <a:pt x="4334508" y="2764765"/>
                      <a:pt x="4279745" y="1998231"/>
                      <a:pt x="4231434" y="1321915"/>
                    </a:cubicBezTo>
                    <a:cubicBezTo>
                      <a:pt x="4184119" y="659586"/>
                      <a:pt x="4143234" y="87588"/>
                      <a:pt x="3929073" y="12195"/>
                    </a:cubicBezTo>
                    <a:cubicBezTo>
                      <a:pt x="3829961" y="-22684"/>
                      <a:pt x="3698973" y="49473"/>
                      <a:pt x="3528595" y="232783"/>
                    </a:cubicBezTo>
                    <a:cubicBezTo>
                      <a:pt x="3523614" y="345521"/>
                      <a:pt x="3504100" y="450541"/>
                      <a:pt x="3470594" y="544946"/>
                    </a:cubicBezTo>
                    <a:cubicBezTo>
                      <a:pt x="3438697" y="634870"/>
                      <a:pt x="3393080" y="718026"/>
                      <a:pt x="3335012" y="792106"/>
                    </a:cubicBezTo>
                    <a:cubicBezTo>
                      <a:pt x="3228293" y="928270"/>
                      <a:pt x="3079331" y="1037477"/>
                      <a:pt x="2879613" y="1125975"/>
                    </a:cubicBezTo>
                    <a:cubicBezTo>
                      <a:pt x="2510467" y="1289526"/>
                      <a:pt x="2032362" y="1351791"/>
                      <a:pt x="1570013" y="1411974"/>
                    </a:cubicBezTo>
                    <a:cubicBezTo>
                      <a:pt x="1159778" y="1465389"/>
                      <a:pt x="772295" y="1515840"/>
                      <a:pt x="481999" y="1632358"/>
                    </a:cubicBezTo>
                    <a:cubicBezTo>
                      <a:pt x="155641" y="1763339"/>
                      <a:pt x="3645" y="1957853"/>
                      <a:pt x="3645" y="2244508"/>
                    </a:cubicBezTo>
                    <a:cubicBezTo>
                      <a:pt x="3645" y="2549451"/>
                      <a:pt x="161776" y="2902604"/>
                      <a:pt x="487048" y="3324111"/>
                    </a:cubicBezTo>
                    <a:cubicBezTo>
                      <a:pt x="770212" y="3691071"/>
                      <a:pt x="1140376" y="4058664"/>
                      <a:pt x="1466939" y="4382982"/>
                    </a:cubicBezTo>
                    <a:cubicBezTo>
                      <a:pt x="1710938" y="4625298"/>
                      <a:pt x="1941399" y="4854170"/>
                      <a:pt x="2100278" y="5047642"/>
                    </a:cubicBezTo>
                    <a:cubicBezTo>
                      <a:pt x="2211162" y="5182674"/>
                      <a:pt x="2280255" y="5291972"/>
                      <a:pt x="2310092" y="5380968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ED1CEA4A-9CC2-9A5E-B4AC-BE6C4672054A}"/>
                  </a:ext>
                </a:extLst>
              </p:cNvPr>
              <p:cNvSpPr/>
              <p:nvPr/>
            </p:nvSpPr>
            <p:spPr>
              <a:xfrm>
                <a:off x="3936703" y="182857"/>
                <a:ext cx="5035073" cy="5635239"/>
              </a:xfrm>
              <a:custGeom>
                <a:avLst/>
                <a:gdLst>
                  <a:gd name="connsiteX0" fmla="*/ 2100572 w 5035073"/>
                  <a:gd name="connsiteY0" fmla="*/ 5635239 h 5635239"/>
                  <a:gd name="connsiteX1" fmla="*/ 2099938 w 5035073"/>
                  <a:gd name="connsiteY1" fmla="*/ 5634696 h 5635239"/>
                  <a:gd name="connsiteX2" fmla="*/ 1832010 w 5035073"/>
                  <a:gd name="connsiteY2" fmla="*/ 5308251 h 5635239"/>
                  <a:gd name="connsiteX3" fmla="*/ 2205343 w 5035073"/>
                  <a:gd name="connsiteY3" fmla="*/ 5295146 h 5635239"/>
                  <a:gd name="connsiteX4" fmla="*/ 2074854 w 5035073"/>
                  <a:gd name="connsiteY4" fmla="*/ 5108758 h 5635239"/>
                  <a:gd name="connsiteX5" fmla="*/ 1482039 w 5035073"/>
                  <a:gd name="connsiteY5" fmla="*/ 4449439 h 5635239"/>
                  <a:gd name="connsiteX6" fmla="*/ 494971 w 5035073"/>
                  <a:gd name="connsiteY6" fmla="*/ 3317281 h 5635239"/>
                  <a:gd name="connsiteX7" fmla="*/ 0 w 5035073"/>
                  <a:gd name="connsiteY7" fmla="*/ 2184647 h 5635239"/>
                  <a:gd name="connsiteX8" fmla="*/ 34818 w 5035073"/>
                  <a:gd name="connsiteY8" fmla="*/ 1967997 h 5635239"/>
                  <a:gd name="connsiteX9" fmla="*/ 133704 w 5035073"/>
                  <a:gd name="connsiteY9" fmla="*/ 1794555 h 5635239"/>
                  <a:gd name="connsiteX10" fmla="*/ 489470 w 5035073"/>
                  <a:gd name="connsiteY10" fmla="*/ 1552692 h 5635239"/>
                  <a:gd name="connsiteX11" fmla="*/ 1596590 w 5035073"/>
                  <a:gd name="connsiteY11" fmla="*/ 1311960 h 5635239"/>
                  <a:gd name="connsiteX12" fmla="*/ 2866233 w 5035073"/>
                  <a:gd name="connsiteY12" fmla="*/ 1026980 h 5635239"/>
                  <a:gd name="connsiteX13" fmla="*/ 3552569 w 5035073"/>
                  <a:gd name="connsiteY13" fmla="*/ 223938 h 5635239"/>
                  <a:gd name="connsiteX14" fmla="*/ 3552660 w 5035073"/>
                  <a:gd name="connsiteY14" fmla="*/ 223281 h 5635239"/>
                  <a:gd name="connsiteX15" fmla="*/ 3553135 w 5035073"/>
                  <a:gd name="connsiteY15" fmla="*/ 222829 h 5635239"/>
                  <a:gd name="connsiteX16" fmla="*/ 3986394 w 5035073"/>
                  <a:gd name="connsiteY16" fmla="*/ 11724 h 5635239"/>
                  <a:gd name="connsiteX17" fmla="*/ 4174883 w 5035073"/>
                  <a:gd name="connsiteY17" fmla="*/ 436038 h 5635239"/>
                  <a:gd name="connsiteX18" fmla="*/ 4218349 w 5035073"/>
                  <a:gd name="connsiteY18" fmla="*/ 1273393 h 5635239"/>
                  <a:gd name="connsiteX19" fmla="*/ 4510750 w 5035073"/>
                  <a:gd name="connsiteY19" fmla="*/ 3224935 h 5635239"/>
                  <a:gd name="connsiteX20" fmla="*/ 4849560 w 5035073"/>
                  <a:gd name="connsiteY20" fmla="*/ 3931535 h 5635239"/>
                  <a:gd name="connsiteX21" fmla="*/ 5012218 w 5035073"/>
                  <a:gd name="connsiteY21" fmla="*/ 4484498 h 5635239"/>
                  <a:gd name="connsiteX22" fmla="*/ 5022292 w 5035073"/>
                  <a:gd name="connsiteY22" fmla="*/ 4900913 h 5635239"/>
                  <a:gd name="connsiteX23" fmla="*/ 4903213 w 5035073"/>
                  <a:gd name="connsiteY23" fmla="*/ 5197685 h 5635239"/>
                  <a:gd name="connsiteX24" fmla="*/ 4723553 w 5035073"/>
                  <a:gd name="connsiteY24" fmla="*/ 5364812 h 5635239"/>
                  <a:gd name="connsiteX25" fmla="*/ 4485191 w 5035073"/>
                  <a:gd name="connsiteY25" fmla="*/ 5470693 h 5635239"/>
                  <a:gd name="connsiteX26" fmla="*/ 3886466 w 5035073"/>
                  <a:gd name="connsiteY26" fmla="*/ 5537892 h 5635239"/>
                  <a:gd name="connsiteX27" fmla="*/ 2577840 w 5035073"/>
                  <a:gd name="connsiteY27" fmla="*/ 5366080 h 5635239"/>
                  <a:gd name="connsiteX28" fmla="*/ 2212678 w 5035073"/>
                  <a:gd name="connsiteY28" fmla="*/ 5300216 h 5635239"/>
                  <a:gd name="connsiteX29" fmla="*/ 2271675 w 5035073"/>
                  <a:gd name="connsiteY29" fmla="*/ 5533750 h 5635239"/>
                  <a:gd name="connsiteX30" fmla="*/ 2101477 w 5035073"/>
                  <a:gd name="connsiteY30" fmla="*/ 5635081 h 5635239"/>
                  <a:gd name="connsiteX31" fmla="*/ 2100640 w 5035073"/>
                  <a:gd name="connsiteY31" fmla="*/ 5635194 h 5635239"/>
                  <a:gd name="connsiteX32" fmla="*/ 1956069 w 5035073"/>
                  <a:gd name="connsiteY32" fmla="*/ 5273440 h 5635239"/>
                  <a:gd name="connsiteX33" fmla="*/ 1835428 w 5035073"/>
                  <a:gd name="connsiteY33" fmla="*/ 5309858 h 5635239"/>
                  <a:gd name="connsiteX34" fmla="*/ 1880388 w 5035073"/>
                  <a:gd name="connsiteY34" fmla="*/ 5421736 h 5635239"/>
                  <a:gd name="connsiteX35" fmla="*/ 2101726 w 5035073"/>
                  <a:gd name="connsiteY35" fmla="*/ 5631279 h 5635239"/>
                  <a:gd name="connsiteX36" fmla="*/ 2268098 w 5035073"/>
                  <a:gd name="connsiteY36" fmla="*/ 5532573 h 5635239"/>
                  <a:gd name="connsiteX37" fmla="*/ 2207947 w 5035073"/>
                  <a:gd name="connsiteY37" fmla="*/ 5299537 h 5635239"/>
                  <a:gd name="connsiteX38" fmla="*/ 1956115 w 5035073"/>
                  <a:gd name="connsiteY38" fmla="*/ 5273463 h 5635239"/>
                  <a:gd name="connsiteX39" fmla="*/ 2210097 w 5035073"/>
                  <a:gd name="connsiteY39" fmla="*/ 5295893 h 5635239"/>
                  <a:gd name="connsiteX40" fmla="*/ 2578496 w 5035073"/>
                  <a:gd name="connsiteY40" fmla="*/ 5362413 h 5635239"/>
                  <a:gd name="connsiteX41" fmla="*/ 3886489 w 5035073"/>
                  <a:gd name="connsiteY41" fmla="*/ 5534157 h 5635239"/>
                  <a:gd name="connsiteX42" fmla="*/ 4900134 w 5035073"/>
                  <a:gd name="connsiteY42" fmla="*/ 5195490 h 5635239"/>
                  <a:gd name="connsiteX43" fmla="*/ 5008483 w 5035073"/>
                  <a:gd name="connsiteY43" fmla="*/ 4485155 h 5635239"/>
                  <a:gd name="connsiteX44" fmla="*/ 4507422 w 5035073"/>
                  <a:gd name="connsiteY44" fmla="*/ 3226768 h 5635239"/>
                  <a:gd name="connsiteX45" fmla="*/ 4268562 w 5035073"/>
                  <a:gd name="connsiteY45" fmla="*/ 2328348 h 5635239"/>
                  <a:gd name="connsiteX46" fmla="*/ 4214546 w 5035073"/>
                  <a:gd name="connsiteY46" fmla="*/ 1273506 h 5635239"/>
                  <a:gd name="connsiteX47" fmla="*/ 4171102 w 5035073"/>
                  <a:gd name="connsiteY47" fmla="*/ 436581 h 5635239"/>
                  <a:gd name="connsiteX48" fmla="*/ 3984922 w 5035073"/>
                  <a:gd name="connsiteY48" fmla="*/ 15233 h 5635239"/>
                  <a:gd name="connsiteX49" fmla="*/ 3556169 w 5035073"/>
                  <a:gd name="connsiteY49" fmla="*/ 225115 h 5635239"/>
                  <a:gd name="connsiteX50" fmla="*/ 3475892 w 5035073"/>
                  <a:gd name="connsiteY50" fmla="*/ 502490 h 5635239"/>
                  <a:gd name="connsiteX51" fmla="*/ 3327201 w 5035073"/>
                  <a:gd name="connsiteY51" fmla="*/ 724277 h 5635239"/>
                  <a:gd name="connsiteX52" fmla="*/ 2867660 w 5035073"/>
                  <a:gd name="connsiteY52" fmla="*/ 1030466 h 5635239"/>
                  <a:gd name="connsiteX53" fmla="*/ 1597111 w 5035073"/>
                  <a:gd name="connsiteY53" fmla="*/ 1315718 h 5635239"/>
                  <a:gd name="connsiteX54" fmla="*/ 490896 w 5035073"/>
                  <a:gd name="connsiteY54" fmla="*/ 1556200 h 5635239"/>
                  <a:gd name="connsiteX55" fmla="*/ 3758 w 5035073"/>
                  <a:gd name="connsiteY55" fmla="*/ 2184669 h 5635239"/>
                  <a:gd name="connsiteX56" fmla="*/ 498005 w 5035073"/>
                  <a:gd name="connsiteY56" fmla="*/ 3315062 h 5635239"/>
                  <a:gd name="connsiteX57" fmla="*/ 1484778 w 5035073"/>
                  <a:gd name="connsiteY57" fmla="*/ 4446859 h 5635239"/>
                  <a:gd name="connsiteX58" fmla="*/ 2077820 w 5035073"/>
                  <a:gd name="connsiteY58" fmla="*/ 5106449 h 5635239"/>
                  <a:gd name="connsiteX59" fmla="*/ 2210075 w 5035073"/>
                  <a:gd name="connsiteY59" fmla="*/ 5295915 h 563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035073" h="5635239">
                    <a:moveTo>
                      <a:pt x="2100572" y="5635239"/>
                    </a:moveTo>
                    <a:lnTo>
                      <a:pt x="2099938" y="5634696"/>
                    </a:lnTo>
                    <a:cubicBezTo>
                      <a:pt x="1893043" y="5463224"/>
                      <a:pt x="1807899" y="5359493"/>
                      <a:pt x="1832010" y="5308251"/>
                    </a:cubicBezTo>
                    <a:cubicBezTo>
                      <a:pt x="1856912" y="5255311"/>
                      <a:pt x="1995393" y="5262010"/>
                      <a:pt x="2205343" y="5295146"/>
                    </a:cubicBezTo>
                    <a:cubicBezTo>
                      <a:pt x="2173242" y="5240735"/>
                      <a:pt x="2129866" y="5178854"/>
                      <a:pt x="2074854" y="5108758"/>
                    </a:cubicBezTo>
                    <a:cubicBezTo>
                      <a:pt x="1928790" y="4922573"/>
                      <a:pt x="1711776" y="4692751"/>
                      <a:pt x="1482039" y="4449439"/>
                    </a:cubicBezTo>
                    <a:cubicBezTo>
                      <a:pt x="1154548" y="4102623"/>
                      <a:pt x="783365" y="3709544"/>
                      <a:pt x="494971" y="3317281"/>
                    </a:cubicBezTo>
                    <a:cubicBezTo>
                      <a:pt x="161912" y="2864268"/>
                      <a:pt x="0" y="2493777"/>
                      <a:pt x="0" y="2184647"/>
                    </a:cubicBezTo>
                    <a:cubicBezTo>
                      <a:pt x="0" y="2106583"/>
                      <a:pt x="11727" y="2033680"/>
                      <a:pt x="34818" y="1967997"/>
                    </a:cubicBezTo>
                    <a:cubicBezTo>
                      <a:pt x="56914" y="1905189"/>
                      <a:pt x="90192" y="1846839"/>
                      <a:pt x="133704" y="1794555"/>
                    </a:cubicBezTo>
                    <a:cubicBezTo>
                      <a:pt x="214252" y="1697796"/>
                      <a:pt x="330615" y="1618692"/>
                      <a:pt x="489470" y="1552692"/>
                    </a:cubicBezTo>
                    <a:cubicBezTo>
                      <a:pt x="785380" y="1429769"/>
                      <a:pt x="1179405" y="1372528"/>
                      <a:pt x="1596590" y="1311960"/>
                    </a:cubicBezTo>
                    <a:cubicBezTo>
                      <a:pt x="2042006" y="1247273"/>
                      <a:pt x="2502566" y="1180391"/>
                      <a:pt x="2866233" y="1026980"/>
                    </a:cubicBezTo>
                    <a:cubicBezTo>
                      <a:pt x="3277328" y="853538"/>
                      <a:pt x="3501836" y="590875"/>
                      <a:pt x="3552569" y="223938"/>
                    </a:cubicBezTo>
                    <a:lnTo>
                      <a:pt x="3552660" y="223281"/>
                    </a:lnTo>
                    <a:lnTo>
                      <a:pt x="3553135" y="222829"/>
                    </a:lnTo>
                    <a:cubicBezTo>
                      <a:pt x="3743571" y="39134"/>
                      <a:pt x="3885289" y="-29922"/>
                      <a:pt x="3986394" y="11724"/>
                    </a:cubicBezTo>
                    <a:cubicBezTo>
                      <a:pt x="4081227" y="50790"/>
                      <a:pt x="4141128" y="185641"/>
                      <a:pt x="4174883" y="436038"/>
                    </a:cubicBezTo>
                    <a:cubicBezTo>
                      <a:pt x="4205196" y="660926"/>
                      <a:pt x="4211580" y="958423"/>
                      <a:pt x="4218349" y="1273393"/>
                    </a:cubicBezTo>
                    <a:cubicBezTo>
                      <a:pt x="4233246" y="1966413"/>
                      <a:pt x="4250111" y="2751892"/>
                      <a:pt x="4510750" y="3224935"/>
                    </a:cubicBezTo>
                    <a:cubicBezTo>
                      <a:pt x="4651721" y="3480786"/>
                      <a:pt x="4765706" y="3718530"/>
                      <a:pt x="4849560" y="3931535"/>
                    </a:cubicBezTo>
                    <a:cubicBezTo>
                      <a:pt x="4929429" y="4134401"/>
                      <a:pt x="4984147" y="4320450"/>
                      <a:pt x="5012218" y="4484498"/>
                    </a:cubicBezTo>
                    <a:cubicBezTo>
                      <a:pt x="5038841" y="4640060"/>
                      <a:pt x="5042214" y="4780162"/>
                      <a:pt x="5022292" y="4900913"/>
                    </a:cubicBezTo>
                    <a:cubicBezTo>
                      <a:pt x="5003503" y="5014783"/>
                      <a:pt x="4963432" y="5114620"/>
                      <a:pt x="4903213" y="5197685"/>
                    </a:cubicBezTo>
                    <a:cubicBezTo>
                      <a:pt x="4856238" y="5262463"/>
                      <a:pt x="4795793" y="5318707"/>
                      <a:pt x="4723553" y="5364812"/>
                    </a:cubicBezTo>
                    <a:cubicBezTo>
                      <a:pt x="4655705" y="5408133"/>
                      <a:pt x="4575496" y="5443758"/>
                      <a:pt x="4485191" y="5470693"/>
                    </a:cubicBezTo>
                    <a:cubicBezTo>
                      <a:pt x="4324026" y="5518789"/>
                      <a:pt x="4122565" y="5541400"/>
                      <a:pt x="3886466" y="5537892"/>
                    </a:cubicBezTo>
                    <a:cubicBezTo>
                      <a:pt x="3451125" y="5531441"/>
                      <a:pt x="2966907" y="5439752"/>
                      <a:pt x="2577840" y="5366080"/>
                    </a:cubicBezTo>
                    <a:cubicBezTo>
                      <a:pt x="2444091" y="5340753"/>
                      <a:pt x="2319873" y="5317236"/>
                      <a:pt x="2212678" y="5300216"/>
                    </a:cubicBezTo>
                    <a:cubicBezTo>
                      <a:pt x="2271992" y="5402747"/>
                      <a:pt x="2290850" y="5478795"/>
                      <a:pt x="2271675" y="5533750"/>
                    </a:cubicBezTo>
                    <a:cubicBezTo>
                      <a:pt x="2252636" y="5588252"/>
                      <a:pt x="2196967" y="5621387"/>
                      <a:pt x="2101477" y="5635081"/>
                    </a:cubicBezTo>
                    <a:lnTo>
                      <a:pt x="2100640" y="5635194"/>
                    </a:lnTo>
                    <a:close/>
                    <a:moveTo>
                      <a:pt x="1956069" y="5273440"/>
                    </a:moveTo>
                    <a:cubicBezTo>
                      <a:pt x="1890100" y="5273440"/>
                      <a:pt x="1847540" y="5284100"/>
                      <a:pt x="1835428" y="5309858"/>
                    </a:cubicBezTo>
                    <a:cubicBezTo>
                      <a:pt x="1824086" y="5333963"/>
                      <a:pt x="1838779" y="5370562"/>
                      <a:pt x="1880388" y="5421736"/>
                    </a:cubicBezTo>
                    <a:cubicBezTo>
                      <a:pt x="1924081" y="5475468"/>
                      <a:pt x="1996479" y="5544026"/>
                      <a:pt x="2101726" y="5631279"/>
                    </a:cubicBezTo>
                    <a:cubicBezTo>
                      <a:pt x="2195201" y="5617744"/>
                      <a:pt x="2249625" y="5585445"/>
                      <a:pt x="2268098" y="5532573"/>
                    </a:cubicBezTo>
                    <a:cubicBezTo>
                      <a:pt x="2287114" y="5478161"/>
                      <a:pt x="2267871" y="5402271"/>
                      <a:pt x="2207947" y="5299537"/>
                    </a:cubicBezTo>
                    <a:cubicBezTo>
                      <a:pt x="2106299" y="5283512"/>
                      <a:pt x="2020159" y="5273463"/>
                      <a:pt x="1956115" y="5273463"/>
                    </a:cubicBezTo>
                    <a:close/>
                    <a:moveTo>
                      <a:pt x="2210097" y="5295893"/>
                    </a:moveTo>
                    <a:cubicBezTo>
                      <a:pt x="2316567" y="5312823"/>
                      <a:pt x="2441193" y="5336407"/>
                      <a:pt x="2578496" y="5362413"/>
                    </a:cubicBezTo>
                    <a:cubicBezTo>
                      <a:pt x="2967428" y="5436063"/>
                      <a:pt x="3451465" y="5527707"/>
                      <a:pt x="3886489" y="5534157"/>
                    </a:cubicBezTo>
                    <a:cubicBezTo>
                      <a:pt x="4397851" y="5541740"/>
                      <a:pt x="4729394" y="5430948"/>
                      <a:pt x="4900134" y="5195490"/>
                    </a:cubicBezTo>
                    <a:cubicBezTo>
                      <a:pt x="5023560" y="5025262"/>
                      <a:pt x="5060009" y="4786273"/>
                      <a:pt x="5008483" y="4485155"/>
                    </a:cubicBezTo>
                    <a:cubicBezTo>
                      <a:pt x="4951026" y="4149294"/>
                      <a:pt x="4782436" y="3725909"/>
                      <a:pt x="4507422" y="3226768"/>
                    </a:cubicBezTo>
                    <a:cubicBezTo>
                      <a:pt x="4391014" y="3015483"/>
                      <a:pt x="4312888" y="2721608"/>
                      <a:pt x="4268562" y="2328348"/>
                    </a:cubicBezTo>
                    <a:cubicBezTo>
                      <a:pt x="4229827" y="1984678"/>
                      <a:pt x="4221722" y="1606854"/>
                      <a:pt x="4214546" y="1273506"/>
                    </a:cubicBezTo>
                    <a:cubicBezTo>
                      <a:pt x="4207777" y="958649"/>
                      <a:pt x="4201393" y="661243"/>
                      <a:pt x="4171102" y="436581"/>
                    </a:cubicBezTo>
                    <a:cubicBezTo>
                      <a:pt x="4137552" y="187633"/>
                      <a:pt x="4078397" y="53755"/>
                      <a:pt x="3984922" y="15233"/>
                    </a:cubicBezTo>
                    <a:cubicBezTo>
                      <a:pt x="3885425" y="-25757"/>
                      <a:pt x="3745156" y="42891"/>
                      <a:pt x="3556169" y="225115"/>
                    </a:cubicBezTo>
                    <a:cubicBezTo>
                      <a:pt x="3542314" y="324906"/>
                      <a:pt x="3515306" y="418225"/>
                      <a:pt x="3475892" y="502490"/>
                    </a:cubicBezTo>
                    <a:cubicBezTo>
                      <a:pt x="3438334" y="582772"/>
                      <a:pt x="3388326" y="657372"/>
                      <a:pt x="3327201" y="724277"/>
                    </a:cubicBezTo>
                    <a:cubicBezTo>
                      <a:pt x="3214869" y="847246"/>
                      <a:pt x="3064548" y="947400"/>
                      <a:pt x="2867660" y="1030466"/>
                    </a:cubicBezTo>
                    <a:cubicBezTo>
                      <a:pt x="2503562" y="1184080"/>
                      <a:pt x="2042753" y="1250985"/>
                      <a:pt x="1597111" y="1315718"/>
                    </a:cubicBezTo>
                    <a:cubicBezTo>
                      <a:pt x="1180175" y="1376263"/>
                      <a:pt x="786376" y="1433458"/>
                      <a:pt x="490896" y="1556200"/>
                    </a:cubicBezTo>
                    <a:cubicBezTo>
                      <a:pt x="158538" y="1694266"/>
                      <a:pt x="3758" y="1893985"/>
                      <a:pt x="3758" y="2184669"/>
                    </a:cubicBezTo>
                    <a:cubicBezTo>
                      <a:pt x="3758" y="2492962"/>
                      <a:pt x="165421" y="2862729"/>
                      <a:pt x="498005" y="3315062"/>
                    </a:cubicBezTo>
                    <a:cubicBezTo>
                      <a:pt x="786263" y="3707123"/>
                      <a:pt x="1157355" y="4100134"/>
                      <a:pt x="1484778" y="4446859"/>
                    </a:cubicBezTo>
                    <a:cubicBezTo>
                      <a:pt x="1714605" y="4690239"/>
                      <a:pt x="1931665" y="4920129"/>
                      <a:pt x="2077820" y="5106449"/>
                    </a:cubicBezTo>
                    <a:cubicBezTo>
                      <a:pt x="2133760" y="5177768"/>
                      <a:pt x="2177724" y="5240644"/>
                      <a:pt x="2210075" y="529591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C46B9911-FD86-D874-04C3-C014D289B8A0}"/>
                  </a:ext>
                </a:extLst>
              </p:cNvPr>
              <p:cNvSpPr/>
              <p:nvPr/>
            </p:nvSpPr>
            <p:spPr>
              <a:xfrm>
                <a:off x="3981799" y="190532"/>
                <a:ext cx="5014680" cy="5598524"/>
              </a:xfrm>
              <a:custGeom>
                <a:avLst/>
                <a:gdLst>
                  <a:gd name="connsiteX0" fmla="*/ 2081963 w 5014680"/>
                  <a:gd name="connsiteY0" fmla="*/ 5598502 h 5598524"/>
                  <a:gd name="connsiteX1" fmla="*/ 2055951 w 5014680"/>
                  <a:gd name="connsiteY1" fmla="*/ 5597846 h 5598524"/>
                  <a:gd name="connsiteX2" fmla="*/ 2055272 w 5014680"/>
                  <a:gd name="connsiteY2" fmla="*/ 5597846 h 5598524"/>
                  <a:gd name="connsiteX3" fmla="*/ 2054774 w 5014680"/>
                  <a:gd name="connsiteY3" fmla="*/ 5597370 h 5598524"/>
                  <a:gd name="connsiteX4" fmla="*/ 1778220 w 5014680"/>
                  <a:gd name="connsiteY4" fmla="*/ 5230750 h 5598524"/>
                  <a:gd name="connsiteX5" fmla="*/ 2040625 w 5014680"/>
                  <a:gd name="connsiteY5" fmla="*/ 5199471 h 5598524"/>
                  <a:gd name="connsiteX6" fmla="*/ 2078341 w 5014680"/>
                  <a:gd name="connsiteY6" fmla="*/ 5204608 h 5598524"/>
                  <a:gd name="connsiteX7" fmla="*/ 1504044 w 5014680"/>
                  <a:gd name="connsiteY7" fmla="*/ 4524852 h 5598524"/>
                  <a:gd name="connsiteX8" fmla="*/ 508328 w 5014680"/>
                  <a:gd name="connsiteY8" fmla="*/ 3315173 h 5598524"/>
                  <a:gd name="connsiteX9" fmla="*/ 0 w 5014680"/>
                  <a:gd name="connsiteY9" fmla="*/ 2124936 h 5598524"/>
                  <a:gd name="connsiteX10" fmla="*/ 1633016 w 5014680"/>
                  <a:gd name="connsiteY10" fmla="*/ 1212302 h 5598524"/>
                  <a:gd name="connsiteX11" fmla="*/ 2859827 w 5014680"/>
                  <a:gd name="connsiteY11" fmla="*/ 930875 h 5598524"/>
                  <a:gd name="connsiteX12" fmla="*/ 3580143 w 5014680"/>
                  <a:gd name="connsiteY12" fmla="*/ 216013 h 5598524"/>
                  <a:gd name="connsiteX13" fmla="*/ 3580301 w 5014680"/>
                  <a:gd name="connsiteY13" fmla="*/ 215425 h 5598524"/>
                  <a:gd name="connsiteX14" fmla="*/ 3580754 w 5014680"/>
                  <a:gd name="connsiteY14" fmla="*/ 215040 h 5598524"/>
                  <a:gd name="connsiteX15" fmla="*/ 4042197 w 5014680"/>
                  <a:gd name="connsiteY15" fmla="*/ 15094 h 5598524"/>
                  <a:gd name="connsiteX16" fmla="*/ 4205400 w 5014680"/>
                  <a:gd name="connsiteY16" fmla="*/ 431418 h 5598524"/>
                  <a:gd name="connsiteX17" fmla="*/ 4206894 w 5014680"/>
                  <a:gd name="connsiteY17" fmla="*/ 1235682 h 5598524"/>
                  <a:gd name="connsiteX18" fmla="*/ 4435975 w 5014680"/>
                  <a:gd name="connsiteY18" fmla="*/ 3217260 h 5598524"/>
                  <a:gd name="connsiteX19" fmla="*/ 4801566 w 5014680"/>
                  <a:gd name="connsiteY19" fmla="*/ 3939998 h 5598524"/>
                  <a:gd name="connsiteX20" fmla="*/ 4983445 w 5014680"/>
                  <a:gd name="connsiteY20" fmla="*/ 4501064 h 5598524"/>
                  <a:gd name="connsiteX21" fmla="*/ 5006083 w 5014680"/>
                  <a:gd name="connsiteY21" fmla="*/ 4918745 h 5598524"/>
                  <a:gd name="connsiteX22" fmla="*/ 4893796 w 5014680"/>
                  <a:gd name="connsiteY22" fmla="*/ 5211218 h 5598524"/>
                  <a:gd name="connsiteX23" fmla="*/ 4721267 w 5014680"/>
                  <a:gd name="connsiteY23" fmla="*/ 5368182 h 5598524"/>
                  <a:gd name="connsiteX24" fmla="*/ 4489922 w 5014680"/>
                  <a:gd name="connsiteY24" fmla="*/ 5464398 h 5598524"/>
                  <a:gd name="connsiteX25" fmla="*/ 3902993 w 5014680"/>
                  <a:gd name="connsiteY25" fmla="*/ 5513535 h 5598524"/>
                  <a:gd name="connsiteX26" fmla="*/ 2594842 w 5014680"/>
                  <a:gd name="connsiteY26" fmla="*/ 5308859 h 5598524"/>
                  <a:gd name="connsiteX27" fmla="*/ 2086649 w 5014680"/>
                  <a:gd name="connsiteY27" fmla="*/ 5209837 h 5598524"/>
                  <a:gd name="connsiteX28" fmla="*/ 2221983 w 5014680"/>
                  <a:gd name="connsiteY28" fmla="*/ 5542665 h 5598524"/>
                  <a:gd name="connsiteX29" fmla="*/ 2082008 w 5014680"/>
                  <a:gd name="connsiteY29" fmla="*/ 5598525 h 5598524"/>
                  <a:gd name="connsiteX30" fmla="*/ 2056811 w 5014680"/>
                  <a:gd name="connsiteY30" fmla="*/ 5594043 h 5598524"/>
                  <a:gd name="connsiteX31" fmla="*/ 2218474 w 5014680"/>
                  <a:gd name="connsiteY31" fmla="*/ 5540990 h 5598524"/>
                  <a:gd name="connsiteX32" fmla="*/ 2081555 w 5014680"/>
                  <a:gd name="connsiteY32" fmla="*/ 5209090 h 5598524"/>
                  <a:gd name="connsiteX33" fmla="*/ 1781639 w 5014680"/>
                  <a:gd name="connsiteY33" fmla="*/ 5232493 h 5598524"/>
                  <a:gd name="connsiteX34" fmla="*/ 1825173 w 5014680"/>
                  <a:gd name="connsiteY34" fmla="*/ 5357771 h 5598524"/>
                  <a:gd name="connsiteX35" fmla="*/ 2056811 w 5014680"/>
                  <a:gd name="connsiteY35" fmla="*/ 5594043 h 5598524"/>
                  <a:gd name="connsiteX36" fmla="*/ 2083389 w 5014680"/>
                  <a:gd name="connsiteY36" fmla="*/ 5205355 h 5598524"/>
                  <a:gd name="connsiteX37" fmla="*/ 2595611 w 5014680"/>
                  <a:gd name="connsiteY37" fmla="*/ 5305102 h 5598524"/>
                  <a:gd name="connsiteX38" fmla="*/ 3903128 w 5014680"/>
                  <a:gd name="connsiteY38" fmla="*/ 5509688 h 5598524"/>
                  <a:gd name="connsiteX39" fmla="*/ 4031535 w 5014680"/>
                  <a:gd name="connsiteY39" fmla="*/ 5512472 h 5598524"/>
                  <a:gd name="connsiteX40" fmla="*/ 4890694 w 5014680"/>
                  <a:gd name="connsiteY40" fmla="*/ 5208954 h 5598524"/>
                  <a:gd name="connsiteX41" fmla="*/ 4979687 w 5014680"/>
                  <a:gd name="connsiteY41" fmla="*/ 4501833 h 5598524"/>
                  <a:gd name="connsiteX42" fmla="*/ 4432647 w 5014680"/>
                  <a:gd name="connsiteY42" fmla="*/ 3219183 h 5598524"/>
                  <a:gd name="connsiteX43" fmla="*/ 4207732 w 5014680"/>
                  <a:gd name="connsiteY43" fmla="*/ 2308178 h 5598524"/>
                  <a:gd name="connsiteX44" fmla="*/ 4203045 w 5014680"/>
                  <a:gd name="connsiteY44" fmla="*/ 1235592 h 5598524"/>
                  <a:gd name="connsiteX45" fmla="*/ 4201551 w 5014680"/>
                  <a:gd name="connsiteY45" fmla="*/ 431757 h 5598524"/>
                  <a:gd name="connsiteX46" fmla="*/ 4040522 w 5014680"/>
                  <a:gd name="connsiteY46" fmla="*/ 18602 h 5598524"/>
                  <a:gd name="connsiteX47" fmla="*/ 3583697 w 5014680"/>
                  <a:gd name="connsiteY47" fmla="*/ 217575 h 5598524"/>
                  <a:gd name="connsiteX48" fmla="*/ 3482684 w 5014680"/>
                  <a:gd name="connsiteY48" fmla="*/ 460389 h 5598524"/>
                  <a:gd name="connsiteX49" fmla="*/ 3322357 w 5014680"/>
                  <a:gd name="connsiteY49" fmla="*/ 656713 h 5598524"/>
                  <a:gd name="connsiteX50" fmla="*/ 2861230 w 5014680"/>
                  <a:gd name="connsiteY50" fmla="*/ 934473 h 5598524"/>
                  <a:gd name="connsiteX51" fmla="*/ 1633604 w 5014680"/>
                  <a:gd name="connsiteY51" fmla="*/ 1216127 h 5598524"/>
                  <a:gd name="connsiteX52" fmla="*/ 502895 w 5014680"/>
                  <a:gd name="connsiteY52" fmla="*/ 1477659 h 5598524"/>
                  <a:gd name="connsiteX53" fmla="*/ 3849 w 5014680"/>
                  <a:gd name="connsiteY53" fmla="*/ 2124936 h 5598524"/>
                  <a:gd name="connsiteX54" fmla="*/ 511475 w 5014680"/>
                  <a:gd name="connsiteY54" fmla="*/ 3312977 h 5598524"/>
                  <a:gd name="connsiteX55" fmla="*/ 1506919 w 5014680"/>
                  <a:gd name="connsiteY55" fmla="*/ 4522317 h 5598524"/>
                  <a:gd name="connsiteX56" fmla="*/ 2083412 w 5014680"/>
                  <a:gd name="connsiteY56" fmla="*/ 5205355 h 5598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014680" h="5598524">
                    <a:moveTo>
                      <a:pt x="2081963" y="5598502"/>
                    </a:moveTo>
                    <a:cubicBezTo>
                      <a:pt x="2073654" y="5598502"/>
                      <a:pt x="2064984" y="5598276"/>
                      <a:pt x="2055951" y="5597846"/>
                    </a:cubicBezTo>
                    <a:lnTo>
                      <a:pt x="2055272" y="5597846"/>
                    </a:lnTo>
                    <a:cubicBezTo>
                      <a:pt x="2055272" y="5597846"/>
                      <a:pt x="2054774" y="5597370"/>
                      <a:pt x="2054774" y="5597370"/>
                    </a:cubicBezTo>
                    <a:cubicBezTo>
                      <a:pt x="1837330" y="5404147"/>
                      <a:pt x="1749469" y="5287652"/>
                      <a:pt x="1778220" y="5230750"/>
                    </a:cubicBezTo>
                    <a:cubicBezTo>
                      <a:pt x="1799184" y="5189308"/>
                      <a:pt x="1882562" y="5179349"/>
                      <a:pt x="2040625" y="5199471"/>
                    </a:cubicBezTo>
                    <a:cubicBezTo>
                      <a:pt x="2052850" y="5201033"/>
                      <a:pt x="2065437" y="5202753"/>
                      <a:pt x="2078341" y="5204608"/>
                    </a:cubicBezTo>
                    <a:cubicBezTo>
                      <a:pt x="1946425" y="5023154"/>
                      <a:pt x="1738489" y="4788941"/>
                      <a:pt x="1504044" y="4524852"/>
                    </a:cubicBezTo>
                    <a:cubicBezTo>
                      <a:pt x="1175444" y="4154746"/>
                      <a:pt x="803015" y="3735254"/>
                      <a:pt x="508328" y="3315173"/>
                    </a:cubicBezTo>
                    <a:cubicBezTo>
                      <a:pt x="166281" y="2827576"/>
                      <a:pt x="0" y="2438231"/>
                      <a:pt x="0" y="2124936"/>
                    </a:cubicBezTo>
                    <a:cubicBezTo>
                      <a:pt x="0" y="1472657"/>
                      <a:pt x="793213" y="1346203"/>
                      <a:pt x="1633016" y="1212302"/>
                    </a:cubicBezTo>
                    <a:cubicBezTo>
                      <a:pt x="2060592" y="1144129"/>
                      <a:pt x="2502725" y="1073648"/>
                      <a:pt x="2859827" y="930875"/>
                    </a:cubicBezTo>
                    <a:cubicBezTo>
                      <a:pt x="3263089" y="769655"/>
                      <a:pt x="3498712" y="535827"/>
                      <a:pt x="3580143" y="216013"/>
                    </a:cubicBezTo>
                    <a:lnTo>
                      <a:pt x="3580301" y="215425"/>
                    </a:lnTo>
                    <a:lnTo>
                      <a:pt x="3580754" y="215040"/>
                    </a:lnTo>
                    <a:cubicBezTo>
                      <a:pt x="3790185" y="32703"/>
                      <a:pt x="3941139" y="-32686"/>
                      <a:pt x="4042197" y="15094"/>
                    </a:cubicBezTo>
                    <a:cubicBezTo>
                      <a:pt x="4132865" y="57962"/>
                      <a:pt x="4184731" y="190233"/>
                      <a:pt x="4205400" y="431418"/>
                    </a:cubicBezTo>
                    <a:cubicBezTo>
                      <a:pt x="4223986" y="648135"/>
                      <a:pt x="4215678" y="933523"/>
                      <a:pt x="4206894" y="1235682"/>
                    </a:cubicBezTo>
                    <a:cubicBezTo>
                      <a:pt x="4186338" y="1942056"/>
                      <a:pt x="4163043" y="2742677"/>
                      <a:pt x="4435975" y="3217260"/>
                    </a:cubicBezTo>
                    <a:cubicBezTo>
                      <a:pt x="4586952" y="3479787"/>
                      <a:pt x="4709970" y="3722964"/>
                      <a:pt x="4801566" y="3939998"/>
                    </a:cubicBezTo>
                    <a:cubicBezTo>
                      <a:pt x="4888815" y="4146734"/>
                      <a:pt x="4950007" y="4335498"/>
                      <a:pt x="4983445" y="4501064"/>
                    </a:cubicBezTo>
                    <a:cubicBezTo>
                      <a:pt x="5015139" y="4658073"/>
                      <a:pt x="5022768" y="4798606"/>
                      <a:pt x="5006083" y="4918745"/>
                    </a:cubicBezTo>
                    <a:cubicBezTo>
                      <a:pt x="4990349" y="5032072"/>
                      <a:pt x="4952566" y="5130460"/>
                      <a:pt x="4893796" y="5211218"/>
                    </a:cubicBezTo>
                    <a:cubicBezTo>
                      <a:pt x="4849062" y="5272668"/>
                      <a:pt x="4791016" y="5325495"/>
                      <a:pt x="4721267" y="5368182"/>
                    </a:cubicBezTo>
                    <a:cubicBezTo>
                      <a:pt x="4655682" y="5408334"/>
                      <a:pt x="4577851" y="5440700"/>
                      <a:pt x="4489922" y="5464398"/>
                    </a:cubicBezTo>
                    <a:cubicBezTo>
                      <a:pt x="4330546" y="5507356"/>
                      <a:pt x="4138570" y="5523426"/>
                      <a:pt x="3902993" y="5513535"/>
                    </a:cubicBezTo>
                    <a:cubicBezTo>
                      <a:pt x="3473832" y="5495519"/>
                      <a:pt x="2986467" y="5392015"/>
                      <a:pt x="2594842" y="5308859"/>
                    </a:cubicBezTo>
                    <a:cubicBezTo>
                      <a:pt x="2400738" y="5267643"/>
                      <a:pt x="2225016" y="5230320"/>
                      <a:pt x="2086649" y="5209837"/>
                    </a:cubicBezTo>
                    <a:cubicBezTo>
                      <a:pt x="2197261" y="5363407"/>
                      <a:pt x="2252500" y="5478951"/>
                      <a:pt x="2221983" y="5542665"/>
                    </a:cubicBezTo>
                    <a:cubicBezTo>
                      <a:pt x="2204031" y="5580169"/>
                      <a:pt x="2158119" y="5598525"/>
                      <a:pt x="2082008" y="5598525"/>
                    </a:cubicBezTo>
                    <a:close/>
                    <a:moveTo>
                      <a:pt x="2056811" y="5594043"/>
                    </a:moveTo>
                    <a:cubicBezTo>
                      <a:pt x="2146460" y="5598299"/>
                      <a:pt x="2199344" y="5580916"/>
                      <a:pt x="2218474" y="5540990"/>
                    </a:cubicBezTo>
                    <a:cubicBezTo>
                      <a:pt x="2248583" y="5478136"/>
                      <a:pt x="2192779" y="5362795"/>
                      <a:pt x="2081555" y="5209090"/>
                    </a:cubicBezTo>
                    <a:cubicBezTo>
                      <a:pt x="1916406" y="5184940"/>
                      <a:pt x="1805500" y="5185302"/>
                      <a:pt x="1781639" y="5232493"/>
                    </a:cubicBezTo>
                    <a:cubicBezTo>
                      <a:pt x="1768078" y="5259314"/>
                      <a:pt x="1782318" y="5300281"/>
                      <a:pt x="1825173" y="5357771"/>
                    </a:cubicBezTo>
                    <a:cubicBezTo>
                      <a:pt x="1870314" y="5418338"/>
                      <a:pt x="1946086" y="5495632"/>
                      <a:pt x="2056811" y="5594043"/>
                    </a:cubicBezTo>
                    <a:close/>
                    <a:moveTo>
                      <a:pt x="2083389" y="5205355"/>
                    </a:moveTo>
                    <a:cubicBezTo>
                      <a:pt x="2221259" y="5225613"/>
                      <a:pt x="2396142" y="5262732"/>
                      <a:pt x="2595611" y="5305102"/>
                    </a:cubicBezTo>
                    <a:cubicBezTo>
                      <a:pt x="2987078" y="5388236"/>
                      <a:pt x="3474285" y="5491671"/>
                      <a:pt x="3903128" y="5509688"/>
                    </a:cubicBezTo>
                    <a:cubicBezTo>
                      <a:pt x="3947296" y="5511544"/>
                      <a:pt x="3990106" y="5512472"/>
                      <a:pt x="4031535" y="5512472"/>
                    </a:cubicBezTo>
                    <a:cubicBezTo>
                      <a:pt x="4460650" y="5512472"/>
                      <a:pt x="4742366" y="5412725"/>
                      <a:pt x="4890694" y="5208954"/>
                    </a:cubicBezTo>
                    <a:cubicBezTo>
                      <a:pt x="5011087" y="5043570"/>
                      <a:pt x="5041038" y="4805645"/>
                      <a:pt x="4979687" y="4501833"/>
                    </a:cubicBezTo>
                    <a:cubicBezTo>
                      <a:pt x="4911250" y="4162917"/>
                      <a:pt x="4727198" y="3731383"/>
                      <a:pt x="4432647" y="3219183"/>
                    </a:cubicBezTo>
                    <a:cubicBezTo>
                      <a:pt x="4310760" y="3007264"/>
                      <a:pt x="4237207" y="2709270"/>
                      <a:pt x="4207732" y="2308178"/>
                    </a:cubicBezTo>
                    <a:cubicBezTo>
                      <a:pt x="4182036" y="1958239"/>
                      <a:pt x="4193198" y="1574327"/>
                      <a:pt x="4203045" y="1235592"/>
                    </a:cubicBezTo>
                    <a:cubicBezTo>
                      <a:pt x="4211829" y="933546"/>
                      <a:pt x="4220138" y="648248"/>
                      <a:pt x="4201551" y="431757"/>
                    </a:cubicBezTo>
                    <a:cubicBezTo>
                      <a:pt x="4180995" y="192089"/>
                      <a:pt x="4129832" y="60814"/>
                      <a:pt x="4040522" y="18602"/>
                    </a:cubicBezTo>
                    <a:cubicBezTo>
                      <a:pt x="3941048" y="-28430"/>
                      <a:pt x="3791633" y="36664"/>
                      <a:pt x="3583697" y="217575"/>
                    </a:cubicBezTo>
                    <a:cubicBezTo>
                      <a:pt x="3561489" y="304556"/>
                      <a:pt x="3527508" y="386241"/>
                      <a:pt x="3482684" y="460389"/>
                    </a:cubicBezTo>
                    <a:cubicBezTo>
                      <a:pt x="3439965" y="531028"/>
                      <a:pt x="3386039" y="597096"/>
                      <a:pt x="3322357" y="656713"/>
                    </a:cubicBezTo>
                    <a:cubicBezTo>
                      <a:pt x="3205270" y="766373"/>
                      <a:pt x="3054428" y="857247"/>
                      <a:pt x="2861230" y="934473"/>
                    </a:cubicBezTo>
                    <a:cubicBezTo>
                      <a:pt x="2503743" y="1077405"/>
                      <a:pt x="2061384" y="1147909"/>
                      <a:pt x="1633604" y="1216127"/>
                    </a:cubicBezTo>
                    <a:cubicBezTo>
                      <a:pt x="1207681" y="1284028"/>
                      <a:pt x="805370" y="1348172"/>
                      <a:pt x="502895" y="1477659"/>
                    </a:cubicBezTo>
                    <a:cubicBezTo>
                      <a:pt x="162410" y="1623420"/>
                      <a:pt x="3849" y="1829114"/>
                      <a:pt x="3849" y="2124936"/>
                    </a:cubicBezTo>
                    <a:cubicBezTo>
                      <a:pt x="3849" y="2437439"/>
                      <a:pt x="169903" y="2826037"/>
                      <a:pt x="511475" y="3312977"/>
                    </a:cubicBezTo>
                    <a:cubicBezTo>
                      <a:pt x="806026" y="3732877"/>
                      <a:pt x="1178387" y="4152279"/>
                      <a:pt x="1506919" y="4522317"/>
                    </a:cubicBezTo>
                    <a:cubicBezTo>
                      <a:pt x="1742519" y="4787696"/>
                      <a:pt x="1951428" y="5022996"/>
                      <a:pt x="2083412" y="520535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A61A75BE-B221-90EE-6729-CDFEDDF012A5}"/>
                  </a:ext>
                </a:extLst>
              </p:cNvPr>
              <p:cNvSpPr/>
              <p:nvPr/>
            </p:nvSpPr>
            <p:spPr>
              <a:xfrm>
                <a:off x="4026850" y="198036"/>
                <a:ext cx="4996956" cy="5574792"/>
              </a:xfrm>
              <a:custGeom>
                <a:avLst/>
                <a:gdLst>
                  <a:gd name="connsiteX0" fmla="*/ 2105168 w 4996956"/>
                  <a:gd name="connsiteY0" fmla="*/ 5574793 h 5574792"/>
                  <a:gd name="connsiteX1" fmla="*/ 2010515 w 4996956"/>
                  <a:gd name="connsiteY1" fmla="*/ 5560647 h 5574792"/>
                  <a:gd name="connsiteX2" fmla="*/ 2010017 w 4996956"/>
                  <a:gd name="connsiteY2" fmla="*/ 5560511 h 5574792"/>
                  <a:gd name="connsiteX3" fmla="*/ 2009632 w 4996956"/>
                  <a:gd name="connsiteY3" fmla="*/ 5560149 h 5574792"/>
                  <a:gd name="connsiteX4" fmla="*/ 1724793 w 4996956"/>
                  <a:gd name="connsiteY4" fmla="*/ 5152788 h 5574792"/>
                  <a:gd name="connsiteX5" fmla="*/ 1940494 w 4996956"/>
                  <a:gd name="connsiteY5" fmla="*/ 5113519 h 5574792"/>
                  <a:gd name="connsiteX6" fmla="*/ 1531663 w 4996956"/>
                  <a:gd name="connsiteY6" fmla="*/ 4614514 h 5574792"/>
                  <a:gd name="connsiteX7" fmla="*/ 525149 w 4996956"/>
                  <a:gd name="connsiteY7" fmla="*/ 3322155 h 5574792"/>
                  <a:gd name="connsiteX8" fmla="*/ 149121 w 4996956"/>
                  <a:gd name="connsiteY8" fmla="*/ 2659486 h 5574792"/>
                  <a:gd name="connsiteX9" fmla="*/ 0 w 4996956"/>
                  <a:gd name="connsiteY9" fmla="*/ 2065330 h 5574792"/>
                  <a:gd name="connsiteX10" fmla="*/ 1681825 w 4996956"/>
                  <a:gd name="connsiteY10" fmla="*/ 1108582 h 5574792"/>
                  <a:gd name="connsiteX11" fmla="*/ 2860596 w 4996956"/>
                  <a:gd name="connsiteY11" fmla="*/ 834262 h 5574792"/>
                  <a:gd name="connsiteX12" fmla="*/ 3607785 w 4996956"/>
                  <a:gd name="connsiteY12" fmla="*/ 208193 h 5574792"/>
                  <a:gd name="connsiteX13" fmla="*/ 3607988 w 4996956"/>
                  <a:gd name="connsiteY13" fmla="*/ 207717 h 5574792"/>
                  <a:gd name="connsiteX14" fmla="*/ 3608396 w 4996956"/>
                  <a:gd name="connsiteY14" fmla="*/ 207400 h 5574792"/>
                  <a:gd name="connsiteX15" fmla="*/ 4097753 w 4996956"/>
                  <a:gd name="connsiteY15" fmla="*/ 18726 h 5574792"/>
                  <a:gd name="connsiteX16" fmla="*/ 4237275 w 4996956"/>
                  <a:gd name="connsiteY16" fmla="*/ 429256 h 5574792"/>
                  <a:gd name="connsiteX17" fmla="*/ 4199468 w 4996956"/>
                  <a:gd name="connsiteY17" fmla="*/ 1206134 h 5574792"/>
                  <a:gd name="connsiteX18" fmla="*/ 4152765 w 4996956"/>
                  <a:gd name="connsiteY18" fmla="*/ 2291893 h 5574792"/>
                  <a:gd name="connsiteX19" fmla="*/ 4361267 w 4996956"/>
                  <a:gd name="connsiteY19" fmla="*/ 3209665 h 5574792"/>
                  <a:gd name="connsiteX20" fmla="*/ 4754342 w 4996956"/>
                  <a:gd name="connsiteY20" fmla="*/ 3947704 h 5574792"/>
                  <a:gd name="connsiteX21" fmla="*/ 4956029 w 4996956"/>
                  <a:gd name="connsiteY21" fmla="*/ 4516239 h 5574792"/>
                  <a:gd name="connsiteX22" fmla="*/ 4991730 w 4996956"/>
                  <a:gd name="connsiteY22" fmla="*/ 4934803 h 5574792"/>
                  <a:gd name="connsiteX23" fmla="*/ 4886619 w 4996956"/>
                  <a:gd name="connsiteY23" fmla="*/ 5222749 h 5574792"/>
                  <a:gd name="connsiteX24" fmla="*/ 4116407 w 4996956"/>
                  <a:gd name="connsiteY24" fmla="*/ 5496548 h 5574792"/>
                  <a:gd name="connsiteX25" fmla="*/ 2613699 w 4996956"/>
                  <a:gd name="connsiteY25" fmla="*/ 5253327 h 5574792"/>
                  <a:gd name="connsiteX26" fmla="*/ 1949346 w 4996956"/>
                  <a:gd name="connsiteY26" fmla="*/ 5118317 h 5574792"/>
                  <a:gd name="connsiteX27" fmla="*/ 2026045 w 4996956"/>
                  <a:gd name="connsiteY27" fmla="*/ 5220282 h 5574792"/>
                  <a:gd name="connsiteX28" fmla="*/ 2173830 w 4996956"/>
                  <a:gd name="connsiteY28" fmla="*/ 5547791 h 5574792"/>
                  <a:gd name="connsiteX29" fmla="*/ 2105213 w 4996956"/>
                  <a:gd name="connsiteY29" fmla="*/ 5574793 h 5574792"/>
                  <a:gd name="connsiteX30" fmla="*/ 2011964 w 4996956"/>
                  <a:gd name="connsiteY30" fmla="*/ 5556957 h 5574792"/>
                  <a:gd name="connsiteX31" fmla="*/ 2170480 w 4996956"/>
                  <a:gd name="connsiteY31" fmla="*/ 5545731 h 5574792"/>
                  <a:gd name="connsiteX32" fmla="*/ 1943777 w 4996956"/>
                  <a:gd name="connsiteY32" fmla="*/ 5117752 h 5574792"/>
                  <a:gd name="connsiteX33" fmla="*/ 1728279 w 4996956"/>
                  <a:gd name="connsiteY33" fmla="*/ 5154667 h 5574792"/>
                  <a:gd name="connsiteX34" fmla="*/ 2011987 w 4996956"/>
                  <a:gd name="connsiteY34" fmla="*/ 5556957 h 5574792"/>
                  <a:gd name="connsiteX35" fmla="*/ 1946040 w 4996956"/>
                  <a:gd name="connsiteY35" fmla="*/ 5114107 h 5574792"/>
                  <a:gd name="connsiteX36" fmla="*/ 2014454 w 4996956"/>
                  <a:gd name="connsiteY36" fmla="*/ 5122731 h 5574792"/>
                  <a:gd name="connsiteX37" fmla="*/ 2614582 w 4996956"/>
                  <a:gd name="connsiteY37" fmla="*/ 5249547 h 5574792"/>
                  <a:gd name="connsiteX38" fmla="*/ 3921104 w 4996956"/>
                  <a:gd name="connsiteY38" fmla="*/ 5485435 h 5574792"/>
                  <a:gd name="connsiteX39" fmla="*/ 4883427 w 4996956"/>
                  <a:gd name="connsiteY39" fmla="*/ 5220485 h 5574792"/>
                  <a:gd name="connsiteX40" fmla="*/ 4952203 w 4996956"/>
                  <a:gd name="connsiteY40" fmla="*/ 4517167 h 5574792"/>
                  <a:gd name="connsiteX41" fmla="*/ 4357894 w 4996956"/>
                  <a:gd name="connsiteY41" fmla="*/ 3211725 h 5574792"/>
                  <a:gd name="connsiteX42" fmla="*/ 4148825 w 4996956"/>
                  <a:gd name="connsiteY42" fmla="*/ 2292074 h 5574792"/>
                  <a:gd name="connsiteX43" fmla="*/ 4195552 w 4996956"/>
                  <a:gd name="connsiteY43" fmla="*/ 1205862 h 5574792"/>
                  <a:gd name="connsiteX44" fmla="*/ 4233336 w 4996956"/>
                  <a:gd name="connsiteY44" fmla="*/ 429437 h 5574792"/>
                  <a:gd name="connsiteX45" fmla="*/ 4095874 w 4996956"/>
                  <a:gd name="connsiteY45" fmla="*/ 22212 h 5574792"/>
                  <a:gd name="connsiteX46" fmla="*/ 3611226 w 4996956"/>
                  <a:gd name="connsiteY46" fmla="*/ 210162 h 5574792"/>
                  <a:gd name="connsiteX47" fmla="*/ 3491490 w 4996956"/>
                  <a:gd name="connsiteY47" fmla="*/ 418708 h 5574792"/>
                  <a:gd name="connsiteX48" fmla="*/ 3321406 w 4996956"/>
                  <a:gd name="connsiteY48" fmla="*/ 589525 h 5574792"/>
                  <a:gd name="connsiteX49" fmla="*/ 2861977 w 4996956"/>
                  <a:gd name="connsiteY49" fmla="*/ 837952 h 5574792"/>
                  <a:gd name="connsiteX50" fmla="*/ 1682481 w 4996956"/>
                  <a:gd name="connsiteY50" fmla="*/ 1112475 h 5574792"/>
                  <a:gd name="connsiteX51" fmla="*/ 3939 w 4996956"/>
                  <a:gd name="connsiteY51" fmla="*/ 2065353 h 5574792"/>
                  <a:gd name="connsiteX52" fmla="*/ 528431 w 4996956"/>
                  <a:gd name="connsiteY52" fmla="*/ 3320004 h 5574792"/>
                  <a:gd name="connsiteX53" fmla="*/ 1534696 w 4996956"/>
                  <a:gd name="connsiteY53" fmla="*/ 4612025 h 5574792"/>
                  <a:gd name="connsiteX54" fmla="*/ 1946063 w 4996956"/>
                  <a:gd name="connsiteY54" fmla="*/ 5114107 h 557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4996956" h="5574792">
                    <a:moveTo>
                      <a:pt x="2105168" y="5574793"/>
                    </a:moveTo>
                    <a:cubicBezTo>
                      <a:pt x="2080016" y="5574793"/>
                      <a:pt x="2048526" y="5570062"/>
                      <a:pt x="2010515" y="5560647"/>
                    </a:cubicBezTo>
                    <a:lnTo>
                      <a:pt x="2010017" y="5560511"/>
                    </a:lnTo>
                    <a:lnTo>
                      <a:pt x="2009632" y="5560149"/>
                    </a:lnTo>
                    <a:cubicBezTo>
                      <a:pt x="1781639" y="5344767"/>
                      <a:pt x="1691129" y="5215325"/>
                      <a:pt x="1724793" y="5152788"/>
                    </a:cubicBezTo>
                    <a:cubicBezTo>
                      <a:pt x="1745666" y="5113994"/>
                      <a:pt x="1814850" y="5101184"/>
                      <a:pt x="1940494" y="5113519"/>
                    </a:cubicBezTo>
                    <a:cubicBezTo>
                      <a:pt x="1829180" y="4969976"/>
                      <a:pt x="1686919" y="4799997"/>
                      <a:pt x="1531663" y="4614514"/>
                    </a:cubicBezTo>
                    <a:cubicBezTo>
                      <a:pt x="1218050" y="4239837"/>
                      <a:pt x="827759" y="3773515"/>
                      <a:pt x="525149" y="3322155"/>
                    </a:cubicBezTo>
                    <a:cubicBezTo>
                      <a:pt x="359366" y="3074859"/>
                      <a:pt x="236347" y="2858097"/>
                      <a:pt x="149121" y="2659486"/>
                    </a:cubicBezTo>
                    <a:cubicBezTo>
                      <a:pt x="50167" y="2434213"/>
                      <a:pt x="0" y="2234313"/>
                      <a:pt x="0" y="2065330"/>
                    </a:cubicBezTo>
                    <a:cubicBezTo>
                      <a:pt x="0" y="1398474"/>
                      <a:pt x="816915" y="1257648"/>
                      <a:pt x="1681825" y="1108582"/>
                    </a:cubicBezTo>
                    <a:cubicBezTo>
                      <a:pt x="2089999" y="1038214"/>
                      <a:pt x="2512075" y="965470"/>
                      <a:pt x="2860596" y="834262"/>
                    </a:cubicBezTo>
                    <a:cubicBezTo>
                      <a:pt x="3253716" y="686261"/>
                      <a:pt x="3498100" y="481471"/>
                      <a:pt x="3607785" y="208193"/>
                    </a:cubicBezTo>
                    <a:lnTo>
                      <a:pt x="3607988" y="207717"/>
                    </a:lnTo>
                    <a:lnTo>
                      <a:pt x="3608396" y="207400"/>
                    </a:lnTo>
                    <a:cubicBezTo>
                      <a:pt x="3837069" y="26671"/>
                      <a:pt x="3997147" y="-35029"/>
                      <a:pt x="4097753" y="18726"/>
                    </a:cubicBezTo>
                    <a:cubicBezTo>
                      <a:pt x="4184459" y="65057"/>
                      <a:pt x="4228785" y="195518"/>
                      <a:pt x="4237275" y="429256"/>
                    </a:cubicBezTo>
                    <a:cubicBezTo>
                      <a:pt x="4244904" y="639364"/>
                      <a:pt x="4222832" y="914680"/>
                      <a:pt x="4199468" y="1206134"/>
                    </a:cubicBezTo>
                    <a:cubicBezTo>
                      <a:pt x="4171985" y="1548898"/>
                      <a:pt x="4140834" y="1937427"/>
                      <a:pt x="4152765" y="2291893"/>
                    </a:cubicBezTo>
                    <a:cubicBezTo>
                      <a:pt x="4166416" y="2698258"/>
                      <a:pt x="4234626" y="2998471"/>
                      <a:pt x="4361267" y="3209665"/>
                    </a:cubicBezTo>
                    <a:cubicBezTo>
                      <a:pt x="4522522" y="3478576"/>
                      <a:pt x="4654777" y="3726890"/>
                      <a:pt x="4754342" y="3947704"/>
                    </a:cubicBezTo>
                    <a:cubicBezTo>
                      <a:pt x="4849198" y="4158061"/>
                      <a:pt x="4917068" y="4349361"/>
                      <a:pt x="4956029" y="4516239"/>
                    </a:cubicBezTo>
                    <a:cubicBezTo>
                      <a:pt x="4992976" y="4674516"/>
                      <a:pt x="5004997" y="4815343"/>
                      <a:pt x="4991730" y="4934803"/>
                    </a:cubicBezTo>
                    <a:cubicBezTo>
                      <a:pt x="4979211" y="5047474"/>
                      <a:pt x="4943850" y="5144346"/>
                      <a:pt x="4886619" y="5222749"/>
                    </a:cubicBezTo>
                    <a:cubicBezTo>
                      <a:pt x="4738585" y="5425547"/>
                      <a:pt x="4455262" y="5496526"/>
                      <a:pt x="4116407" y="5496548"/>
                    </a:cubicBezTo>
                    <a:cubicBezTo>
                      <a:pt x="3651817" y="5496571"/>
                      <a:pt x="3082727" y="5363213"/>
                      <a:pt x="2613699" y="5253327"/>
                    </a:cubicBezTo>
                    <a:cubicBezTo>
                      <a:pt x="2346201" y="5190654"/>
                      <a:pt x="2110940" y="5135541"/>
                      <a:pt x="1949346" y="5118317"/>
                    </a:cubicBezTo>
                    <a:cubicBezTo>
                      <a:pt x="1976965" y="5154010"/>
                      <a:pt x="2002592" y="5188051"/>
                      <a:pt x="2026045" y="5220282"/>
                    </a:cubicBezTo>
                    <a:cubicBezTo>
                      <a:pt x="2155357" y="5398137"/>
                      <a:pt x="2202332" y="5502207"/>
                      <a:pt x="2173830" y="5547791"/>
                    </a:cubicBezTo>
                    <a:cubicBezTo>
                      <a:pt x="2162579" y="5565807"/>
                      <a:pt x="2139895" y="5574793"/>
                      <a:pt x="2105213" y="5574793"/>
                    </a:cubicBezTo>
                    <a:close/>
                    <a:moveTo>
                      <a:pt x="2011964" y="5556957"/>
                    </a:moveTo>
                    <a:cubicBezTo>
                      <a:pt x="2100255" y="5578799"/>
                      <a:pt x="2152097" y="5575110"/>
                      <a:pt x="2170480" y="5545731"/>
                    </a:cubicBezTo>
                    <a:cubicBezTo>
                      <a:pt x="2206453" y="5488174"/>
                      <a:pt x="2110397" y="5333065"/>
                      <a:pt x="1943777" y="5117752"/>
                    </a:cubicBezTo>
                    <a:cubicBezTo>
                      <a:pt x="1827188" y="5105824"/>
                      <a:pt x="1750035" y="5114221"/>
                      <a:pt x="1728279" y="5154667"/>
                    </a:cubicBezTo>
                    <a:cubicBezTo>
                      <a:pt x="1696064" y="5214533"/>
                      <a:pt x="1788860" y="5346102"/>
                      <a:pt x="2011987" y="5556957"/>
                    </a:cubicBezTo>
                    <a:close/>
                    <a:moveTo>
                      <a:pt x="1946040" y="5114107"/>
                    </a:moveTo>
                    <a:cubicBezTo>
                      <a:pt x="1967253" y="5116280"/>
                      <a:pt x="1990050" y="5119155"/>
                      <a:pt x="2014454" y="5122731"/>
                    </a:cubicBezTo>
                    <a:cubicBezTo>
                      <a:pt x="2171204" y="5145658"/>
                      <a:pt x="2376673" y="5193800"/>
                      <a:pt x="2614582" y="5249547"/>
                    </a:cubicBezTo>
                    <a:cubicBezTo>
                      <a:pt x="3008268" y="5341779"/>
                      <a:pt x="3498236" y="5456577"/>
                      <a:pt x="3921104" y="5485435"/>
                    </a:cubicBezTo>
                    <a:cubicBezTo>
                      <a:pt x="4413947" y="5519091"/>
                      <a:pt x="4728715" y="5432404"/>
                      <a:pt x="4883427" y="5220485"/>
                    </a:cubicBezTo>
                    <a:cubicBezTo>
                      <a:pt x="5000560" y="5060036"/>
                      <a:pt x="5023696" y="4823401"/>
                      <a:pt x="4952203" y="4517167"/>
                    </a:cubicBezTo>
                    <a:cubicBezTo>
                      <a:pt x="4872447" y="4175580"/>
                      <a:pt x="4672503" y="3736351"/>
                      <a:pt x="4357894" y="3211725"/>
                    </a:cubicBezTo>
                    <a:cubicBezTo>
                      <a:pt x="4230891" y="2999942"/>
                      <a:pt x="4162522" y="2699118"/>
                      <a:pt x="4148825" y="2292074"/>
                    </a:cubicBezTo>
                    <a:cubicBezTo>
                      <a:pt x="4136895" y="1937359"/>
                      <a:pt x="4168046" y="1548739"/>
                      <a:pt x="4195552" y="1205862"/>
                    </a:cubicBezTo>
                    <a:cubicBezTo>
                      <a:pt x="4218915" y="914521"/>
                      <a:pt x="4240965" y="639341"/>
                      <a:pt x="4233336" y="429437"/>
                    </a:cubicBezTo>
                    <a:cubicBezTo>
                      <a:pt x="4224892" y="197238"/>
                      <a:pt x="4181221" y="67841"/>
                      <a:pt x="4095874" y="22212"/>
                    </a:cubicBezTo>
                    <a:cubicBezTo>
                      <a:pt x="3996853" y="-30706"/>
                      <a:pt x="3838314" y="30767"/>
                      <a:pt x="3611226" y="210162"/>
                    </a:cubicBezTo>
                    <a:cubicBezTo>
                      <a:pt x="3581343" y="284491"/>
                      <a:pt x="3541069" y="354655"/>
                      <a:pt x="3491490" y="418708"/>
                    </a:cubicBezTo>
                    <a:cubicBezTo>
                      <a:pt x="3444243" y="479751"/>
                      <a:pt x="3387013" y="537241"/>
                      <a:pt x="3321406" y="589525"/>
                    </a:cubicBezTo>
                    <a:cubicBezTo>
                      <a:pt x="3200697" y="685763"/>
                      <a:pt x="3050421" y="767018"/>
                      <a:pt x="2861977" y="837952"/>
                    </a:cubicBezTo>
                    <a:cubicBezTo>
                      <a:pt x="2513116" y="969295"/>
                      <a:pt x="2090837" y="1042085"/>
                      <a:pt x="1682481" y="1112475"/>
                    </a:cubicBezTo>
                    <a:cubicBezTo>
                      <a:pt x="819270" y="1261269"/>
                      <a:pt x="3939" y="1401802"/>
                      <a:pt x="3939" y="2065353"/>
                    </a:cubicBezTo>
                    <a:cubicBezTo>
                      <a:pt x="3939" y="2383152"/>
                      <a:pt x="175495" y="2793545"/>
                      <a:pt x="528431" y="3320004"/>
                    </a:cubicBezTo>
                    <a:cubicBezTo>
                      <a:pt x="830929" y="3771184"/>
                      <a:pt x="1221151" y="4237415"/>
                      <a:pt x="1534696" y="4612025"/>
                    </a:cubicBezTo>
                    <a:cubicBezTo>
                      <a:pt x="1693665" y="4801967"/>
                      <a:pt x="1835451" y="4971357"/>
                      <a:pt x="1946063" y="5114107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D8E70303-143D-F56B-D305-CBAE5DEB7A02}"/>
                  </a:ext>
                </a:extLst>
              </p:cNvPr>
              <p:cNvSpPr/>
              <p:nvPr/>
            </p:nvSpPr>
            <p:spPr>
              <a:xfrm>
                <a:off x="4071901" y="205405"/>
                <a:ext cx="4981689" cy="5563846"/>
              </a:xfrm>
              <a:custGeom>
                <a:avLst/>
                <a:gdLst>
                  <a:gd name="connsiteX0" fmla="*/ 2094890 w 4981689"/>
                  <a:gd name="connsiteY0" fmla="*/ 5563847 h 5563846"/>
                  <a:gd name="connsiteX1" fmla="*/ 1965080 w 4981689"/>
                  <a:gd name="connsiteY1" fmla="*/ 5523514 h 5563846"/>
                  <a:gd name="connsiteX2" fmla="*/ 1964740 w 4981689"/>
                  <a:gd name="connsiteY2" fmla="*/ 5523356 h 5563846"/>
                  <a:gd name="connsiteX3" fmla="*/ 1964491 w 4981689"/>
                  <a:gd name="connsiteY3" fmla="*/ 5523107 h 5563846"/>
                  <a:gd name="connsiteX4" fmla="*/ 1711753 w 4981689"/>
                  <a:gd name="connsiteY4" fmla="*/ 5230974 h 5563846"/>
                  <a:gd name="connsiteX5" fmla="*/ 1671683 w 4981689"/>
                  <a:gd name="connsiteY5" fmla="*/ 5074462 h 5563846"/>
                  <a:gd name="connsiteX6" fmla="*/ 1807424 w 4981689"/>
                  <a:gd name="connsiteY6" fmla="*/ 5028290 h 5563846"/>
                  <a:gd name="connsiteX7" fmla="*/ 1566798 w 4981689"/>
                  <a:gd name="connsiteY7" fmla="*/ 4722305 h 5563846"/>
                  <a:gd name="connsiteX8" fmla="*/ 546904 w 4981689"/>
                  <a:gd name="connsiteY8" fmla="*/ 3341561 h 5563846"/>
                  <a:gd name="connsiteX9" fmla="*/ 156184 w 4981689"/>
                  <a:gd name="connsiteY9" fmla="*/ 2629280 h 5563846"/>
                  <a:gd name="connsiteX10" fmla="*/ 0 w 4981689"/>
                  <a:gd name="connsiteY10" fmla="*/ 2005926 h 5563846"/>
                  <a:gd name="connsiteX11" fmla="*/ 38508 w 4981689"/>
                  <a:gd name="connsiteY11" fmla="*/ 1772460 h 5563846"/>
                  <a:gd name="connsiteX12" fmla="*/ 147649 w 4981689"/>
                  <a:gd name="connsiteY12" fmla="*/ 1582246 h 5563846"/>
                  <a:gd name="connsiteX13" fmla="*/ 539162 w 4981689"/>
                  <a:gd name="connsiteY13" fmla="*/ 1306976 h 5563846"/>
                  <a:gd name="connsiteX14" fmla="*/ 1747364 w 4981689"/>
                  <a:gd name="connsiteY14" fmla="*/ 999814 h 5563846"/>
                  <a:gd name="connsiteX15" fmla="*/ 3635449 w 4981689"/>
                  <a:gd name="connsiteY15" fmla="*/ 200506 h 5563846"/>
                  <a:gd name="connsiteX16" fmla="*/ 3635653 w 4981689"/>
                  <a:gd name="connsiteY16" fmla="*/ 200144 h 5563846"/>
                  <a:gd name="connsiteX17" fmla="*/ 3635993 w 4981689"/>
                  <a:gd name="connsiteY17" fmla="*/ 199895 h 5563846"/>
                  <a:gd name="connsiteX18" fmla="*/ 4152878 w 4981689"/>
                  <a:gd name="connsiteY18" fmla="*/ 22583 h 5563846"/>
                  <a:gd name="connsiteX19" fmla="*/ 4269965 w 4981689"/>
                  <a:gd name="connsiteY19" fmla="*/ 429038 h 5563846"/>
                  <a:gd name="connsiteX20" fmla="*/ 4194895 w 4981689"/>
                  <a:gd name="connsiteY20" fmla="*/ 1183124 h 5563846"/>
                  <a:gd name="connsiteX21" fmla="*/ 4095308 w 4981689"/>
                  <a:gd name="connsiteY21" fmla="*/ 2279227 h 5563846"/>
                  <a:gd name="connsiteX22" fmla="*/ 4286469 w 4981689"/>
                  <a:gd name="connsiteY22" fmla="*/ 3202251 h 5563846"/>
                  <a:gd name="connsiteX23" fmla="*/ 4707706 w 4981689"/>
                  <a:gd name="connsiteY23" fmla="*/ 3954707 h 5563846"/>
                  <a:gd name="connsiteX24" fmla="*/ 4929768 w 4981689"/>
                  <a:gd name="connsiteY24" fmla="*/ 4530100 h 5563846"/>
                  <a:gd name="connsiteX25" fmla="*/ 4978985 w 4981689"/>
                  <a:gd name="connsiteY25" fmla="*/ 4949162 h 5563846"/>
                  <a:gd name="connsiteX26" fmla="*/ 4881412 w 4981689"/>
                  <a:gd name="connsiteY26" fmla="*/ 5232400 h 5563846"/>
                  <a:gd name="connsiteX27" fmla="*/ 4722602 w 4981689"/>
                  <a:gd name="connsiteY27" fmla="*/ 5370533 h 5563846"/>
                  <a:gd name="connsiteX28" fmla="*/ 4504683 w 4981689"/>
                  <a:gd name="connsiteY28" fmla="*/ 5449004 h 5563846"/>
                  <a:gd name="connsiteX29" fmla="*/ 3940256 w 4981689"/>
                  <a:gd name="connsiteY29" fmla="*/ 5465210 h 5563846"/>
                  <a:gd name="connsiteX30" fmla="*/ 2634821 w 4981689"/>
                  <a:gd name="connsiteY30" fmla="*/ 5199559 h 5563846"/>
                  <a:gd name="connsiteX31" fmla="*/ 1988986 w 4981689"/>
                  <a:gd name="connsiteY31" fmla="*/ 5050176 h 5563846"/>
                  <a:gd name="connsiteX32" fmla="*/ 1815483 w 4981689"/>
                  <a:gd name="connsiteY32" fmla="*/ 5032183 h 5563846"/>
                  <a:gd name="connsiteX33" fmla="*/ 1998358 w 4981689"/>
                  <a:gd name="connsiteY33" fmla="*/ 5276920 h 5563846"/>
                  <a:gd name="connsiteX34" fmla="*/ 2126878 w 4981689"/>
                  <a:gd name="connsiteY34" fmla="*/ 5551897 h 5563846"/>
                  <a:gd name="connsiteX35" fmla="*/ 2094867 w 4981689"/>
                  <a:gd name="connsiteY35" fmla="*/ 5563825 h 5563846"/>
                  <a:gd name="connsiteX36" fmla="*/ 1967072 w 4981689"/>
                  <a:gd name="connsiteY36" fmla="*/ 5520029 h 5563846"/>
                  <a:gd name="connsiteX37" fmla="*/ 2123731 w 4981689"/>
                  <a:gd name="connsiteY37" fmla="*/ 5549453 h 5563846"/>
                  <a:gd name="connsiteX38" fmla="*/ 1995098 w 4981689"/>
                  <a:gd name="connsiteY38" fmla="*/ 5279274 h 5563846"/>
                  <a:gd name="connsiteX39" fmla="*/ 1810412 w 4981689"/>
                  <a:gd name="connsiteY39" fmla="*/ 5032183 h 5563846"/>
                  <a:gd name="connsiteX40" fmla="*/ 1675169 w 4981689"/>
                  <a:gd name="connsiteY40" fmla="*/ 5076476 h 5563846"/>
                  <a:gd name="connsiteX41" fmla="*/ 1967072 w 4981689"/>
                  <a:gd name="connsiteY41" fmla="*/ 5520051 h 5563846"/>
                  <a:gd name="connsiteX42" fmla="*/ 1812495 w 4981689"/>
                  <a:gd name="connsiteY42" fmla="*/ 5028312 h 5563846"/>
                  <a:gd name="connsiteX43" fmla="*/ 2635863 w 4981689"/>
                  <a:gd name="connsiteY43" fmla="*/ 5195688 h 5563846"/>
                  <a:gd name="connsiteX44" fmla="*/ 3940664 w 4981689"/>
                  <a:gd name="connsiteY44" fmla="*/ 5461226 h 5563846"/>
                  <a:gd name="connsiteX45" fmla="*/ 4878198 w 4981689"/>
                  <a:gd name="connsiteY45" fmla="*/ 5230046 h 5563846"/>
                  <a:gd name="connsiteX46" fmla="*/ 4925920 w 4981689"/>
                  <a:gd name="connsiteY46" fmla="*/ 4531164 h 5563846"/>
                  <a:gd name="connsiteX47" fmla="*/ 4283096 w 4981689"/>
                  <a:gd name="connsiteY47" fmla="*/ 3204401 h 5563846"/>
                  <a:gd name="connsiteX48" fmla="*/ 4091323 w 4981689"/>
                  <a:gd name="connsiteY48" fmla="*/ 2279227 h 5563846"/>
                  <a:gd name="connsiteX49" fmla="*/ 4190933 w 4981689"/>
                  <a:gd name="connsiteY49" fmla="*/ 1182626 h 5563846"/>
                  <a:gd name="connsiteX50" fmla="*/ 4265958 w 4981689"/>
                  <a:gd name="connsiteY50" fmla="*/ 429016 h 5563846"/>
                  <a:gd name="connsiteX51" fmla="*/ 4150818 w 4981689"/>
                  <a:gd name="connsiteY51" fmla="*/ 26046 h 5563846"/>
                  <a:gd name="connsiteX52" fmla="*/ 3638664 w 4981689"/>
                  <a:gd name="connsiteY52" fmla="*/ 202928 h 5563846"/>
                  <a:gd name="connsiteX53" fmla="*/ 1748065 w 4981689"/>
                  <a:gd name="connsiteY53" fmla="*/ 1003775 h 5563846"/>
                  <a:gd name="connsiteX54" fmla="*/ 540792 w 4981689"/>
                  <a:gd name="connsiteY54" fmla="*/ 1310665 h 5563846"/>
                  <a:gd name="connsiteX55" fmla="*/ 3984 w 4981689"/>
                  <a:gd name="connsiteY55" fmla="*/ 2005948 h 5563846"/>
                  <a:gd name="connsiteX56" fmla="*/ 550277 w 4981689"/>
                  <a:gd name="connsiteY56" fmla="*/ 3339411 h 5563846"/>
                  <a:gd name="connsiteX57" fmla="*/ 1569922 w 4981689"/>
                  <a:gd name="connsiteY57" fmla="*/ 4719838 h 5563846"/>
                  <a:gd name="connsiteX58" fmla="*/ 1812472 w 4981689"/>
                  <a:gd name="connsiteY58" fmla="*/ 5028312 h 556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981689" h="5563846">
                    <a:moveTo>
                      <a:pt x="2094890" y="5563847"/>
                    </a:moveTo>
                    <a:cubicBezTo>
                      <a:pt x="2067112" y="5563847"/>
                      <a:pt x="2024121" y="5550448"/>
                      <a:pt x="1965080" y="5523514"/>
                    </a:cubicBezTo>
                    <a:lnTo>
                      <a:pt x="1964740" y="5523356"/>
                    </a:lnTo>
                    <a:lnTo>
                      <a:pt x="1964491" y="5523107"/>
                    </a:lnTo>
                    <a:cubicBezTo>
                      <a:pt x="1842469" y="5401383"/>
                      <a:pt x="1759792" y="5305846"/>
                      <a:pt x="1711753" y="5230974"/>
                    </a:cubicBezTo>
                    <a:cubicBezTo>
                      <a:pt x="1665706" y="5159225"/>
                      <a:pt x="1652598" y="5108028"/>
                      <a:pt x="1671683" y="5074462"/>
                    </a:cubicBezTo>
                    <a:cubicBezTo>
                      <a:pt x="1689884" y="5042481"/>
                      <a:pt x="1737108" y="5028629"/>
                      <a:pt x="1807424" y="5028290"/>
                    </a:cubicBezTo>
                    <a:cubicBezTo>
                      <a:pt x="1735252" y="4935152"/>
                      <a:pt x="1653979" y="4832463"/>
                      <a:pt x="1566798" y="4722305"/>
                    </a:cubicBezTo>
                    <a:cubicBezTo>
                      <a:pt x="1251759" y="4324224"/>
                      <a:pt x="859702" y="3828796"/>
                      <a:pt x="546904" y="3341561"/>
                    </a:cubicBezTo>
                    <a:cubicBezTo>
                      <a:pt x="377341" y="3077426"/>
                      <a:pt x="245878" y="2837781"/>
                      <a:pt x="156184" y="2629280"/>
                    </a:cubicBezTo>
                    <a:cubicBezTo>
                      <a:pt x="52544" y="2388389"/>
                      <a:pt x="0" y="2178666"/>
                      <a:pt x="0" y="2005926"/>
                    </a:cubicBezTo>
                    <a:cubicBezTo>
                      <a:pt x="0" y="1922430"/>
                      <a:pt x="12949" y="1843869"/>
                      <a:pt x="38508" y="1772460"/>
                    </a:cubicBezTo>
                    <a:cubicBezTo>
                      <a:pt x="62913" y="1704242"/>
                      <a:pt x="99633" y="1640256"/>
                      <a:pt x="147649" y="1582246"/>
                    </a:cubicBezTo>
                    <a:cubicBezTo>
                      <a:pt x="236415" y="1475031"/>
                      <a:pt x="364482" y="1384994"/>
                      <a:pt x="539162" y="1306976"/>
                    </a:cubicBezTo>
                    <a:cubicBezTo>
                      <a:pt x="864185" y="1161803"/>
                      <a:pt x="1293187" y="1083129"/>
                      <a:pt x="1747364" y="999814"/>
                    </a:cubicBezTo>
                    <a:cubicBezTo>
                      <a:pt x="2527763" y="856656"/>
                      <a:pt x="3334740" y="708655"/>
                      <a:pt x="3635449" y="200506"/>
                    </a:cubicBezTo>
                    <a:lnTo>
                      <a:pt x="3635653" y="200144"/>
                    </a:lnTo>
                    <a:lnTo>
                      <a:pt x="3635993" y="199895"/>
                    </a:lnTo>
                    <a:cubicBezTo>
                      <a:pt x="3884067" y="21021"/>
                      <a:pt x="4053155" y="-36989"/>
                      <a:pt x="4152878" y="22583"/>
                    </a:cubicBezTo>
                    <a:cubicBezTo>
                      <a:pt x="4235826" y="72106"/>
                      <a:pt x="4273021" y="201253"/>
                      <a:pt x="4269965" y="429038"/>
                    </a:cubicBezTo>
                    <a:cubicBezTo>
                      <a:pt x="4267226" y="633805"/>
                      <a:pt x="4232091" y="900633"/>
                      <a:pt x="4194895" y="1183124"/>
                    </a:cubicBezTo>
                    <a:cubicBezTo>
                      <a:pt x="4149346" y="1529102"/>
                      <a:pt x="4097730" y="1921253"/>
                      <a:pt x="4095308" y="2279227"/>
                    </a:cubicBezTo>
                    <a:cubicBezTo>
                      <a:pt x="4092546" y="2689960"/>
                      <a:pt x="4155074" y="2991893"/>
                      <a:pt x="4286469" y="3202251"/>
                    </a:cubicBezTo>
                    <a:cubicBezTo>
                      <a:pt x="4458228" y="3477227"/>
                      <a:pt x="4599946" y="3730385"/>
                      <a:pt x="4707706" y="3954707"/>
                    </a:cubicBezTo>
                    <a:cubicBezTo>
                      <a:pt x="4810372" y="4168459"/>
                      <a:pt x="4885102" y="4362068"/>
                      <a:pt x="4929768" y="4530100"/>
                    </a:cubicBezTo>
                    <a:cubicBezTo>
                      <a:pt x="4972148" y="4689509"/>
                      <a:pt x="4988720" y="4830494"/>
                      <a:pt x="4978985" y="4949162"/>
                    </a:cubicBezTo>
                    <a:cubicBezTo>
                      <a:pt x="4969816" y="5061086"/>
                      <a:pt x="4936990" y="5156396"/>
                      <a:pt x="4881412" y="5232400"/>
                    </a:cubicBezTo>
                    <a:cubicBezTo>
                      <a:pt x="4841025" y="5287649"/>
                      <a:pt x="4787598" y="5334116"/>
                      <a:pt x="4722602" y="5370533"/>
                    </a:cubicBezTo>
                    <a:cubicBezTo>
                      <a:pt x="4661365" y="5404846"/>
                      <a:pt x="4588061" y="5431236"/>
                      <a:pt x="4504683" y="5449004"/>
                    </a:cubicBezTo>
                    <a:cubicBezTo>
                      <a:pt x="4353140" y="5481280"/>
                      <a:pt x="4168499" y="5486576"/>
                      <a:pt x="3940256" y="5465210"/>
                    </a:cubicBezTo>
                    <a:cubicBezTo>
                      <a:pt x="3522980" y="5426144"/>
                      <a:pt x="3051123" y="5305778"/>
                      <a:pt x="2634821" y="5199559"/>
                    </a:cubicBezTo>
                    <a:cubicBezTo>
                      <a:pt x="2379525" y="5134419"/>
                      <a:pt x="2159070" y="5078174"/>
                      <a:pt x="1988986" y="5050176"/>
                    </a:cubicBezTo>
                    <a:cubicBezTo>
                      <a:pt x="1919304" y="5038701"/>
                      <a:pt x="1861689" y="5032681"/>
                      <a:pt x="1815483" y="5032183"/>
                    </a:cubicBezTo>
                    <a:cubicBezTo>
                      <a:pt x="1886410" y="5123804"/>
                      <a:pt x="1948372" y="5206054"/>
                      <a:pt x="1998358" y="5276920"/>
                    </a:cubicBezTo>
                    <a:cubicBezTo>
                      <a:pt x="2111031" y="5436737"/>
                      <a:pt x="2150671" y="5521545"/>
                      <a:pt x="2126878" y="5551897"/>
                    </a:cubicBezTo>
                    <a:cubicBezTo>
                      <a:pt x="2120652" y="5559841"/>
                      <a:pt x="2110012" y="5563825"/>
                      <a:pt x="2094867" y="5563825"/>
                    </a:cubicBezTo>
                    <a:close/>
                    <a:moveTo>
                      <a:pt x="1967072" y="5520029"/>
                    </a:moveTo>
                    <a:cubicBezTo>
                      <a:pt x="2054932" y="5560090"/>
                      <a:pt x="2107635" y="5569981"/>
                      <a:pt x="2123731" y="5549453"/>
                    </a:cubicBezTo>
                    <a:cubicBezTo>
                      <a:pt x="2145940" y="5521115"/>
                      <a:pt x="2105077" y="5435265"/>
                      <a:pt x="1995098" y="5279274"/>
                    </a:cubicBezTo>
                    <a:cubicBezTo>
                      <a:pt x="1944727" y="5207820"/>
                      <a:pt x="1882109" y="5124754"/>
                      <a:pt x="1810412" y="5032183"/>
                    </a:cubicBezTo>
                    <a:cubicBezTo>
                      <a:pt x="1736044" y="5032047"/>
                      <a:pt x="1692103" y="5046691"/>
                      <a:pt x="1675169" y="5076476"/>
                    </a:cubicBezTo>
                    <a:cubicBezTo>
                      <a:pt x="1637974" y="5141888"/>
                      <a:pt x="1733464" y="5286969"/>
                      <a:pt x="1967072" y="5520051"/>
                    </a:cubicBezTo>
                    <a:close/>
                    <a:moveTo>
                      <a:pt x="1812495" y="5028312"/>
                    </a:moveTo>
                    <a:cubicBezTo>
                      <a:pt x="1982647" y="5029036"/>
                      <a:pt x="2283334" y="5105765"/>
                      <a:pt x="2635863" y="5195688"/>
                    </a:cubicBezTo>
                    <a:cubicBezTo>
                      <a:pt x="3052029" y="5301863"/>
                      <a:pt x="3523705" y="5422206"/>
                      <a:pt x="3940664" y="5461226"/>
                    </a:cubicBezTo>
                    <a:cubicBezTo>
                      <a:pt x="4424677" y="5506539"/>
                      <a:pt x="4731341" y="5430897"/>
                      <a:pt x="4878198" y="5230046"/>
                    </a:cubicBezTo>
                    <a:cubicBezTo>
                      <a:pt x="4991821" y="5074621"/>
                      <a:pt x="5007872" y="4839479"/>
                      <a:pt x="4925920" y="4531164"/>
                    </a:cubicBezTo>
                    <a:cubicBezTo>
                      <a:pt x="4834482" y="4187268"/>
                      <a:pt x="4618215" y="3740887"/>
                      <a:pt x="4283096" y="3204401"/>
                    </a:cubicBezTo>
                    <a:cubicBezTo>
                      <a:pt x="4151271" y="2993387"/>
                      <a:pt x="4088561" y="2690752"/>
                      <a:pt x="4091323" y="2279227"/>
                    </a:cubicBezTo>
                    <a:cubicBezTo>
                      <a:pt x="4093746" y="1920982"/>
                      <a:pt x="4145385" y="1528718"/>
                      <a:pt x="4190933" y="1182626"/>
                    </a:cubicBezTo>
                    <a:cubicBezTo>
                      <a:pt x="4228106" y="900271"/>
                      <a:pt x="4263219" y="633556"/>
                      <a:pt x="4265958" y="429016"/>
                    </a:cubicBezTo>
                    <a:cubicBezTo>
                      <a:pt x="4268992" y="202815"/>
                      <a:pt x="4232408" y="74776"/>
                      <a:pt x="4150818" y="26046"/>
                    </a:cubicBezTo>
                    <a:cubicBezTo>
                      <a:pt x="4052634" y="-32575"/>
                      <a:pt x="3885131" y="25254"/>
                      <a:pt x="3638664" y="202928"/>
                    </a:cubicBezTo>
                    <a:cubicBezTo>
                      <a:pt x="3336845" y="712344"/>
                      <a:pt x="2529167" y="860504"/>
                      <a:pt x="1748065" y="1003775"/>
                    </a:cubicBezTo>
                    <a:cubicBezTo>
                      <a:pt x="1294138" y="1087044"/>
                      <a:pt x="865362" y="1165674"/>
                      <a:pt x="540792" y="1310665"/>
                    </a:cubicBezTo>
                    <a:cubicBezTo>
                      <a:pt x="174567" y="1474238"/>
                      <a:pt x="3984" y="1695166"/>
                      <a:pt x="3984" y="2005948"/>
                    </a:cubicBezTo>
                    <a:cubicBezTo>
                      <a:pt x="3984" y="2316731"/>
                      <a:pt x="182671" y="2766802"/>
                      <a:pt x="550277" y="3339411"/>
                    </a:cubicBezTo>
                    <a:cubicBezTo>
                      <a:pt x="862962" y="3826487"/>
                      <a:pt x="1254951" y="4321825"/>
                      <a:pt x="1569922" y="4719838"/>
                    </a:cubicBezTo>
                    <a:cubicBezTo>
                      <a:pt x="1657873" y="4830969"/>
                      <a:pt x="1739802" y="4934518"/>
                      <a:pt x="1812472" y="5028312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28601668-A453-C63B-0BCC-4937B801EC0D}"/>
                  </a:ext>
                </a:extLst>
              </p:cNvPr>
              <p:cNvSpPr/>
              <p:nvPr/>
            </p:nvSpPr>
            <p:spPr>
              <a:xfrm>
                <a:off x="4116974" y="149810"/>
                <a:ext cx="4953722" cy="5645380"/>
              </a:xfrm>
              <a:custGeom>
                <a:avLst/>
                <a:gdLst>
                  <a:gd name="connsiteX0" fmla="*/ 2057038 w 4953722"/>
                  <a:gd name="connsiteY0" fmla="*/ 5645358 h 5645380"/>
                  <a:gd name="connsiteX1" fmla="*/ 1919530 w 4953722"/>
                  <a:gd name="connsiteY1" fmla="*/ 5549188 h 5645380"/>
                  <a:gd name="connsiteX2" fmla="*/ 1557720 w 4953722"/>
                  <a:gd name="connsiteY2" fmla="*/ 5123472 h 5645380"/>
                  <a:gd name="connsiteX3" fmla="*/ 1685628 w 4953722"/>
                  <a:gd name="connsiteY3" fmla="*/ 5092418 h 5645380"/>
                  <a:gd name="connsiteX4" fmla="*/ 629988 w 4953722"/>
                  <a:gd name="connsiteY4" fmla="*/ 3568516 h 5645380"/>
                  <a:gd name="connsiteX5" fmla="*/ 183101 w 4953722"/>
                  <a:gd name="connsiteY5" fmla="*/ 2725503 h 5645380"/>
                  <a:gd name="connsiteX6" fmla="*/ 0 w 4953722"/>
                  <a:gd name="connsiteY6" fmla="*/ 2009464 h 5645380"/>
                  <a:gd name="connsiteX7" fmla="*/ 42878 w 4953722"/>
                  <a:gd name="connsiteY7" fmla="*/ 1754677 h 5645380"/>
                  <a:gd name="connsiteX8" fmla="*/ 164175 w 4953722"/>
                  <a:gd name="connsiteY8" fmla="*/ 1544863 h 5645380"/>
                  <a:gd name="connsiteX9" fmla="*/ 597683 w 4953722"/>
                  <a:gd name="connsiteY9" fmla="*/ 1234668 h 5645380"/>
                  <a:gd name="connsiteX10" fmla="*/ 1212503 w 4953722"/>
                  <a:gd name="connsiteY10" fmla="*/ 1026869 h 5645380"/>
                  <a:gd name="connsiteX11" fmla="*/ 1921319 w 4953722"/>
                  <a:gd name="connsiteY11" fmla="*/ 869474 h 5645380"/>
                  <a:gd name="connsiteX12" fmla="*/ 3663431 w 4953722"/>
                  <a:gd name="connsiteY12" fmla="*/ 255559 h 5645380"/>
                  <a:gd name="connsiteX13" fmla="*/ 3967128 w 4953722"/>
                  <a:gd name="connsiteY13" fmla="*/ 34722 h 5645380"/>
                  <a:gd name="connsiteX14" fmla="*/ 4147988 w 4953722"/>
                  <a:gd name="connsiteY14" fmla="*/ 13854 h 5645380"/>
                  <a:gd name="connsiteX15" fmla="*/ 4238068 w 4953722"/>
                  <a:gd name="connsiteY15" fmla="*/ 385793 h 5645380"/>
                  <a:gd name="connsiteX16" fmla="*/ 4149460 w 4953722"/>
                  <a:gd name="connsiteY16" fmla="*/ 1113193 h 5645380"/>
                  <a:gd name="connsiteX17" fmla="*/ 4211784 w 4953722"/>
                  <a:gd name="connsiteY17" fmla="*/ 3257801 h 5645380"/>
                  <a:gd name="connsiteX18" fmla="*/ 4658173 w 4953722"/>
                  <a:gd name="connsiteY18" fmla="*/ 4023045 h 5645380"/>
                  <a:gd name="connsiteX19" fmla="*/ 4895562 w 4953722"/>
                  <a:gd name="connsiteY19" fmla="*/ 4609416 h 5645380"/>
                  <a:gd name="connsiteX20" fmla="*/ 4951683 w 4953722"/>
                  <a:gd name="connsiteY20" fmla="*/ 5037554 h 5645380"/>
                  <a:gd name="connsiteX21" fmla="*/ 4853929 w 4953722"/>
                  <a:gd name="connsiteY21" fmla="*/ 5327944 h 5645380"/>
                  <a:gd name="connsiteX22" fmla="*/ 4682102 w 4953722"/>
                  <a:gd name="connsiteY22" fmla="*/ 5475131 h 5645380"/>
                  <a:gd name="connsiteX23" fmla="*/ 4443355 w 4953722"/>
                  <a:gd name="connsiteY23" fmla="*/ 5556250 h 5645380"/>
                  <a:gd name="connsiteX24" fmla="*/ 3823599 w 4953722"/>
                  <a:gd name="connsiteY24" fmla="*/ 5563922 h 5645380"/>
                  <a:gd name="connsiteX25" fmla="*/ 2420976 w 4953722"/>
                  <a:gd name="connsiteY25" fmla="*/ 5262306 h 5645380"/>
                  <a:gd name="connsiteX26" fmla="*/ 1694186 w 4953722"/>
                  <a:gd name="connsiteY26" fmla="*/ 5097080 h 5645380"/>
                  <a:gd name="connsiteX27" fmla="*/ 1706026 w 4953722"/>
                  <a:gd name="connsiteY27" fmla="*/ 5113037 h 5645380"/>
                  <a:gd name="connsiteX28" fmla="*/ 1977463 w 4953722"/>
                  <a:gd name="connsiteY28" fmla="*/ 5484591 h 5645380"/>
                  <a:gd name="connsiteX29" fmla="*/ 2062946 w 4953722"/>
                  <a:gd name="connsiteY29" fmla="*/ 5643276 h 5645380"/>
                  <a:gd name="connsiteX30" fmla="*/ 2057038 w 4953722"/>
                  <a:gd name="connsiteY30" fmla="*/ 5645381 h 5645380"/>
                  <a:gd name="connsiteX31" fmla="*/ 1653413 w 4953722"/>
                  <a:gd name="connsiteY31" fmla="*/ 5095315 h 5645380"/>
                  <a:gd name="connsiteX32" fmla="*/ 1561365 w 4953722"/>
                  <a:gd name="connsiteY32" fmla="*/ 5125350 h 5645380"/>
                  <a:gd name="connsiteX33" fmla="*/ 1623712 w 4953722"/>
                  <a:gd name="connsiteY33" fmla="*/ 5264026 h 5645380"/>
                  <a:gd name="connsiteX34" fmla="*/ 1922179 w 4953722"/>
                  <a:gd name="connsiteY34" fmla="*/ 5546042 h 5645380"/>
                  <a:gd name="connsiteX35" fmla="*/ 2060139 w 4953722"/>
                  <a:gd name="connsiteY35" fmla="*/ 5640266 h 5645380"/>
                  <a:gd name="connsiteX36" fmla="*/ 1974090 w 4953722"/>
                  <a:gd name="connsiteY36" fmla="*/ 5486900 h 5645380"/>
                  <a:gd name="connsiteX37" fmla="*/ 1702720 w 4953722"/>
                  <a:gd name="connsiteY37" fmla="*/ 5115437 h 5645380"/>
                  <a:gd name="connsiteX38" fmla="*/ 1688775 w 4953722"/>
                  <a:gd name="connsiteY38" fmla="*/ 5096628 h 5645380"/>
                  <a:gd name="connsiteX39" fmla="*/ 1653413 w 4953722"/>
                  <a:gd name="connsiteY39" fmla="*/ 5095292 h 5645380"/>
                  <a:gd name="connsiteX40" fmla="*/ 1691016 w 4953722"/>
                  <a:gd name="connsiteY40" fmla="*/ 5092780 h 5645380"/>
                  <a:gd name="connsiteX41" fmla="*/ 1832892 w 4953722"/>
                  <a:gd name="connsiteY41" fmla="*/ 5112833 h 5645380"/>
                  <a:gd name="connsiteX42" fmla="*/ 2422040 w 4953722"/>
                  <a:gd name="connsiteY42" fmla="*/ 5258323 h 5645380"/>
                  <a:gd name="connsiteX43" fmla="*/ 3824029 w 4953722"/>
                  <a:gd name="connsiteY43" fmla="*/ 5559826 h 5645380"/>
                  <a:gd name="connsiteX44" fmla="*/ 4442585 w 4953722"/>
                  <a:gd name="connsiteY44" fmla="*/ 5552221 h 5645380"/>
                  <a:gd name="connsiteX45" fmla="*/ 4850624 w 4953722"/>
                  <a:gd name="connsiteY45" fmla="*/ 5325545 h 5645380"/>
                  <a:gd name="connsiteX46" fmla="*/ 4891645 w 4953722"/>
                  <a:gd name="connsiteY46" fmla="*/ 4610547 h 5645380"/>
                  <a:gd name="connsiteX47" fmla="*/ 4208365 w 4953722"/>
                  <a:gd name="connsiteY47" fmla="*/ 3260042 h 5645380"/>
                  <a:gd name="connsiteX48" fmla="*/ 4145430 w 4953722"/>
                  <a:gd name="connsiteY48" fmla="*/ 1112605 h 5645380"/>
                  <a:gd name="connsiteX49" fmla="*/ 4233993 w 4953722"/>
                  <a:gd name="connsiteY49" fmla="*/ 385612 h 5645380"/>
                  <a:gd name="connsiteX50" fmla="*/ 4146041 w 4953722"/>
                  <a:gd name="connsiteY50" fmla="*/ 17452 h 5645380"/>
                  <a:gd name="connsiteX51" fmla="*/ 3666170 w 4953722"/>
                  <a:gd name="connsiteY51" fmla="*/ 258614 h 5645380"/>
                  <a:gd name="connsiteX52" fmla="*/ 3330280 w 4953722"/>
                  <a:gd name="connsiteY52" fmla="*/ 475852 h 5645380"/>
                  <a:gd name="connsiteX53" fmla="*/ 2907617 w 4953722"/>
                  <a:gd name="connsiteY53" fmla="*/ 638814 h 5645380"/>
                  <a:gd name="connsiteX54" fmla="*/ 1922179 w 4953722"/>
                  <a:gd name="connsiteY54" fmla="*/ 873503 h 5645380"/>
                  <a:gd name="connsiteX55" fmla="*/ 599449 w 4953722"/>
                  <a:gd name="connsiteY55" fmla="*/ 1238403 h 5645380"/>
                  <a:gd name="connsiteX56" fmla="*/ 4143 w 4953722"/>
                  <a:gd name="connsiteY56" fmla="*/ 2009487 h 5645380"/>
                  <a:gd name="connsiteX57" fmla="*/ 633542 w 4953722"/>
                  <a:gd name="connsiteY57" fmla="*/ 3566411 h 5645380"/>
                  <a:gd name="connsiteX58" fmla="*/ 1691039 w 4953722"/>
                  <a:gd name="connsiteY58" fmla="*/ 5092826 h 564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953722" h="5645380">
                    <a:moveTo>
                      <a:pt x="2057038" y="5645358"/>
                    </a:moveTo>
                    <a:cubicBezTo>
                      <a:pt x="2044428" y="5645358"/>
                      <a:pt x="2012417" y="5627523"/>
                      <a:pt x="1919530" y="5549188"/>
                    </a:cubicBezTo>
                    <a:cubicBezTo>
                      <a:pt x="1642886" y="5315880"/>
                      <a:pt x="1527927" y="5180599"/>
                      <a:pt x="1557720" y="5123472"/>
                    </a:cubicBezTo>
                    <a:cubicBezTo>
                      <a:pt x="1570918" y="5098167"/>
                      <a:pt x="1612392" y="5087869"/>
                      <a:pt x="1685628" y="5092418"/>
                    </a:cubicBezTo>
                    <a:cubicBezTo>
                      <a:pt x="1398615" y="4705609"/>
                      <a:pt x="974888" y="4132637"/>
                      <a:pt x="629988" y="3568516"/>
                    </a:cubicBezTo>
                    <a:cubicBezTo>
                      <a:pt x="437152" y="3253093"/>
                      <a:pt x="286786" y="2969471"/>
                      <a:pt x="183101" y="2725503"/>
                    </a:cubicBezTo>
                    <a:cubicBezTo>
                      <a:pt x="61600" y="2439685"/>
                      <a:pt x="0" y="2198772"/>
                      <a:pt x="0" y="2009464"/>
                    </a:cubicBezTo>
                    <a:cubicBezTo>
                      <a:pt x="0" y="1918793"/>
                      <a:pt x="14421" y="1833057"/>
                      <a:pt x="42878" y="1754677"/>
                    </a:cubicBezTo>
                    <a:cubicBezTo>
                      <a:pt x="70021" y="1679895"/>
                      <a:pt x="110816" y="1609301"/>
                      <a:pt x="164175" y="1544863"/>
                    </a:cubicBezTo>
                    <a:cubicBezTo>
                      <a:pt x="262654" y="1425900"/>
                      <a:pt x="404462" y="1324433"/>
                      <a:pt x="597683" y="1234668"/>
                    </a:cubicBezTo>
                    <a:cubicBezTo>
                      <a:pt x="758825" y="1159796"/>
                      <a:pt x="959924" y="1091827"/>
                      <a:pt x="1212503" y="1026869"/>
                    </a:cubicBezTo>
                    <a:cubicBezTo>
                      <a:pt x="1437939" y="968881"/>
                      <a:pt x="1683681" y="918340"/>
                      <a:pt x="1921319" y="869474"/>
                    </a:cubicBezTo>
                    <a:cubicBezTo>
                      <a:pt x="2593189" y="731273"/>
                      <a:pt x="3287946" y="588387"/>
                      <a:pt x="3663431" y="255559"/>
                    </a:cubicBezTo>
                    <a:cubicBezTo>
                      <a:pt x="3786427" y="146532"/>
                      <a:pt x="3885765" y="74286"/>
                      <a:pt x="3967128" y="34722"/>
                    </a:cubicBezTo>
                    <a:cubicBezTo>
                      <a:pt x="4044937" y="-3122"/>
                      <a:pt x="4104092" y="-9957"/>
                      <a:pt x="4147988" y="13854"/>
                    </a:cubicBezTo>
                    <a:cubicBezTo>
                      <a:pt x="4218870" y="52308"/>
                      <a:pt x="4247485" y="170501"/>
                      <a:pt x="4238068" y="385793"/>
                    </a:cubicBezTo>
                    <a:cubicBezTo>
                      <a:pt x="4229578" y="579967"/>
                      <a:pt x="4190662" y="838987"/>
                      <a:pt x="4149460" y="1113193"/>
                    </a:cubicBezTo>
                    <a:cubicBezTo>
                      <a:pt x="4038078" y="1854650"/>
                      <a:pt x="3899461" y="2777402"/>
                      <a:pt x="4211784" y="3257801"/>
                    </a:cubicBezTo>
                    <a:cubicBezTo>
                      <a:pt x="4393391" y="3537123"/>
                      <a:pt x="4543576" y="3794604"/>
                      <a:pt x="4658173" y="4023045"/>
                    </a:cubicBezTo>
                    <a:cubicBezTo>
                      <a:pt x="4767291" y="4240600"/>
                      <a:pt x="4847160" y="4437875"/>
                      <a:pt x="4895562" y="4609416"/>
                    </a:cubicBezTo>
                    <a:cubicBezTo>
                      <a:pt x="4941450" y="4772061"/>
                      <a:pt x="4960330" y="4916102"/>
                      <a:pt x="4951683" y="5037554"/>
                    </a:cubicBezTo>
                    <a:cubicBezTo>
                      <a:pt x="4943510" y="5152103"/>
                      <a:pt x="4910639" y="5249812"/>
                      <a:pt x="4853929" y="5327944"/>
                    </a:cubicBezTo>
                    <a:cubicBezTo>
                      <a:pt x="4810915" y="5387222"/>
                      <a:pt x="4753097" y="5436744"/>
                      <a:pt x="4682102" y="5475131"/>
                    </a:cubicBezTo>
                    <a:cubicBezTo>
                      <a:pt x="4615363" y="5511208"/>
                      <a:pt x="4535041" y="5538505"/>
                      <a:pt x="4443355" y="5556250"/>
                    </a:cubicBezTo>
                    <a:cubicBezTo>
                      <a:pt x="4277232" y="5588412"/>
                      <a:pt x="4074503" y="5590902"/>
                      <a:pt x="3823599" y="5563922"/>
                    </a:cubicBezTo>
                    <a:cubicBezTo>
                      <a:pt x="3366593" y="5514762"/>
                      <a:pt x="2842282" y="5374773"/>
                      <a:pt x="2420976" y="5262306"/>
                    </a:cubicBezTo>
                    <a:cubicBezTo>
                      <a:pt x="2111619" y="5179716"/>
                      <a:pt x="1846295" y="5108895"/>
                      <a:pt x="1694186" y="5097080"/>
                    </a:cubicBezTo>
                    <a:cubicBezTo>
                      <a:pt x="1698170" y="5102445"/>
                      <a:pt x="1702109" y="5107763"/>
                      <a:pt x="1706026" y="5113037"/>
                    </a:cubicBezTo>
                    <a:cubicBezTo>
                      <a:pt x="1817634" y="5263460"/>
                      <a:pt x="1914029" y="5393355"/>
                      <a:pt x="1977463" y="5484591"/>
                    </a:cubicBezTo>
                    <a:cubicBezTo>
                      <a:pt x="2065799" y="5611657"/>
                      <a:pt x="2070757" y="5635965"/>
                      <a:pt x="2062946" y="5643276"/>
                    </a:cubicBezTo>
                    <a:cubicBezTo>
                      <a:pt x="2061611" y="5644521"/>
                      <a:pt x="2059800" y="5645381"/>
                      <a:pt x="2057038" y="5645381"/>
                    </a:cubicBezTo>
                    <a:close/>
                    <a:moveTo>
                      <a:pt x="1653413" y="5095315"/>
                    </a:moveTo>
                    <a:cubicBezTo>
                      <a:pt x="1604197" y="5095315"/>
                      <a:pt x="1572276" y="5104459"/>
                      <a:pt x="1561365" y="5125350"/>
                    </a:cubicBezTo>
                    <a:cubicBezTo>
                      <a:pt x="1547374" y="5152171"/>
                      <a:pt x="1567749" y="5197529"/>
                      <a:pt x="1623712" y="5264026"/>
                    </a:cubicBezTo>
                    <a:cubicBezTo>
                      <a:pt x="1682844" y="5334281"/>
                      <a:pt x="1780461" y="5426536"/>
                      <a:pt x="1922179" y="5546042"/>
                    </a:cubicBezTo>
                    <a:cubicBezTo>
                      <a:pt x="2025955" y="5633566"/>
                      <a:pt x="2054479" y="5645585"/>
                      <a:pt x="2060139" y="5640266"/>
                    </a:cubicBezTo>
                    <a:cubicBezTo>
                      <a:pt x="2068402" y="5632525"/>
                      <a:pt x="2039447" y="5580920"/>
                      <a:pt x="1974090" y="5486900"/>
                    </a:cubicBezTo>
                    <a:cubicBezTo>
                      <a:pt x="1910701" y="5395709"/>
                      <a:pt x="1814329" y="5265814"/>
                      <a:pt x="1702720" y="5115437"/>
                    </a:cubicBezTo>
                    <a:cubicBezTo>
                      <a:pt x="1698102" y="5109235"/>
                      <a:pt x="1693461" y="5102943"/>
                      <a:pt x="1688775" y="5096628"/>
                    </a:cubicBezTo>
                    <a:cubicBezTo>
                      <a:pt x="1676165" y="5095745"/>
                      <a:pt x="1664348" y="5095292"/>
                      <a:pt x="1653413" y="5095292"/>
                    </a:cubicBezTo>
                    <a:close/>
                    <a:moveTo>
                      <a:pt x="1691016" y="5092780"/>
                    </a:moveTo>
                    <a:cubicBezTo>
                      <a:pt x="1729638" y="5095496"/>
                      <a:pt x="1776771" y="5102196"/>
                      <a:pt x="1832892" y="5112833"/>
                    </a:cubicBezTo>
                    <a:cubicBezTo>
                      <a:pt x="1985002" y="5141646"/>
                      <a:pt x="2187527" y="5195718"/>
                      <a:pt x="2422040" y="5258323"/>
                    </a:cubicBezTo>
                    <a:cubicBezTo>
                      <a:pt x="2843187" y="5370767"/>
                      <a:pt x="3367340" y="5510688"/>
                      <a:pt x="3824029" y="5559826"/>
                    </a:cubicBezTo>
                    <a:cubicBezTo>
                      <a:pt x="4074548" y="5586783"/>
                      <a:pt x="4276870" y="5584293"/>
                      <a:pt x="4442585" y="5552221"/>
                    </a:cubicBezTo>
                    <a:cubicBezTo>
                      <a:pt x="4630599" y="5515826"/>
                      <a:pt x="4767879" y="5439573"/>
                      <a:pt x="4850624" y="5325545"/>
                    </a:cubicBezTo>
                    <a:cubicBezTo>
                      <a:pt x="4966601" y="5165728"/>
                      <a:pt x="4980411" y="4925155"/>
                      <a:pt x="4891645" y="4610547"/>
                    </a:cubicBezTo>
                    <a:cubicBezTo>
                      <a:pt x="4792556" y="4259341"/>
                      <a:pt x="4562660" y="3804970"/>
                      <a:pt x="4208365" y="3260042"/>
                    </a:cubicBezTo>
                    <a:cubicBezTo>
                      <a:pt x="3895182" y="2778352"/>
                      <a:pt x="4033934" y="1854740"/>
                      <a:pt x="4145430" y="1112605"/>
                    </a:cubicBezTo>
                    <a:cubicBezTo>
                      <a:pt x="4186609" y="838489"/>
                      <a:pt x="4225503" y="579582"/>
                      <a:pt x="4233993" y="385612"/>
                    </a:cubicBezTo>
                    <a:cubicBezTo>
                      <a:pt x="4243342" y="172063"/>
                      <a:pt x="4215406" y="55092"/>
                      <a:pt x="4146041" y="17452"/>
                    </a:cubicBezTo>
                    <a:cubicBezTo>
                      <a:pt x="4059290" y="-29626"/>
                      <a:pt x="3902336" y="49275"/>
                      <a:pt x="3666170" y="258614"/>
                    </a:cubicBezTo>
                    <a:cubicBezTo>
                      <a:pt x="3575729" y="338783"/>
                      <a:pt x="3465863" y="409830"/>
                      <a:pt x="3330280" y="475852"/>
                    </a:cubicBezTo>
                    <a:cubicBezTo>
                      <a:pt x="3209662" y="534564"/>
                      <a:pt x="3071407" y="587866"/>
                      <a:pt x="2907617" y="638814"/>
                    </a:cubicBezTo>
                    <a:cubicBezTo>
                      <a:pt x="2603625" y="733333"/>
                      <a:pt x="2257209" y="804583"/>
                      <a:pt x="1922179" y="873503"/>
                    </a:cubicBezTo>
                    <a:cubicBezTo>
                      <a:pt x="1448171" y="971009"/>
                      <a:pt x="958022" y="1071819"/>
                      <a:pt x="599449" y="1238403"/>
                    </a:cubicBezTo>
                    <a:cubicBezTo>
                      <a:pt x="193311" y="1427077"/>
                      <a:pt x="4143" y="1672109"/>
                      <a:pt x="4143" y="2009487"/>
                    </a:cubicBezTo>
                    <a:cubicBezTo>
                      <a:pt x="4143" y="2346864"/>
                      <a:pt x="215905" y="2883282"/>
                      <a:pt x="633542" y="3566411"/>
                    </a:cubicBezTo>
                    <a:cubicBezTo>
                      <a:pt x="979189" y="4131755"/>
                      <a:pt x="1404049" y="4706039"/>
                      <a:pt x="1691039" y="509282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F101C07F-B571-6B79-0A57-E1C2D7E65E23}"/>
                  </a:ext>
                </a:extLst>
              </p:cNvPr>
              <p:cNvSpPr/>
              <p:nvPr/>
            </p:nvSpPr>
            <p:spPr>
              <a:xfrm>
                <a:off x="4162070" y="185926"/>
                <a:ext cx="4950595" cy="5610576"/>
              </a:xfrm>
              <a:custGeom>
                <a:avLst/>
                <a:gdLst>
                  <a:gd name="connsiteX0" fmla="*/ 2020386 w 4950595"/>
                  <a:gd name="connsiteY0" fmla="*/ 5610577 h 5610576"/>
                  <a:gd name="connsiteX1" fmla="*/ 1874299 w 4950595"/>
                  <a:gd name="connsiteY1" fmla="*/ 5483331 h 5610576"/>
                  <a:gd name="connsiteX2" fmla="*/ 1583618 w 4950595"/>
                  <a:gd name="connsiteY2" fmla="*/ 5151951 h 5610576"/>
                  <a:gd name="connsiteX3" fmla="*/ 1535579 w 4950595"/>
                  <a:gd name="connsiteY3" fmla="*/ 4980048 h 5610576"/>
                  <a:gd name="connsiteX4" fmla="*/ 1572276 w 4950595"/>
                  <a:gd name="connsiteY4" fmla="*/ 4950353 h 5610576"/>
                  <a:gd name="connsiteX5" fmla="*/ 0 w 4950595"/>
                  <a:gd name="connsiteY5" fmla="*/ 1921313 h 5610576"/>
                  <a:gd name="connsiteX6" fmla="*/ 45730 w 4950595"/>
                  <a:gd name="connsiteY6" fmla="*/ 1659192 h 5610576"/>
                  <a:gd name="connsiteX7" fmla="*/ 174952 w 4950595"/>
                  <a:gd name="connsiteY7" fmla="*/ 1443108 h 5610576"/>
                  <a:gd name="connsiteX8" fmla="*/ 635421 w 4950595"/>
                  <a:gd name="connsiteY8" fmla="*/ 1123227 h 5610576"/>
                  <a:gd name="connsiteX9" fmla="*/ 2029668 w 4950595"/>
                  <a:gd name="connsiteY9" fmla="*/ 747101 h 5610576"/>
                  <a:gd name="connsiteX10" fmla="*/ 3691163 w 4950595"/>
                  <a:gd name="connsiteY10" fmla="*/ 219238 h 5610576"/>
                  <a:gd name="connsiteX11" fmla="*/ 4036561 w 4950595"/>
                  <a:gd name="connsiteY11" fmla="*/ 22869 h 5610576"/>
                  <a:gd name="connsiteX12" fmla="*/ 4233698 w 4950595"/>
                  <a:gd name="connsiteY12" fmla="*/ 22642 h 5610576"/>
                  <a:gd name="connsiteX13" fmla="*/ 4307002 w 4950595"/>
                  <a:gd name="connsiteY13" fmla="*/ 408410 h 5610576"/>
                  <a:gd name="connsiteX14" fmla="*/ 4172959 w 4950595"/>
                  <a:gd name="connsiteY14" fmla="*/ 1124879 h 5610576"/>
                  <a:gd name="connsiteX15" fmla="*/ 4137053 w 4950595"/>
                  <a:gd name="connsiteY15" fmla="*/ 3221639 h 5610576"/>
                  <a:gd name="connsiteX16" fmla="*/ 4614435 w 4950595"/>
                  <a:gd name="connsiteY16" fmla="*/ 3999467 h 5610576"/>
                  <a:gd name="connsiteX17" fmla="*/ 4876070 w 4950595"/>
                  <a:gd name="connsiteY17" fmla="*/ 4588645 h 5610576"/>
                  <a:gd name="connsiteX18" fmla="*/ 4950279 w 4950595"/>
                  <a:gd name="connsiteY18" fmla="*/ 5011532 h 5610576"/>
                  <a:gd name="connsiteX19" fmla="*/ 4865090 w 4950595"/>
                  <a:gd name="connsiteY19" fmla="*/ 5290379 h 5610576"/>
                  <a:gd name="connsiteX20" fmla="*/ 3923141 w 4950595"/>
                  <a:gd name="connsiteY20" fmla="*/ 5476405 h 5610576"/>
                  <a:gd name="connsiteX21" fmla="*/ 2576300 w 4950595"/>
                  <a:gd name="connsiteY21" fmla="*/ 5152857 h 5610576"/>
                  <a:gd name="connsiteX22" fmla="*/ 1879234 w 4950595"/>
                  <a:gd name="connsiteY22" fmla="*/ 4967917 h 5610576"/>
                  <a:gd name="connsiteX23" fmla="*/ 1578706 w 4950595"/>
                  <a:gd name="connsiteY23" fmla="*/ 4952119 h 5610576"/>
                  <a:gd name="connsiteX24" fmla="*/ 1733939 w 4950595"/>
                  <a:gd name="connsiteY24" fmla="*/ 5170058 h 5610576"/>
                  <a:gd name="connsiteX25" fmla="*/ 1953534 w 4950595"/>
                  <a:gd name="connsiteY25" fmla="*/ 5481407 h 5610576"/>
                  <a:gd name="connsiteX26" fmla="*/ 2023804 w 4950595"/>
                  <a:gd name="connsiteY26" fmla="*/ 5609355 h 5610576"/>
                  <a:gd name="connsiteX27" fmla="*/ 2020454 w 4950595"/>
                  <a:gd name="connsiteY27" fmla="*/ 5610532 h 5610576"/>
                  <a:gd name="connsiteX28" fmla="*/ 1574654 w 4950595"/>
                  <a:gd name="connsiteY28" fmla="*/ 4953703 h 5610576"/>
                  <a:gd name="connsiteX29" fmla="*/ 1539179 w 4950595"/>
                  <a:gd name="connsiteY29" fmla="*/ 4982154 h 5610576"/>
                  <a:gd name="connsiteX30" fmla="*/ 1877242 w 4950595"/>
                  <a:gd name="connsiteY30" fmla="*/ 5480343 h 5610576"/>
                  <a:gd name="connsiteX31" fmla="*/ 1982964 w 4950595"/>
                  <a:gd name="connsiteY31" fmla="*/ 5580474 h 5610576"/>
                  <a:gd name="connsiteX32" fmla="*/ 2021020 w 4950595"/>
                  <a:gd name="connsiteY32" fmla="*/ 5606186 h 5610576"/>
                  <a:gd name="connsiteX33" fmla="*/ 2006893 w 4950595"/>
                  <a:gd name="connsiteY33" fmla="*/ 5572327 h 5610576"/>
                  <a:gd name="connsiteX34" fmla="*/ 1950025 w 4950595"/>
                  <a:gd name="connsiteY34" fmla="*/ 5483761 h 5610576"/>
                  <a:gd name="connsiteX35" fmla="*/ 1730498 w 4950595"/>
                  <a:gd name="connsiteY35" fmla="*/ 5172480 h 5610576"/>
                  <a:gd name="connsiteX36" fmla="*/ 1574654 w 4950595"/>
                  <a:gd name="connsiteY36" fmla="*/ 4953680 h 5610576"/>
                  <a:gd name="connsiteX37" fmla="*/ 1663306 w 4950595"/>
                  <a:gd name="connsiteY37" fmla="*/ 4936524 h 5610576"/>
                  <a:gd name="connsiteX38" fmla="*/ 2577432 w 4950595"/>
                  <a:gd name="connsiteY38" fmla="*/ 5148873 h 5610576"/>
                  <a:gd name="connsiteX39" fmla="*/ 3923684 w 4950595"/>
                  <a:gd name="connsiteY39" fmla="*/ 5472285 h 5610576"/>
                  <a:gd name="connsiteX40" fmla="*/ 4861694 w 4950595"/>
                  <a:gd name="connsiteY40" fmla="*/ 5287934 h 5610576"/>
                  <a:gd name="connsiteX41" fmla="*/ 4872063 w 4950595"/>
                  <a:gd name="connsiteY41" fmla="*/ 4589958 h 5610576"/>
                  <a:gd name="connsiteX42" fmla="*/ 4133567 w 4950595"/>
                  <a:gd name="connsiteY42" fmla="*/ 3223993 h 5610576"/>
                  <a:gd name="connsiteX43" fmla="*/ 3971701 w 4950595"/>
                  <a:gd name="connsiteY43" fmla="*/ 2269441 h 5610576"/>
                  <a:gd name="connsiteX44" fmla="*/ 4168861 w 4950595"/>
                  <a:gd name="connsiteY44" fmla="*/ 1123996 h 5610576"/>
                  <a:gd name="connsiteX45" fmla="*/ 4302814 w 4950595"/>
                  <a:gd name="connsiteY45" fmla="*/ 408003 h 5610576"/>
                  <a:gd name="connsiteX46" fmla="*/ 4231367 w 4950595"/>
                  <a:gd name="connsiteY46" fmla="*/ 26150 h 5610576"/>
                  <a:gd name="connsiteX47" fmla="*/ 3693540 w 4950595"/>
                  <a:gd name="connsiteY47" fmla="*/ 222656 h 5610576"/>
                  <a:gd name="connsiteX48" fmla="*/ 2959188 w 4950595"/>
                  <a:gd name="connsiteY48" fmla="*/ 540093 h 5610576"/>
                  <a:gd name="connsiteX49" fmla="*/ 2030460 w 4950595"/>
                  <a:gd name="connsiteY49" fmla="*/ 751197 h 5610576"/>
                  <a:gd name="connsiteX50" fmla="*/ 637097 w 4950595"/>
                  <a:gd name="connsiteY50" fmla="*/ 1127029 h 5610576"/>
                  <a:gd name="connsiteX51" fmla="*/ 4143 w 4950595"/>
                  <a:gd name="connsiteY51" fmla="*/ 1921290 h 5610576"/>
                  <a:gd name="connsiteX52" fmla="*/ 1576238 w 4950595"/>
                  <a:gd name="connsiteY52" fmla="*/ 4948746 h 5610576"/>
                  <a:gd name="connsiteX53" fmla="*/ 1663284 w 4950595"/>
                  <a:gd name="connsiteY53" fmla="*/ 4936524 h 5610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950595" h="5610576">
                    <a:moveTo>
                      <a:pt x="2020386" y="5610577"/>
                    </a:moveTo>
                    <a:cubicBezTo>
                      <a:pt x="2011081" y="5610577"/>
                      <a:pt x="1983417" y="5591655"/>
                      <a:pt x="1874299" y="5483331"/>
                    </a:cubicBezTo>
                    <a:cubicBezTo>
                      <a:pt x="1734279" y="5344337"/>
                      <a:pt x="1639196" y="5235945"/>
                      <a:pt x="1583618" y="5151951"/>
                    </a:cubicBezTo>
                    <a:cubicBezTo>
                      <a:pt x="1530486" y="5071669"/>
                      <a:pt x="1514774" y="5015448"/>
                      <a:pt x="1535579" y="4980048"/>
                    </a:cubicBezTo>
                    <a:cubicBezTo>
                      <a:pt x="1543163" y="4967147"/>
                      <a:pt x="1555524" y="4957347"/>
                      <a:pt x="1572276" y="4950353"/>
                    </a:cubicBezTo>
                    <a:cubicBezTo>
                      <a:pt x="975363" y="4108539"/>
                      <a:pt x="0" y="2676869"/>
                      <a:pt x="0" y="1921313"/>
                    </a:cubicBezTo>
                    <a:cubicBezTo>
                      <a:pt x="0" y="1828107"/>
                      <a:pt x="15394" y="1739926"/>
                      <a:pt x="45730" y="1659192"/>
                    </a:cubicBezTo>
                    <a:cubicBezTo>
                      <a:pt x="74662" y="1582238"/>
                      <a:pt x="118128" y="1509561"/>
                      <a:pt x="174952" y="1443108"/>
                    </a:cubicBezTo>
                    <a:cubicBezTo>
                      <a:pt x="279723" y="1320615"/>
                      <a:pt x="430338" y="1215980"/>
                      <a:pt x="635421" y="1123227"/>
                    </a:cubicBezTo>
                    <a:cubicBezTo>
                      <a:pt x="1016022" y="951075"/>
                      <a:pt x="1531323" y="847368"/>
                      <a:pt x="2029668" y="747101"/>
                    </a:cubicBezTo>
                    <a:cubicBezTo>
                      <a:pt x="2659271" y="620397"/>
                      <a:pt x="3310313" y="489394"/>
                      <a:pt x="3691163" y="219238"/>
                    </a:cubicBezTo>
                    <a:cubicBezTo>
                      <a:pt x="3832473" y="119016"/>
                      <a:pt x="3945463" y="54782"/>
                      <a:pt x="4036561" y="22869"/>
                    </a:cubicBezTo>
                    <a:cubicBezTo>
                      <a:pt x="4123425" y="-7551"/>
                      <a:pt x="4187922" y="-7619"/>
                      <a:pt x="4233698" y="22642"/>
                    </a:cubicBezTo>
                    <a:cubicBezTo>
                      <a:pt x="4305915" y="70399"/>
                      <a:pt x="4329211" y="192983"/>
                      <a:pt x="4307002" y="408410"/>
                    </a:cubicBezTo>
                    <a:cubicBezTo>
                      <a:pt x="4286989" y="602358"/>
                      <a:pt x="4231615" y="856172"/>
                      <a:pt x="4172959" y="1124879"/>
                    </a:cubicBezTo>
                    <a:cubicBezTo>
                      <a:pt x="4014941" y="1848998"/>
                      <a:pt x="3818256" y="2750203"/>
                      <a:pt x="4137053" y="3221639"/>
                    </a:cubicBezTo>
                    <a:cubicBezTo>
                      <a:pt x="4329957" y="3506914"/>
                      <a:pt x="4490579" y="3768604"/>
                      <a:pt x="4614435" y="3999467"/>
                    </a:cubicBezTo>
                    <a:cubicBezTo>
                      <a:pt x="4732495" y="4219490"/>
                      <a:pt x="4820515" y="4417715"/>
                      <a:pt x="4876070" y="4588645"/>
                    </a:cubicBezTo>
                    <a:cubicBezTo>
                      <a:pt x="4928772" y="4750815"/>
                      <a:pt x="4953743" y="4893113"/>
                      <a:pt x="4950279" y="5011532"/>
                    </a:cubicBezTo>
                    <a:cubicBezTo>
                      <a:pt x="4947019" y="5123297"/>
                      <a:pt x="4918359" y="5217113"/>
                      <a:pt x="4865090" y="5290379"/>
                    </a:cubicBezTo>
                    <a:cubicBezTo>
                      <a:pt x="4725387" y="5482448"/>
                      <a:pt x="4417275" y="5543310"/>
                      <a:pt x="3923141" y="5476405"/>
                    </a:cubicBezTo>
                    <a:cubicBezTo>
                      <a:pt x="3497512" y="5418780"/>
                      <a:pt x="3008110" y="5277523"/>
                      <a:pt x="2576300" y="5152857"/>
                    </a:cubicBezTo>
                    <a:cubicBezTo>
                      <a:pt x="2312583" y="5076739"/>
                      <a:pt x="2063467" y="5004832"/>
                      <a:pt x="1879234" y="4967917"/>
                    </a:cubicBezTo>
                    <a:cubicBezTo>
                      <a:pt x="1729660" y="4937950"/>
                      <a:pt x="1631612" y="4932608"/>
                      <a:pt x="1578706" y="4952119"/>
                    </a:cubicBezTo>
                    <a:cubicBezTo>
                      <a:pt x="1634125" y="5030250"/>
                      <a:pt x="1686194" y="5103199"/>
                      <a:pt x="1733939" y="5170058"/>
                    </a:cubicBezTo>
                    <a:cubicBezTo>
                      <a:pt x="1828093" y="5301944"/>
                      <a:pt x="1902461" y="5406127"/>
                      <a:pt x="1953534" y="5481407"/>
                    </a:cubicBezTo>
                    <a:cubicBezTo>
                      <a:pt x="2028037" y="5591248"/>
                      <a:pt x="2028875" y="5605055"/>
                      <a:pt x="2023804" y="5609355"/>
                    </a:cubicBezTo>
                    <a:cubicBezTo>
                      <a:pt x="2022989" y="5610057"/>
                      <a:pt x="2021970" y="5610532"/>
                      <a:pt x="2020454" y="5610532"/>
                    </a:cubicBezTo>
                    <a:close/>
                    <a:moveTo>
                      <a:pt x="1574654" y="4953703"/>
                    </a:moveTo>
                    <a:cubicBezTo>
                      <a:pt x="1558082" y="4960516"/>
                      <a:pt x="1546333" y="4969999"/>
                      <a:pt x="1539179" y="4982154"/>
                    </a:cubicBezTo>
                    <a:cubicBezTo>
                      <a:pt x="1498565" y="5051231"/>
                      <a:pt x="1609132" y="5214194"/>
                      <a:pt x="1877242" y="5480343"/>
                    </a:cubicBezTo>
                    <a:cubicBezTo>
                      <a:pt x="1924353" y="5527127"/>
                      <a:pt x="1958945" y="5559878"/>
                      <a:pt x="1982964" y="5580474"/>
                    </a:cubicBezTo>
                    <a:cubicBezTo>
                      <a:pt x="2016017" y="5608834"/>
                      <a:pt x="2020612" y="5606548"/>
                      <a:pt x="2021020" y="5606186"/>
                    </a:cubicBezTo>
                    <a:cubicBezTo>
                      <a:pt x="2021382" y="5605869"/>
                      <a:pt x="2024053" y="5602339"/>
                      <a:pt x="2006893" y="5572327"/>
                    </a:cubicBezTo>
                    <a:cubicBezTo>
                      <a:pt x="1995370" y="5552160"/>
                      <a:pt x="1976761" y="5523188"/>
                      <a:pt x="1950025" y="5483761"/>
                    </a:cubicBezTo>
                    <a:cubicBezTo>
                      <a:pt x="1898975" y="5408504"/>
                      <a:pt x="1824629" y="5304344"/>
                      <a:pt x="1730498" y="5172480"/>
                    </a:cubicBezTo>
                    <a:cubicBezTo>
                      <a:pt x="1682595" y="5105394"/>
                      <a:pt x="1630277" y="5032106"/>
                      <a:pt x="1574654" y="4953680"/>
                    </a:cubicBezTo>
                    <a:close/>
                    <a:moveTo>
                      <a:pt x="1663306" y="4936524"/>
                    </a:moveTo>
                    <a:cubicBezTo>
                      <a:pt x="1841790" y="4936524"/>
                      <a:pt x="2178992" y="5033849"/>
                      <a:pt x="2577432" y="5148873"/>
                    </a:cubicBezTo>
                    <a:cubicBezTo>
                      <a:pt x="3009106" y="5273472"/>
                      <a:pt x="3498372" y="5414705"/>
                      <a:pt x="3923684" y="5472285"/>
                    </a:cubicBezTo>
                    <a:cubicBezTo>
                      <a:pt x="4416166" y="5538965"/>
                      <a:pt x="4722987" y="5478645"/>
                      <a:pt x="4861694" y="5287934"/>
                    </a:cubicBezTo>
                    <a:cubicBezTo>
                      <a:pt x="4970473" y="5138371"/>
                      <a:pt x="4973959" y="4903524"/>
                      <a:pt x="4872063" y="4589958"/>
                    </a:cubicBezTo>
                    <a:cubicBezTo>
                      <a:pt x="4758416" y="4240199"/>
                      <a:pt x="4509957" y="3780623"/>
                      <a:pt x="4133567" y="3223993"/>
                    </a:cubicBezTo>
                    <a:cubicBezTo>
                      <a:pt x="3991261" y="3013545"/>
                      <a:pt x="3938331" y="2701314"/>
                      <a:pt x="3971701" y="2269441"/>
                    </a:cubicBezTo>
                    <a:cubicBezTo>
                      <a:pt x="4000656" y="1894741"/>
                      <a:pt x="4090010" y="1485275"/>
                      <a:pt x="4168861" y="1123996"/>
                    </a:cubicBezTo>
                    <a:cubicBezTo>
                      <a:pt x="4227473" y="855403"/>
                      <a:pt x="4282847" y="601702"/>
                      <a:pt x="4302814" y="408003"/>
                    </a:cubicBezTo>
                    <a:cubicBezTo>
                      <a:pt x="4324864" y="194296"/>
                      <a:pt x="4302158" y="72957"/>
                      <a:pt x="4231367" y="26150"/>
                    </a:cubicBezTo>
                    <a:cubicBezTo>
                      <a:pt x="4140540" y="-33897"/>
                      <a:pt x="3964615" y="30383"/>
                      <a:pt x="3693540" y="222656"/>
                    </a:cubicBezTo>
                    <a:cubicBezTo>
                      <a:pt x="3522324" y="344108"/>
                      <a:pt x="3282105" y="447929"/>
                      <a:pt x="2959188" y="540093"/>
                    </a:cubicBezTo>
                    <a:cubicBezTo>
                      <a:pt x="2671315" y="622231"/>
                      <a:pt x="2345522" y="687800"/>
                      <a:pt x="2030460" y="751197"/>
                    </a:cubicBezTo>
                    <a:cubicBezTo>
                      <a:pt x="1532342" y="851442"/>
                      <a:pt x="1017290" y="955081"/>
                      <a:pt x="637097" y="1127029"/>
                    </a:cubicBezTo>
                    <a:cubicBezTo>
                      <a:pt x="211173" y="1319664"/>
                      <a:pt x="4143" y="1579476"/>
                      <a:pt x="4143" y="1921290"/>
                    </a:cubicBezTo>
                    <a:cubicBezTo>
                      <a:pt x="4143" y="2675851"/>
                      <a:pt x="979642" y="4107408"/>
                      <a:pt x="1576238" y="4948746"/>
                    </a:cubicBezTo>
                    <a:cubicBezTo>
                      <a:pt x="1598424" y="4940372"/>
                      <a:pt x="1627696" y="4936524"/>
                      <a:pt x="1663284" y="493652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800B1C7C-6FD0-5983-2700-F80D4A343D1F}"/>
                  </a:ext>
                </a:extLst>
              </p:cNvPr>
              <p:cNvSpPr/>
              <p:nvPr/>
            </p:nvSpPr>
            <p:spPr>
              <a:xfrm>
                <a:off x="4207121" y="226350"/>
                <a:ext cx="4950534" cy="5576105"/>
              </a:xfrm>
              <a:custGeom>
                <a:avLst/>
                <a:gdLst>
                  <a:gd name="connsiteX0" fmla="*/ 1985047 w 4950534"/>
                  <a:gd name="connsiteY0" fmla="*/ 5576106 h 5576105"/>
                  <a:gd name="connsiteX1" fmla="*/ 1829112 w 4950534"/>
                  <a:gd name="connsiteY1" fmla="*/ 5413144 h 5576105"/>
                  <a:gd name="connsiteX2" fmla="*/ 1547012 w 4950534"/>
                  <a:gd name="connsiteY2" fmla="*/ 5035795 h 5576105"/>
                  <a:gd name="connsiteX3" fmla="*/ 1504406 w 4950534"/>
                  <a:gd name="connsiteY3" fmla="*/ 4858823 h 5576105"/>
                  <a:gd name="connsiteX4" fmla="*/ 687988 w 4950534"/>
                  <a:gd name="connsiteY4" fmla="*/ 3569157 h 5576105"/>
                  <a:gd name="connsiteX5" fmla="*/ 202955 w 4950534"/>
                  <a:gd name="connsiteY5" fmla="*/ 2613201 h 5576105"/>
                  <a:gd name="connsiteX6" fmla="*/ 0 w 4950534"/>
                  <a:gd name="connsiteY6" fmla="*/ 1828786 h 5576105"/>
                  <a:gd name="connsiteX7" fmla="*/ 48537 w 4950534"/>
                  <a:gd name="connsiteY7" fmla="*/ 1559106 h 5576105"/>
                  <a:gd name="connsiteX8" fmla="*/ 185546 w 4950534"/>
                  <a:gd name="connsiteY8" fmla="*/ 1336979 h 5576105"/>
                  <a:gd name="connsiteX9" fmla="*/ 672730 w 4950534"/>
                  <a:gd name="connsiteY9" fmla="*/ 1008859 h 5576105"/>
                  <a:gd name="connsiteX10" fmla="*/ 2138899 w 4950534"/>
                  <a:gd name="connsiteY10" fmla="*/ 626758 h 5576105"/>
                  <a:gd name="connsiteX11" fmla="*/ 3718895 w 4950534"/>
                  <a:gd name="connsiteY11" fmla="*/ 178588 h 5576105"/>
                  <a:gd name="connsiteX12" fmla="*/ 4104476 w 4950534"/>
                  <a:gd name="connsiteY12" fmla="*/ 12050 h 5576105"/>
                  <a:gd name="connsiteX13" fmla="*/ 4316148 w 4950534"/>
                  <a:gd name="connsiteY13" fmla="*/ 35204 h 5576105"/>
                  <a:gd name="connsiteX14" fmla="*/ 4371047 w 4950534"/>
                  <a:gd name="connsiteY14" fmla="*/ 436250 h 5576105"/>
                  <a:gd name="connsiteX15" fmla="*/ 4191839 w 4950534"/>
                  <a:gd name="connsiteY15" fmla="*/ 1142172 h 5576105"/>
                  <a:gd name="connsiteX16" fmla="*/ 3928393 w 4950534"/>
                  <a:gd name="connsiteY16" fmla="*/ 2255522 h 5576105"/>
                  <a:gd name="connsiteX17" fmla="*/ 4062256 w 4950534"/>
                  <a:gd name="connsiteY17" fmla="*/ 3181125 h 5576105"/>
                  <a:gd name="connsiteX18" fmla="*/ 4571761 w 4950534"/>
                  <a:gd name="connsiteY18" fmla="*/ 3971628 h 5576105"/>
                  <a:gd name="connsiteX19" fmla="*/ 4858117 w 4950534"/>
                  <a:gd name="connsiteY19" fmla="*/ 4563929 h 5576105"/>
                  <a:gd name="connsiteX20" fmla="*/ 4950460 w 4950534"/>
                  <a:gd name="connsiteY20" fmla="*/ 4982018 h 5576105"/>
                  <a:gd name="connsiteX21" fmla="*/ 4877473 w 4950534"/>
                  <a:gd name="connsiteY21" fmla="*/ 5249910 h 5576105"/>
                  <a:gd name="connsiteX22" fmla="*/ 4010028 w 4950534"/>
                  <a:gd name="connsiteY22" fmla="*/ 5392208 h 5576105"/>
                  <a:gd name="connsiteX23" fmla="*/ 2716683 w 4950534"/>
                  <a:gd name="connsiteY23" fmla="*/ 5048357 h 5576105"/>
                  <a:gd name="connsiteX24" fmla="*/ 1517830 w 4950534"/>
                  <a:gd name="connsiteY24" fmla="*/ 4839901 h 5576105"/>
                  <a:gd name="connsiteX25" fmla="*/ 1509092 w 4950534"/>
                  <a:gd name="connsiteY25" fmla="*/ 4858189 h 5576105"/>
                  <a:gd name="connsiteX26" fmla="*/ 1767014 w 4950534"/>
                  <a:gd name="connsiteY26" fmla="*/ 5235357 h 5576105"/>
                  <a:gd name="connsiteX27" fmla="*/ 1932978 w 4950534"/>
                  <a:gd name="connsiteY27" fmla="*/ 5478669 h 5576105"/>
                  <a:gd name="connsiteX28" fmla="*/ 1986813 w 4950534"/>
                  <a:gd name="connsiteY28" fmla="*/ 5575473 h 5576105"/>
                  <a:gd name="connsiteX29" fmla="*/ 1985001 w 4950534"/>
                  <a:gd name="connsiteY29" fmla="*/ 5576083 h 5576105"/>
                  <a:gd name="connsiteX30" fmla="*/ 1507553 w 4950534"/>
                  <a:gd name="connsiteY30" fmla="*/ 4863486 h 5576105"/>
                  <a:gd name="connsiteX31" fmla="*/ 1832281 w 4950534"/>
                  <a:gd name="connsiteY31" fmla="*/ 5410314 h 5576105"/>
                  <a:gd name="connsiteX32" fmla="*/ 1983869 w 4950534"/>
                  <a:gd name="connsiteY32" fmla="*/ 5571670 h 5576105"/>
                  <a:gd name="connsiteX33" fmla="*/ 1763528 w 4950534"/>
                  <a:gd name="connsiteY33" fmla="*/ 5237778 h 5576105"/>
                  <a:gd name="connsiteX34" fmla="*/ 1507530 w 4950534"/>
                  <a:gd name="connsiteY34" fmla="*/ 4863463 h 5576105"/>
                  <a:gd name="connsiteX35" fmla="*/ 1669125 w 4950534"/>
                  <a:gd name="connsiteY35" fmla="*/ 4784245 h 5576105"/>
                  <a:gd name="connsiteX36" fmla="*/ 1925507 w 4950534"/>
                  <a:gd name="connsiteY36" fmla="*/ 4818444 h 5576105"/>
                  <a:gd name="connsiteX37" fmla="*/ 2717996 w 4950534"/>
                  <a:gd name="connsiteY37" fmla="*/ 5044306 h 5576105"/>
                  <a:gd name="connsiteX38" fmla="*/ 4010753 w 4950534"/>
                  <a:gd name="connsiteY38" fmla="*/ 5388021 h 5576105"/>
                  <a:gd name="connsiteX39" fmla="*/ 4874077 w 4950534"/>
                  <a:gd name="connsiteY39" fmla="*/ 5247420 h 5576105"/>
                  <a:gd name="connsiteX40" fmla="*/ 4946249 w 4950534"/>
                  <a:gd name="connsiteY40" fmla="*/ 4982108 h 5576105"/>
                  <a:gd name="connsiteX41" fmla="*/ 4854156 w 4950534"/>
                  <a:gd name="connsiteY41" fmla="*/ 4565423 h 5576105"/>
                  <a:gd name="connsiteX42" fmla="*/ 4058814 w 4950534"/>
                  <a:gd name="connsiteY42" fmla="*/ 3183592 h 5576105"/>
                  <a:gd name="connsiteX43" fmla="*/ 3924205 w 4950534"/>
                  <a:gd name="connsiteY43" fmla="*/ 2255001 h 5576105"/>
                  <a:gd name="connsiteX44" fmla="*/ 4187787 w 4950534"/>
                  <a:gd name="connsiteY44" fmla="*/ 1141017 h 5576105"/>
                  <a:gd name="connsiteX45" fmla="*/ 4366881 w 4950534"/>
                  <a:gd name="connsiteY45" fmla="*/ 435594 h 5576105"/>
                  <a:gd name="connsiteX46" fmla="*/ 4313545 w 4950534"/>
                  <a:gd name="connsiteY46" fmla="*/ 38577 h 5576105"/>
                  <a:gd name="connsiteX47" fmla="*/ 3721001 w 4950534"/>
                  <a:gd name="connsiteY47" fmla="*/ 182323 h 5576105"/>
                  <a:gd name="connsiteX48" fmla="*/ 3009332 w 4950534"/>
                  <a:gd name="connsiteY48" fmla="*/ 444851 h 5576105"/>
                  <a:gd name="connsiteX49" fmla="*/ 2139714 w 4950534"/>
                  <a:gd name="connsiteY49" fmla="*/ 630968 h 5576105"/>
                  <a:gd name="connsiteX50" fmla="*/ 674428 w 4950534"/>
                  <a:gd name="connsiteY50" fmla="*/ 1012797 h 5576105"/>
                  <a:gd name="connsiteX51" fmla="*/ 4233 w 4950534"/>
                  <a:gd name="connsiteY51" fmla="*/ 1828809 h 5576105"/>
                  <a:gd name="connsiteX52" fmla="*/ 691656 w 4950534"/>
                  <a:gd name="connsiteY52" fmla="*/ 3567052 h 5576105"/>
                  <a:gd name="connsiteX53" fmla="*/ 1506126 w 4950534"/>
                  <a:gd name="connsiteY53" fmla="*/ 4853798 h 5576105"/>
                  <a:gd name="connsiteX54" fmla="*/ 1514299 w 4950534"/>
                  <a:gd name="connsiteY54" fmla="*/ 4837615 h 5576105"/>
                  <a:gd name="connsiteX55" fmla="*/ 1669125 w 4950534"/>
                  <a:gd name="connsiteY55" fmla="*/ 4784268 h 5576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4950534" h="5576105">
                    <a:moveTo>
                      <a:pt x="1985047" y="5576106"/>
                    </a:moveTo>
                    <a:cubicBezTo>
                      <a:pt x="1977870" y="5576106"/>
                      <a:pt x="1953443" y="5554649"/>
                      <a:pt x="1829112" y="5413144"/>
                    </a:cubicBezTo>
                    <a:cubicBezTo>
                      <a:pt x="1690880" y="5255795"/>
                      <a:pt x="1598605" y="5132351"/>
                      <a:pt x="1547012" y="5035795"/>
                    </a:cubicBezTo>
                    <a:cubicBezTo>
                      <a:pt x="1505651" y="4958366"/>
                      <a:pt x="1491570" y="4900129"/>
                      <a:pt x="1504406" y="4858823"/>
                    </a:cubicBezTo>
                    <a:cubicBezTo>
                      <a:pt x="1259026" y="4496186"/>
                      <a:pt x="957682" y="4036836"/>
                      <a:pt x="687988" y="3569157"/>
                    </a:cubicBezTo>
                    <a:cubicBezTo>
                      <a:pt x="479668" y="3207923"/>
                      <a:pt x="316488" y="2886299"/>
                      <a:pt x="202955" y="2613201"/>
                    </a:cubicBezTo>
                    <a:cubicBezTo>
                      <a:pt x="68278" y="2289291"/>
                      <a:pt x="0" y="2025382"/>
                      <a:pt x="0" y="1828786"/>
                    </a:cubicBezTo>
                    <a:cubicBezTo>
                      <a:pt x="0" y="1732910"/>
                      <a:pt x="16322" y="1642172"/>
                      <a:pt x="48537" y="1559106"/>
                    </a:cubicBezTo>
                    <a:cubicBezTo>
                      <a:pt x="79213" y="1480002"/>
                      <a:pt x="125305" y="1405265"/>
                      <a:pt x="185546" y="1336979"/>
                    </a:cubicBezTo>
                    <a:cubicBezTo>
                      <a:pt x="296498" y="1211204"/>
                      <a:pt x="455874" y="1103875"/>
                      <a:pt x="672730" y="1008859"/>
                    </a:cubicBezTo>
                    <a:cubicBezTo>
                      <a:pt x="1074860" y="832679"/>
                      <a:pt x="1615788" y="727998"/>
                      <a:pt x="2138899" y="626758"/>
                    </a:cubicBezTo>
                    <a:cubicBezTo>
                      <a:pt x="2724991" y="513318"/>
                      <a:pt x="3331005" y="396030"/>
                      <a:pt x="3718895" y="178588"/>
                    </a:cubicBezTo>
                    <a:cubicBezTo>
                      <a:pt x="3878045" y="89367"/>
                      <a:pt x="4004165" y="34910"/>
                      <a:pt x="4104476" y="12050"/>
                    </a:cubicBezTo>
                    <a:cubicBezTo>
                      <a:pt x="4199831" y="-9656"/>
                      <a:pt x="4269082" y="-2096"/>
                      <a:pt x="4316148" y="35204"/>
                    </a:cubicBezTo>
                    <a:cubicBezTo>
                      <a:pt x="4388909" y="92852"/>
                      <a:pt x="4406363" y="220280"/>
                      <a:pt x="4371047" y="436250"/>
                    </a:cubicBezTo>
                    <a:cubicBezTo>
                      <a:pt x="4339307" y="630289"/>
                      <a:pt x="4267679" y="878919"/>
                      <a:pt x="4191839" y="1142172"/>
                    </a:cubicBezTo>
                    <a:cubicBezTo>
                      <a:pt x="4090554" y="1493785"/>
                      <a:pt x="3975731" y="1892319"/>
                      <a:pt x="3928393" y="2255522"/>
                    </a:cubicBezTo>
                    <a:cubicBezTo>
                      <a:pt x="3874015" y="2672818"/>
                      <a:pt x="3917798" y="2975566"/>
                      <a:pt x="4062256" y="3181125"/>
                    </a:cubicBezTo>
                    <a:cubicBezTo>
                      <a:pt x="4266931" y="3472353"/>
                      <a:pt x="4438351" y="3738321"/>
                      <a:pt x="4571761" y="3971628"/>
                    </a:cubicBezTo>
                    <a:cubicBezTo>
                      <a:pt x="4699013" y="4194185"/>
                      <a:pt x="4795363" y="4393452"/>
                      <a:pt x="4858117" y="4563929"/>
                    </a:cubicBezTo>
                    <a:cubicBezTo>
                      <a:pt x="4917702" y="4725759"/>
                      <a:pt x="4948785" y="4866428"/>
                      <a:pt x="4950460" y="4982018"/>
                    </a:cubicBezTo>
                    <a:cubicBezTo>
                      <a:pt x="4952068" y="5091180"/>
                      <a:pt x="4927505" y="5181307"/>
                      <a:pt x="4877473" y="5249910"/>
                    </a:cubicBezTo>
                    <a:cubicBezTo>
                      <a:pt x="4752734" y="5420930"/>
                      <a:pt x="4468981" y="5467487"/>
                      <a:pt x="4010028" y="5392208"/>
                    </a:cubicBezTo>
                    <a:cubicBezTo>
                      <a:pt x="3611317" y="5326819"/>
                      <a:pt x="3136018" y="5178885"/>
                      <a:pt x="2716683" y="5048357"/>
                    </a:cubicBezTo>
                    <a:cubicBezTo>
                      <a:pt x="2121150" y="4862988"/>
                      <a:pt x="1606823" y="4702900"/>
                      <a:pt x="1517830" y="4839901"/>
                    </a:cubicBezTo>
                    <a:cubicBezTo>
                      <a:pt x="1514186" y="4845515"/>
                      <a:pt x="1511265" y="4851603"/>
                      <a:pt x="1509092" y="4858189"/>
                    </a:cubicBezTo>
                    <a:cubicBezTo>
                      <a:pt x="1605532" y="5000690"/>
                      <a:pt x="1693280" y="5128186"/>
                      <a:pt x="1767014" y="5235357"/>
                    </a:cubicBezTo>
                    <a:cubicBezTo>
                      <a:pt x="1838281" y="5338928"/>
                      <a:pt x="1894583" y="5420726"/>
                      <a:pt x="1932978" y="5478669"/>
                    </a:cubicBezTo>
                    <a:cubicBezTo>
                      <a:pt x="1989144" y="5563432"/>
                      <a:pt x="1990661" y="5572485"/>
                      <a:pt x="1986813" y="5575473"/>
                    </a:cubicBezTo>
                    <a:cubicBezTo>
                      <a:pt x="1986337" y="5575835"/>
                      <a:pt x="1985771" y="5576083"/>
                      <a:pt x="1985001" y="5576083"/>
                    </a:cubicBezTo>
                    <a:close/>
                    <a:moveTo>
                      <a:pt x="1507553" y="4863486"/>
                    </a:moveTo>
                    <a:cubicBezTo>
                      <a:pt x="1483397" y="4955107"/>
                      <a:pt x="1590138" y="5134682"/>
                      <a:pt x="1832281" y="5410314"/>
                    </a:cubicBezTo>
                    <a:cubicBezTo>
                      <a:pt x="1866488" y="5449245"/>
                      <a:pt x="1968973" y="5565898"/>
                      <a:pt x="1983869" y="5571670"/>
                    </a:cubicBezTo>
                    <a:cubicBezTo>
                      <a:pt x="1982013" y="5555238"/>
                      <a:pt x="1889919" y="5421428"/>
                      <a:pt x="1763528" y="5237778"/>
                    </a:cubicBezTo>
                    <a:cubicBezTo>
                      <a:pt x="1690292" y="5131332"/>
                      <a:pt x="1603201" y="5004810"/>
                      <a:pt x="1507530" y="4863463"/>
                    </a:cubicBezTo>
                    <a:close/>
                    <a:moveTo>
                      <a:pt x="1669125" y="4784245"/>
                    </a:moveTo>
                    <a:cubicBezTo>
                      <a:pt x="1734278" y="4784245"/>
                      <a:pt x="1819173" y="4795675"/>
                      <a:pt x="1925507" y="4818444"/>
                    </a:cubicBezTo>
                    <a:cubicBezTo>
                      <a:pt x="2139578" y="4864277"/>
                      <a:pt x="2420524" y="4951734"/>
                      <a:pt x="2717996" y="5044306"/>
                    </a:cubicBezTo>
                    <a:cubicBezTo>
                      <a:pt x="3137195" y="5174789"/>
                      <a:pt x="3612335" y="5322677"/>
                      <a:pt x="4010753" y="5388021"/>
                    </a:cubicBezTo>
                    <a:cubicBezTo>
                      <a:pt x="4467985" y="5463006"/>
                      <a:pt x="4750380" y="5417015"/>
                      <a:pt x="4874077" y="5247420"/>
                    </a:cubicBezTo>
                    <a:cubicBezTo>
                      <a:pt x="4923543" y="5179587"/>
                      <a:pt x="4947834" y="5090320"/>
                      <a:pt x="4946249" y="4982108"/>
                    </a:cubicBezTo>
                    <a:cubicBezTo>
                      <a:pt x="4944551" y="4866994"/>
                      <a:pt x="4913582" y="4726801"/>
                      <a:pt x="4854156" y="4565423"/>
                    </a:cubicBezTo>
                    <a:cubicBezTo>
                      <a:pt x="4725817" y="4216864"/>
                      <a:pt x="4458228" y="3751946"/>
                      <a:pt x="4058814" y="3183592"/>
                    </a:cubicBezTo>
                    <a:cubicBezTo>
                      <a:pt x="3913723" y="2977128"/>
                      <a:pt x="3869691" y="2673384"/>
                      <a:pt x="3924205" y="2255001"/>
                    </a:cubicBezTo>
                    <a:cubicBezTo>
                      <a:pt x="3971588" y="1891459"/>
                      <a:pt x="4086433" y="1492767"/>
                      <a:pt x="4187787" y="1141017"/>
                    </a:cubicBezTo>
                    <a:cubicBezTo>
                      <a:pt x="4263581" y="877901"/>
                      <a:pt x="4335187" y="629383"/>
                      <a:pt x="4366881" y="435594"/>
                    </a:cubicBezTo>
                    <a:cubicBezTo>
                      <a:pt x="4401926" y="221321"/>
                      <a:pt x="4384970" y="95161"/>
                      <a:pt x="4313545" y="38577"/>
                    </a:cubicBezTo>
                    <a:cubicBezTo>
                      <a:pt x="4219820" y="-35684"/>
                      <a:pt x="4026011" y="11348"/>
                      <a:pt x="3721001" y="182323"/>
                    </a:cubicBezTo>
                    <a:cubicBezTo>
                      <a:pt x="3546615" y="280078"/>
                      <a:pt x="3313844" y="365950"/>
                      <a:pt x="3009332" y="444851"/>
                    </a:cubicBezTo>
                    <a:cubicBezTo>
                      <a:pt x="2737533" y="515264"/>
                      <a:pt x="2433632" y="574089"/>
                      <a:pt x="2139714" y="630968"/>
                    </a:cubicBezTo>
                    <a:cubicBezTo>
                      <a:pt x="1616829" y="732163"/>
                      <a:pt x="1076128" y="836821"/>
                      <a:pt x="674428" y="1012797"/>
                    </a:cubicBezTo>
                    <a:cubicBezTo>
                      <a:pt x="223466" y="1210367"/>
                      <a:pt x="4233" y="1477286"/>
                      <a:pt x="4233" y="1828809"/>
                    </a:cubicBezTo>
                    <a:cubicBezTo>
                      <a:pt x="4233" y="2180332"/>
                      <a:pt x="235510" y="2776050"/>
                      <a:pt x="691656" y="3567052"/>
                    </a:cubicBezTo>
                    <a:cubicBezTo>
                      <a:pt x="960625" y="4033463"/>
                      <a:pt x="1261108" y="4491637"/>
                      <a:pt x="1506126" y="4853798"/>
                    </a:cubicBezTo>
                    <a:cubicBezTo>
                      <a:pt x="1508300" y="4848049"/>
                      <a:pt x="1511016" y="4842663"/>
                      <a:pt x="1514299" y="4837615"/>
                    </a:cubicBezTo>
                    <a:cubicBezTo>
                      <a:pt x="1537436" y="4801990"/>
                      <a:pt x="1587942" y="4784268"/>
                      <a:pt x="1669125" y="4784268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74905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t="200" r="133" b="15653"/>
          <a:stretch/>
        </p:blipFill>
        <p:spPr>
          <a:xfrm>
            <a:off x="-1" y="3"/>
            <a:ext cx="13465365" cy="85020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0081022" cy="8504238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915704" y="566950"/>
            <a:ext cx="9272625" cy="166654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5427"/>
              </a:lnSpc>
              <a:defRPr sz="3101" b="1" baseline="0">
                <a:solidFill>
                  <a:srgbClr val="1B429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5704" y="1486100"/>
            <a:ext cx="8605392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938" b="1" baseline="0">
                <a:solidFill>
                  <a:srgbClr val="1B4297"/>
                </a:solidFill>
              </a:defRPr>
            </a:lvl1pPr>
            <a:lvl2pPr marL="443047" indent="0" algn="ctr">
              <a:buNone/>
              <a:defRPr sz="1938"/>
            </a:lvl2pPr>
            <a:lvl3pPr marL="886095" indent="0" algn="ctr">
              <a:buNone/>
              <a:defRPr sz="1744"/>
            </a:lvl3pPr>
            <a:lvl4pPr marL="1329142" indent="0" algn="ctr">
              <a:buNone/>
              <a:defRPr sz="1550"/>
            </a:lvl4pPr>
            <a:lvl5pPr marL="1772189" indent="0" algn="ctr">
              <a:buNone/>
              <a:defRPr sz="1550"/>
            </a:lvl5pPr>
            <a:lvl6pPr marL="2215237" indent="0" algn="ctr">
              <a:buNone/>
              <a:defRPr sz="1550"/>
            </a:lvl6pPr>
            <a:lvl7pPr marL="2658284" indent="0" algn="ctr">
              <a:buNone/>
              <a:defRPr sz="1550"/>
            </a:lvl7pPr>
            <a:lvl8pPr marL="3101332" indent="0" algn="ctr">
              <a:buNone/>
              <a:defRPr sz="1550"/>
            </a:lvl8pPr>
            <a:lvl9pPr marL="3544379" indent="0" algn="ctr">
              <a:buNone/>
              <a:defRPr sz="1550"/>
            </a:lvl9pPr>
          </a:lstStyle>
          <a:p>
            <a:r>
              <a:rPr lang="en-US"/>
              <a:t>Presentation Subtitle Here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83" y="5583275"/>
            <a:ext cx="2702073" cy="22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7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58" userDrawn="1">
          <p15:clr>
            <a:srgbClr val="FBAE40"/>
          </p15:clr>
        </p15:guide>
        <p15:guide id="2" pos="2117" userDrawn="1">
          <p15:clr>
            <a:srgbClr val="FBAE40"/>
          </p15:clr>
        </p15:guide>
        <p15:guide id="3" pos="3175" userDrawn="1">
          <p15:clr>
            <a:srgbClr val="FBAE40"/>
          </p15:clr>
        </p15:guide>
        <p15:guide id="4" pos="4234" userDrawn="1">
          <p15:clr>
            <a:srgbClr val="FBAE40"/>
          </p15:clr>
        </p15:guide>
        <p15:guide id="5" pos="317" userDrawn="1">
          <p15:clr>
            <a:srgbClr val="FBAE40"/>
          </p15:clr>
        </p15:guide>
        <p15:guide id="6" orient="horz" pos="357" userDrawn="1">
          <p15:clr>
            <a:srgbClr val="FBAE40"/>
          </p15:clr>
        </p15:guide>
        <p15:guide id="7" orient="horz" pos="5000" userDrawn="1">
          <p15:clr>
            <a:srgbClr val="FBAE40"/>
          </p15:clr>
        </p15:guide>
        <p15:guide id="8" pos="8150" userDrawn="1">
          <p15:clr>
            <a:srgbClr val="FBAE40"/>
          </p15:clr>
        </p15:guide>
        <p15:guide id="9" pos="5715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3429426" cy="8504238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ctrTitle" hasCustomPrompt="1"/>
          </p:nvPr>
        </p:nvSpPr>
        <p:spPr>
          <a:xfrm>
            <a:off x="879704" y="969836"/>
            <a:ext cx="8605392" cy="166654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5427"/>
              </a:lnSpc>
              <a:defRPr sz="5233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3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9704" y="2895833"/>
            <a:ext cx="8605392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326" b="1" baseline="0">
                <a:solidFill>
                  <a:schemeClr val="bg1"/>
                </a:solidFill>
              </a:defRPr>
            </a:lvl1pPr>
            <a:lvl2pPr marL="443047" indent="0" algn="ctr">
              <a:buNone/>
              <a:defRPr sz="1938"/>
            </a:lvl2pPr>
            <a:lvl3pPr marL="886095" indent="0" algn="ctr">
              <a:buNone/>
              <a:defRPr sz="1744"/>
            </a:lvl3pPr>
            <a:lvl4pPr marL="1329142" indent="0" algn="ctr">
              <a:buNone/>
              <a:defRPr sz="1550"/>
            </a:lvl4pPr>
            <a:lvl5pPr marL="1772189" indent="0" algn="ctr">
              <a:buNone/>
              <a:defRPr sz="1550"/>
            </a:lvl5pPr>
            <a:lvl6pPr marL="2215237" indent="0" algn="ctr">
              <a:buNone/>
              <a:defRPr sz="1550"/>
            </a:lvl6pPr>
            <a:lvl7pPr marL="2658284" indent="0" algn="ctr">
              <a:buNone/>
              <a:defRPr sz="1550"/>
            </a:lvl7pPr>
            <a:lvl8pPr marL="3101332" indent="0" algn="ctr">
              <a:buNone/>
              <a:defRPr sz="1550"/>
            </a:lvl8pPr>
            <a:lvl9pPr marL="3544379" indent="0" algn="ctr">
              <a:buNone/>
              <a:defRPr sz="1550"/>
            </a:lvl9pPr>
          </a:lstStyle>
          <a:p>
            <a:r>
              <a:rPr lang="en-US"/>
              <a:t>Presentation Subtitle Here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83" y="5583275"/>
            <a:ext cx="2702073" cy="22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94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58" userDrawn="1">
          <p15:clr>
            <a:srgbClr val="FBAE40"/>
          </p15:clr>
        </p15:guide>
        <p15:guide id="2" pos="2117" userDrawn="1">
          <p15:clr>
            <a:srgbClr val="FBAE40"/>
          </p15:clr>
        </p15:guide>
        <p15:guide id="3" pos="3175" userDrawn="1">
          <p15:clr>
            <a:srgbClr val="FBAE40"/>
          </p15:clr>
        </p15:guide>
        <p15:guide id="4" pos="4234" userDrawn="1">
          <p15:clr>
            <a:srgbClr val="FBAE40"/>
          </p15:clr>
        </p15:guide>
        <p15:guide id="5" pos="317" userDrawn="1">
          <p15:clr>
            <a:srgbClr val="FBAE40"/>
          </p15:clr>
        </p15:guide>
        <p15:guide id="6" orient="horz" pos="357" userDrawn="1">
          <p15:clr>
            <a:srgbClr val="FBAE40"/>
          </p15:clr>
        </p15:guide>
        <p15:guide id="7" orient="horz" pos="5000" userDrawn="1">
          <p15:clr>
            <a:srgbClr val="FBAE40"/>
          </p15:clr>
        </p15:guide>
        <p15:guide id="8" pos="6033" userDrawn="1">
          <p15:clr>
            <a:srgbClr val="FBAE40"/>
          </p15:clr>
        </p15:guide>
        <p15:guide id="9" pos="5715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_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3429426" cy="8504238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ctrTitle" hasCustomPrompt="1"/>
          </p:nvPr>
        </p:nvSpPr>
        <p:spPr>
          <a:xfrm>
            <a:off x="879704" y="969836"/>
            <a:ext cx="8605392" cy="166654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5427"/>
              </a:lnSpc>
              <a:defRPr sz="5233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3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9704" y="2895833"/>
            <a:ext cx="8605392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326" b="1" baseline="0">
                <a:solidFill>
                  <a:schemeClr val="bg1"/>
                </a:solidFill>
              </a:defRPr>
            </a:lvl1pPr>
            <a:lvl2pPr marL="443047" indent="0" algn="ctr">
              <a:buNone/>
              <a:defRPr sz="1938"/>
            </a:lvl2pPr>
            <a:lvl3pPr marL="886095" indent="0" algn="ctr">
              <a:buNone/>
              <a:defRPr sz="1744"/>
            </a:lvl3pPr>
            <a:lvl4pPr marL="1329142" indent="0" algn="ctr">
              <a:buNone/>
              <a:defRPr sz="1550"/>
            </a:lvl4pPr>
            <a:lvl5pPr marL="1772189" indent="0" algn="ctr">
              <a:buNone/>
              <a:defRPr sz="1550"/>
            </a:lvl5pPr>
            <a:lvl6pPr marL="2215237" indent="0" algn="ctr">
              <a:buNone/>
              <a:defRPr sz="1550"/>
            </a:lvl6pPr>
            <a:lvl7pPr marL="2658284" indent="0" algn="ctr">
              <a:buNone/>
              <a:defRPr sz="1550"/>
            </a:lvl7pPr>
            <a:lvl8pPr marL="3101332" indent="0" algn="ctr">
              <a:buNone/>
              <a:defRPr sz="1550"/>
            </a:lvl8pPr>
            <a:lvl9pPr marL="3544379" indent="0" algn="ctr">
              <a:buNone/>
              <a:defRPr sz="1550"/>
            </a:lvl9pPr>
          </a:lstStyle>
          <a:p>
            <a:r>
              <a:rPr lang="en-US"/>
              <a:t>Presentation Subtitle Here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83" y="5583276"/>
            <a:ext cx="2702073" cy="228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52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58" userDrawn="1">
          <p15:clr>
            <a:srgbClr val="FBAE40"/>
          </p15:clr>
        </p15:guide>
        <p15:guide id="2" pos="2117" userDrawn="1">
          <p15:clr>
            <a:srgbClr val="FBAE40"/>
          </p15:clr>
        </p15:guide>
        <p15:guide id="3" pos="3175" userDrawn="1">
          <p15:clr>
            <a:srgbClr val="FBAE40"/>
          </p15:clr>
        </p15:guide>
        <p15:guide id="4" pos="4234" userDrawn="1">
          <p15:clr>
            <a:srgbClr val="FBAE40"/>
          </p15:clr>
        </p15:guide>
        <p15:guide id="5" pos="317" userDrawn="1">
          <p15:clr>
            <a:srgbClr val="FBAE40"/>
          </p15:clr>
        </p15:guide>
        <p15:guide id="6" orient="horz" pos="357" userDrawn="1">
          <p15:clr>
            <a:srgbClr val="FBAE40"/>
          </p15:clr>
        </p15:guide>
        <p15:guide id="7" orient="horz" pos="5000" userDrawn="1">
          <p15:clr>
            <a:srgbClr val="FBAE40"/>
          </p15:clr>
        </p15:guide>
        <p15:guide id="8" pos="6033" userDrawn="1">
          <p15:clr>
            <a:srgbClr val="FBAE40"/>
          </p15:clr>
        </p15:guide>
        <p15:guide id="9" pos="5715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1E69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672068" y="3875671"/>
            <a:ext cx="12097227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886095" rtl="0" eaLnBrk="1" latinLnBrk="0" hangingPunct="1">
              <a:lnSpc>
                <a:spcPts val="5427"/>
              </a:lnSpc>
              <a:spcBef>
                <a:spcPct val="0"/>
              </a:spcBef>
              <a:buNone/>
              <a:defRPr lang="en-US" sz="5233" b="1" kern="120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Section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6048614" y="4987237"/>
            <a:ext cx="1344136" cy="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" y="7339003"/>
            <a:ext cx="2195864" cy="1047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6034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 flipV="1">
            <a:off x="0" y="0"/>
            <a:ext cx="13441363" cy="5025665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sp>
        <p:nvSpPr>
          <p:cNvPr id="13" name="Title 13"/>
          <p:cNvSpPr>
            <a:spLocks noGrp="1"/>
          </p:cNvSpPr>
          <p:nvPr>
            <p:ph type="title" hasCustomPrompt="1"/>
          </p:nvPr>
        </p:nvSpPr>
        <p:spPr>
          <a:xfrm>
            <a:off x="1008103" y="566951"/>
            <a:ext cx="11458429" cy="38917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88609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907" b="1" kern="1200" baseline="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“Quote Here.”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3459" y="5761528"/>
            <a:ext cx="12097227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ts val="1357"/>
              </a:lnSpc>
              <a:buNone/>
              <a:defRPr sz="1938" b="1" baseline="0">
                <a:solidFill>
                  <a:srgbClr val="000000"/>
                </a:solidFill>
              </a:defRPr>
            </a:lvl1pPr>
            <a:lvl2pPr marL="443047" indent="0" algn="ctr">
              <a:buNone/>
              <a:defRPr sz="1938"/>
            </a:lvl2pPr>
            <a:lvl3pPr marL="886095" indent="0" algn="ctr">
              <a:buNone/>
              <a:defRPr sz="1744"/>
            </a:lvl3pPr>
            <a:lvl4pPr marL="1329142" indent="0" algn="ctr">
              <a:buNone/>
              <a:defRPr sz="1550"/>
            </a:lvl4pPr>
            <a:lvl5pPr marL="1772189" indent="0" algn="ctr">
              <a:buNone/>
              <a:defRPr sz="1550"/>
            </a:lvl5pPr>
            <a:lvl6pPr marL="2215237" indent="0" algn="ctr">
              <a:buNone/>
              <a:defRPr sz="1550"/>
            </a:lvl6pPr>
            <a:lvl7pPr marL="2658284" indent="0" algn="ctr">
              <a:buNone/>
              <a:defRPr sz="1550"/>
            </a:lvl7pPr>
            <a:lvl8pPr marL="3101332" indent="0" algn="ctr">
              <a:buNone/>
              <a:defRPr sz="1550"/>
            </a:lvl8pPr>
            <a:lvl9pPr marL="3544379" indent="0" algn="ctr">
              <a:buNone/>
              <a:defRPr sz="1550"/>
            </a:lvl9pPr>
          </a:lstStyle>
          <a:p>
            <a:r>
              <a:rPr lang="en-US"/>
              <a:t>Author</a:t>
            </a:r>
          </a:p>
          <a:p>
            <a:r>
              <a:rPr lang="en-US"/>
              <a:t>Title, Company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4671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Opt 1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1183795"/>
            <a:ext cx="12559274" cy="590307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C39E7C3-CEBE-C2A6-3193-741EF1F68B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040" y="309246"/>
            <a:ext cx="5922601" cy="7959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 sz="2713"/>
              <a:t>IAM Team</a:t>
            </a:r>
          </a:p>
        </p:txBody>
      </p:sp>
    </p:spTree>
    <p:extLst>
      <p:ext uri="{BB962C8B-B14F-4D97-AF65-F5344CB8AC3E}">
        <p14:creationId xmlns:p14="http://schemas.microsoft.com/office/powerpoint/2010/main" val="40615903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pt 1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6"/>
            <a:ext cx="12559275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5"/>
            <a:ext cx="12559275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963114"/>
            <a:ext cx="12559275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27897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_Opt 1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12559274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12559274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41011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pt 2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84585" y="2385913"/>
            <a:ext cx="12552727" cy="4700954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357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7"/>
            <a:ext cx="12552727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5"/>
            <a:ext cx="12552727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6053515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pt 2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12559274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963114"/>
            <a:ext cx="12559274" cy="4123753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357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05877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_Opt 2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12559274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12559274" cy="3727960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357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1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7067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8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12559274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2344891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12559274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41196198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4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12559274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146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Icon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20681" y="1"/>
            <a:ext cx="6720682" cy="8504238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563084"/>
            <a:ext cx="5922601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5922601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1866730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6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Icon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20681" y="1"/>
            <a:ext cx="6720682" cy="8504238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5922601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963114"/>
            <a:ext cx="5922601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2313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69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Icon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20681" y="1"/>
            <a:ext cx="6720682" cy="8504238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5922601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5922601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04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69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6720682" cy="8504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563084"/>
            <a:ext cx="5838592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7"/>
            <a:ext cx="5838592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1791476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6720682" cy="8504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6"/>
            <a:ext cx="5838592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963114"/>
            <a:ext cx="5838592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614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7096466" y="1109215"/>
            <a:ext cx="5840847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7222477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6466" y="454895"/>
            <a:ext cx="5840847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6466" y="3358906"/>
            <a:ext cx="5840847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6720682" cy="8504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09967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ne Photo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7291839"/>
            <a:ext cx="13441363" cy="1212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4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22830"/>
            <a:ext cx="6720682" cy="7314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" y="7339003"/>
            <a:ext cx="2195864" cy="1047584"/>
          </a:xfrm>
          <a:prstGeom prst="rect">
            <a:avLst/>
          </a:prstGeom>
        </p:spPr>
      </p:pic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563084"/>
            <a:ext cx="5838592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7"/>
            <a:ext cx="5838592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185950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ne Photo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7291839"/>
            <a:ext cx="13441363" cy="1212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4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22830"/>
            <a:ext cx="6720682" cy="7314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" y="7339003"/>
            <a:ext cx="2195864" cy="1047584"/>
          </a:xfrm>
          <a:prstGeom prst="rect">
            <a:avLst/>
          </a:prstGeom>
        </p:spPr>
      </p:pic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6"/>
            <a:ext cx="5838592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963114"/>
            <a:ext cx="5838592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602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ne Photo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7291839"/>
            <a:ext cx="13441363" cy="1212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34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22830"/>
            <a:ext cx="6720682" cy="7314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bg1"/>
                </a:solidFill>
              </a:rPr>
              <a:pPr algn="r"/>
              <a:t>‹#›</a:t>
            </a:fld>
            <a:endParaRPr lang="en-US" sz="1934" b="1">
              <a:solidFill>
                <a:schemeClr val="bg1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7096466" y="1109215"/>
            <a:ext cx="5840847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7222477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6466" y="454895"/>
            <a:ext cx="5840847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6466" y="3358906"/>
            <a:ext cx="5840847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9" y="7339003"/>
            <a:ext cx="2195864" cy="104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69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4" userDrawn="1">
          <p15:clr>
            <a:srgbClr val="FBAE40"/>
          </p15:clr>
        </p15:guide>
        <p15:guide id="2" pos="8202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Two Photo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20681" y="0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20681" y="4252119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3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563084"/>
            <a:ext cx="5922601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5922601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513512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79" userDrawn="1">
          <p15:clr>
            <a:srgbClr val="FBAE40"/>
          </p15:clr>
        </p15:guide>
        <p15:guide id="2" pos="3969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Two Photo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20681" y="0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20681" y="4252119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5922601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963114"/>
            <a:ext cx="5922601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105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79" userDrawn="1">
          <p15:clr>
            <a:srgbClr val="FBAE40"/>
          </p15:clr>
        </p15:guide>
        <p15:guide id="2" pos="3969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Two Photo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20681" y="0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20681" y="4252119"/>
            <a:ext cx="6720682" cy="42521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5922601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592260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5922601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5288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79" userDrawn="1">
          <p15:clr>
            <a:srgbClr val="FBAE40"/>
          </p15:clr>
        </p15:guide>
        <p15:guide id="2" pos="3969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 with Content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42631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263164"/>
            <a:ext cx="6720682" cy="42410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6234" y="4822752"/>
            <a:ext cx="5743127" cy="3114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907"/>
              </a:lnSpc>
              <a:buNone/>
              <a:defRPr sz="1938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563084"/>
            <a:ext cx="5838592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7"/>
            <a:ext cx="5838592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85597903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 with Content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42631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263164"/>
            <a:ext cx="6720682" cy="42410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6234" y="4822752"/>
            <a:ext cx="5743127" cy="3114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907"/>
              </a:lnSpc>
              <a:buNone/>
              <a:defRPr sz="1938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3" name="Title 13"/>
          <p:cNvSpPr>
            <a:spLocks noGrp="1"/>
          </p:cNvSpPr>
          <p:nvPr>
            <p:ph type="title" hasCustomPrompt="1"/>
          </p:nvPr>
        </p:nvSpPr>
        <p:spPr>
          <a:xfrm>
            <a:off x="7098721" y="1109216"/>
            <a:ext cx="5838592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1" y="454895"/>
            <a:ext cx="5838592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1" y="2963114"/>
            <a:ext cx="5838592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287761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 with Content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42631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263164"/>
            <a:ext cx="6720682" cy="42410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44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6234" y="4822752"/>
            <a:ext cx="5743127" cy="3114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907"/>
              </a:lnSpc>
              <a:buNone/>
              <a:defRPr sz="1938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3" name="Title 13"/>
          <p:cNvSpPr>
            <a:spLocks noGrp="1"/>
          </p:cNvSpPr>
          <p:nvPr>
            <p:ph type="title" hasCustomPrompt="1"/>
          </p:nvPr>
        </p:nvSpPr>
        <p:spPr>
          <a:xfrm>
            <a:off x="7096466" y="1109215"/>
            <a:ext cx="5840847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7222477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6466" y="454895"/>
            <a:ext cx="5840847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6466" y="3358906"/>
            <a:ext cx="5840847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92680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515776" y="2405918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15776" y="2795168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3745898" y="2793054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32"/>
          </p:nvPr>
        </p:nvSpPr>
        <p:spPr>
          <a:xfrm>
            <a:off x="6976018" y="2796549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33"/>
          </p:nvPr>
        </p:nvSpPr>
        <p:spPr>
          <a:xfrm>
            <a:off x="10206141" y="2795999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3745898" y="2405918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6976018" y="2402423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36" hasCustomPrompt="1"/>
          </p:nvPr>
        </p:nvSpPr>
        <p:spPr>
          <a:xfrm>
            <a:off x="10206143" y="2402423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515776" y="4775281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8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515777" y="5165913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3745899" y="5163798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6976023" y="5167294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10206142" y="5166743"/>
            <a:ext cx="2731171" cy="173247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42" hasCustomPrompt="1"/>
          </p:nvPr>
        </p:nvSpPr>
        <p:spPr>
          <a:xfrm>
            <a:off x="3745898" y="4773167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43" hasCustomPrompt="1"/>
          </p:nvPr>
        </p:nvSpPr>
        <p:spPr>
          <a:xfrm>
            <a:off x="6976023" y="4773167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44" hasCustomPrompt="1"/>
          </p:nvPr>
        </p:nvSpPr>
        <p:spPr>
          <a:xfrm>
            <a:off x="10206141" y="4772617"/>
            <a:ext cx="2731171" cy="310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50" b="1"/>
            </a:lvl1pPr>
          </a:lstStyle>
          <a:p>
            <a:pPr lvl="0"/>
            <a:r>
              <a:rPr lang="en-US"/>
              <a:t>Photo Header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30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12559271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12559271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6885135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Half Page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563084"/>
            <a:ext cx="6342643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7"/>
            <a:ext cx="6342643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6342643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53845950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Half Page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6"/>
            <a:ext cx="6342643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3101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6342643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2963114"/>
            <a:ext cx="6342643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713726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Half Page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3"/>
            <a:ext cx="2195866" cy="1047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27429" y="7652884"/>
            <a:ext cx="739712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550" b="1" smtClean="0">
                <a:solidFill>
                  <a:schemeClr val="tx2"/>
                </a:solidFill>
              </a:rPr>
              <a:pPr algn="r"/>
              <a:t>‹#›</a:t>
            </a:fld>
            <a:endParaRPr lang="en-US" sz="1934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40" y="1109215"/>
            <a:ext cx="6342643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886095" rtl="0" eaLnBrk="1" latinLnBrk="0" hangingPunct="1">
              <a:lnSpc>
                <a:spcPct val="100000"/>
              </a:lnSpc>
              <a:defRPr lang="en-US" sz="2713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40" y="454895"/>
            <a:ext cx="6342643" cy="65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38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40" y="3358906"/>
            <a:ext cx="6342643" cy="3727960"/>
          </a:xfrm>
          <a:prstGeom prst="rect">
            <a:avLst/>
          </a:prstGeom>
        </p:spPr>
        <p:txBody>
          <a:bodyPr>
            <a:normAutofit/>
          </a:bodyPr>
          <a:lstStyle>
            <a:lvl1pPr marL="221524" indent="-221524">
              <a:buClr>
                <a:srgbClr val="1E69D2"/>
              </a:buClr>
              <a:buFont typeface="Arial" panose="020B0604020202020204" pitchFamily="34" charset="0"/>
              <a:buChar char="•"/>
              <a:defRPr sz="2326"/>
            </a:lvl1pPr>
            <a:lvl2pPr marL="664571" indent="-221524">
              <a:buClr>
                <a:srgbClr val="1E69D2"/>
              </a:buClr>
              <a:buFont typeface="Arial" panose="020B0604020202020204" pitchFamily="34" charset="0"/>
              <a:buChar char="•"/>
              <a:defRPr sz="1938"/>
            </a:lvl2pPr>
            <a:lvl3pPr marL="1107618" indent="-221524">
              <a:buClr>
                <a:srgbClr val="1E69D2"/>
              </a:buClr>
              <a:buFont typeface="Arial" panose="020B0604020202020204" pitchFamily="34" charset="0"/>
              <a:buChar char="•"/>
              <a:defRPr sz="1744"/>
            </a:lvl3pPr>
            <a:lvl4pPr marL="1550666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4pPr>
            <a:lvl5pPr marL="1993713" indent="-221524">
              <a:buClr>
                <a:srgbClr val="1E69D2"/>
              </a:buClr>
              <a:buFont typeface="Arial" panose="020B0604020202020204" pitchFamily="34" charset="0"/>
              <a:buChar char="•"/>
              <a:defRPr sz="15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333778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3429426" cy="85042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" t="19826" r="63696" b="18809"/>
          <a:stretch/>
        </p:blipFill>
        <p:spPr>
          <a:xfrm>
            <a:off x="5495981" y="5438868"/>
            <a:ext cx="2430365" cy="249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4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pos="1058" userDrawn="1">
          <p15:clr>
            <a:srgbClr val="FBAE40"/>
          </p15:clr>
        </p15:guide>
        <p15:guide id="2" pos="2117" userDrawn="1">
          <p15:clr>
            <a:srgbClr val="FBAE40"/>
          </p15:clr>
        </p15:guide>
        <p15:guide id="3" pos="4207" userDrawn="1">
          <p15:clr>
            <a:srgbClr val="FBAE40"/>
          </p15:clr>
        </p15:guide>
        <p15:guide id="4" pos="317" userDrawn="1">
          <p15:clr>
            <a:srgbClr val="FBAE40"/>
          </p15:clr>
        </p15:guide>
        <p15:guide id="5" orient="horz" pos="357" userDrawn="1">
          <p15:clr>
            <a:srgbClr val="FBAE40"/>
          </p15:clr>
        </p15:guide>
        <p15:guide id="6" orient="horz" pos="5000" userDrawn="1">
          <p15:clr>
            <a:srgbClr val="FBAE40"/>
          </p15:clr>
        </p15:guide>
        <p15:guide id="7" pos="6086" userDrawn="1">
          <p15:clr>
            <a:srgbClr val="FBAE40"/>
          </p15:clr>
        </p15:guide>
        <p15:guide id="8" orient="horz" pos="4643" userDrawn="1">
          <p15:clr>
            <a:srgbClr val="FBAE40"/>
          </p15:clr>
        </p15:guide>
        <p15:guide id="9" orient="horz" pos="714" userDrawn="1">
          <p15:clr>
            <a:srgbClr val="FBAE40"/>
          </p15:clr>
        </p15:guide>
        <p15:guide id="10" pos="5715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Divider - Deloitte gree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172829C-B9D5-C705-6F9F-8D2BD23C4DD1}"/>
              </a:ext>
            </a:extLst>
          </p:cNvPr>
          <p:cNvGrpSpPr/>
          <p:nvPr userDrawn="1"/>
        </p:nvGrpSpPr>
        <p:grpSpPr>
          <a:xfrm>
            <a:off x="-42282" y="0"/>
            <a:ext cx="13483645" cy="8596884"/>
            <a:chOff x="37848" y="2928672"/>
            <a:chExt cx="12230352" cy="69327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93986B-CC15-7CF6-0307-40F087049BED}"/>
                </a:ext>
              </a:extLst>
            </p:cNvPr>
            <p:cNvSpPr/>
            <p:nvPr/>
          </p:nvSpPr>
          <p:spPr bwMode="gray">
            <a:xfrm>
              <a:off x="37848" y="2928672"/>
              <a:ext cx="12230352" cy="6932712"/>
            </a:xfrm>
            <a:prstGeom prst="rect">
              <a:avLst/>
            </a:prstGeom>
            <a:solidFill>
              <a:schemeClr val="tx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008126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764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A232EC-E0A2-F6D0-FA57-DC8736D38FD0}"/>
                </a:ext>
              </a:extLst>
            </p:cNvPr>
            <p:cNvSpPr/>
            <p:nvPr userDrawn="1"/>
          </p:nvSpPr>
          <p:spPr bwMode="gray">
            <a:xfrm>
              <a:off x="37848" y="2928672"/>
              <a:ext cx="12230352" cy="6932712"/>
            </a:xfrm>
            <a:prstGeom prst="rect">
              <a:avLst/>
            </a:prstGeom>
            <a:gradFill flip="none" rotWithShape="1">
              <a:gsLst>
                <a:gs pos="0">
                  <a:srgbClr val="005587"/>
                </a:gs>
                <a:gs pos="86000">
                  <a:srgbClr val="004F59"/>
                </a:gs>
              </a:gsLst>
              <a:lin ang="5400000" scaled="1"/>
              <a:tileRect/>
            </a:gra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008126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764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793435" y="2277465"/>
            <a:ext cx="5812210" cy="3860376"/>
          </a:xfrm>
        </p:spPr>
        <p:txBody>
          <a:bodyPr anchor="ctr"/>
          <a:lstStyle>
            <a:lvl1pPr algn="ctr">
              <a:lnSpc>
                <a:spcPct val="95000"/>
              </a:lnSpc>
              <a:defRPr sz="3528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847A2D-302B-DD10-D3B5-EE511F09772A}"/>
              </a:ext>
            </a:extLst>
          </p:cNvPr>
          <p:cNvGrpSpPr/>
          <p:nvPr userDrawn="1"/>
        </p:nvGrpSpPr>
        <p:grpSpPr>
          <a:xfrm rot="18087616">
            <a:off x="9498962" y="-927953"/>
            <a:ext cx="8171767" cy="6410836"/>
            <a:chOff x="-9135781" y="75232"/>
            <a:chExt cx="7771347" cy="6857480"/>
          </a:xfr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F5E9AAF1-6D4E-517A-018C-B544F7845CE3}"/>
                </a:ext>
              </a:extLst>
            </p:cNvPr>
            <p:cNvGrpSpPr/>
            <p:nvPr/>
          </p:nvGrpSpPr>
          <p:grpSpPr>
            <a:xfrm>
              <a:off x="-9135781" y="400432"/>
              <a:ext cx="7771347" cy="5735574"/>
              <a:chOff x="-1775339" y="560747"/>
              <a:chExt cx="7771347" cy="5735574"/>
            </a:xfrm>
            <a:grpFill/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6C4DEC1B-6A48-0E8B-3065-4BB8F6A2574C}"/>
                  </a:ext>
                </a:extLst>
              </p:cNvPr>
              <p:cNvSpPr/>
              <p:nvPr/>
            </p:nvSpPr>
            <p:spPr>
              <a:xfrm>
                <a:off x="-1211347" y="560747"/>
                <a:ext cx="5926286" cy="5144694"/>
              </a:xfrm>
              <a:custGeom>
                <a:avLst/>
                <a:gdLst>
                  <a:gd name="connsiteX0" fmla="*/ 3061778 w 5926286"/>
                  <a:gd name="connsiteY0" fmla="*/ 5144695 h 5144694"/>
                  <a:gd name="connsiteX1" fmla="*/ 2282401 w 5926286"/>
                  <a:gd name="connsiteY1" fmla="*/ 4949019 h 5144694"/>
                  <a:gd name="connsiteX2" fmla="*/ 1359414 w 5926286"/>
                  <a:gd name="connsiteY2" fmla="*/ 4398725 h 5144694"/>
                  <a:gd name="connsiteX3" fmla="*/ 559847 w 5926286"/>
                  <a:gd name="connsiteY3" fmla="*/ 3705679 h 5144694"/>
                  <a:gd name="connsiteX4" fmla="*/ 70303 w 5926286"/>
                  <a:gd name="connsiteY4" fmla="*/ 3083911 h 5144694"/>
                  <a:gd name="connsiteX5" fmla="*/ 26492 w 5926286"/>
                  <a:gd name="connsiteY5" fmla="*/ 2780924 h 5144694"/>
                  <a:gd name="connsiteX6" fmla="*/ 382999 w 5926286"/>
                  <a:gd name="connsiteY6" fmla="*/ 2762234 h 5144694"/>
                  <a:gd name="connsiteX7" fmla="*/ 1345607 w 5926286"/>
                  <a:gd name="connsiteY7" fmla="*/ 2897931 h 5144694"/>
                  <a:gd name="connsiteX8" fmla="*/ 1902638 w 5926286"/>
                  <a:gd name="connsiteY8" fmla="*/ 2715661 h 5144694"/>
                  <a:gd name="connsiteX9" fmla="*/ 2208670 w 5926286"/>
                  <a:gd name="connsiteY9" fmla="*/ 2098081 h 5144694"/>
                  <a:gd name="connsiteX10" fmla="*/ 2225092 w 5926286"/>
                  <a:gd name="connsiteY10" fmla="*/ 1280046 h 5144694"/>
                  <a:gd name="connsiteX11" fmla="*/ 2264094 w 5926286"/>
                  <a:gd name="connsiteY11" fmla="*/ 419683 h 5144694"/>
                  <a:gd name="connsiteX12" fmla="*/ 2423873 w 5926286"/>
                  <a:gd name="connsiteY12" fmla="*/ 131340 h 5144694"/>
                  <a:gd name="connsiteX13" fmla="*/ 2751444 w 5926286"/>
                  <a:gd name="connsiteY13" fmla="*/ 2613 h 5144694"/>
                  <a:gd name="connsiteX14" fmla="*/ 3665854 w 5926286"/>
                  <a:gd name="connsiteY14" fmla="*/ 1133724 h 5144694"/>
                  <a:gd name="connsiteX15" fmla="*/ 4350157 w 5926286"/>
                  <a:gd name="connsiteY15" fmla="*/ 2392101 h 5144694"/>
                  <a:gd name="connsiteX16" fmla="*/ 5510984 w 5926286"/>
                  <a:gd name="connsiteY16" fmla="*/ 2371949 h 5144694"/>
                  <a:gd name="connsiteX17" fmla="*/ 5882169 w 5926286"/>
                  <a:gd name="connsiteY17" fmla="*/ 2376812 h 5144694"/>
                  <a:gd name="connsiteX18" fmla="*/ 5926036 w 5926286"/>
                  <a:gd name="connsiteY18" fmla="*/ 2522065 h 5144694"/>
                  <a:gd name="connsiteX19" fmla="*/ 5873649 w 5926286"/>
                  <a:gd name="connsiteY19" fmla="*/ 2740564 h 5144694"/>
                  <a:gd name="connsiteX20" fmla="*/ 4774743 w 5926286"/>
                  <a:gd name="connsiteY20" fmla="*/ 4197456 h 5144694"/>
                  <a:gd name="connsiteX21" fmla="*/ 3951526 w 5926286"/>
                  <a:gd name="connsiteY21" fmla="*/ 4840950 h 5144694"/>
                  <a:gd name="connsiteX22" fmla="*/ 3142820 w 5926286"/>
                  <a:gd name="connsiteY22" fmla="*/ 5141688 h 5144694"/>
                  <a:gd name="connsiteX23" fmla="*/ 3061778 w 5926286"/>
                  <a:gd name="connsiteY23" fmla="*/ 5144695 h 5144694"/>
                  <a:gd name="connsiteX24" fmla="*/ 173617 w 5926286"/>
                  <a:gd name="connsiteY24" fmla="*/ 2738905 h 5144694"/>
                  <a:gd name="connsiteX25" fmla="*/ 34731 w 5926286"/>
                  <a:gd name="connsiteY25" fmla="*/ 2787529 h 5144694"/>
                  <a:gd name="connsiteX26" fmla="*/ 79639 w 5926286"/>
                  <a:gd name="connsiteY26" fmla="*/ 3078964 h 5144694"/>
                  <a:gd name="connsiteX27" fmla="*/ 1365657 w 5926286"/>
                  <a:gd name="connsiteY27" fmla="*/ 4390209 h 5144694"/>
                  <a:gd name="connsiteX28" fmla="*/ 3142004 w 5926286"/>
                  <a:gd name="connsiteY28" fmla="*/ 5131148 h 5144694"/>
                  <a:gd name="connsiteX29" fmla="*/ 3142004 w 5926286"/>
                  <a:gd name="connsiteY29" fmla="*/ 5131148 h 5144694"/>
                  <a:gd name="connsiteX30" fmla="*/ 4767432 w 5926286"/>
                  <a:gd name="connsiteY30" fmla="*/ 4189810 h 5144694"/>
                  <a:gd name="connsiteX31" fmla="*/ 5863751 w 5926286"/>
                  <a:gd name="connsiteY31" fmla="*/ 2736825 h 5144694"/>
                  <a:gd name="connsiteX32" fmla="*/ 5874520 w 5926286"/>
                  <a:gd name="connsiteY32" fmla="*/ 2384147 h 5144694"/>
                  <a:gd name="connsiteX33" fmla="*/ 5514330 w 5926286"/>
                  <a:gd name="connsiteY33" fmla="*/ 2382011 h 5144694"/>
                  <a:gd name="connsiteX34" fmla="*/ 4825640 w 5926286"/>
                  <a:gd name="connsiteY34" fmla="*/ 2512368 h 5144694"/>
                  <a:gd name="connsiteX35" fmla="*/ 4825078 w 5926286"/>
                  <a:gd name="connsiteY35" fmla="*/ 2512368 h 5144694"/>
                  <a:gd name="connsiteX36" fmla="*/ 4345152 w 5926286"/>
                  <a:gd name="connsiteY36" fmla="*/ 2401461 h 5144694"/>
                  <a:gd name="connsiteX37" fmla="*/ 3893346 w 5926286"/>
                  <a:gd name="connsiteY37" fmla="*/ 1873455 h 5144694"/>
                  <a:gd name="connsiteX38" fmla="*/ 3655674 w 5926286"/>
                  <a:gd name="connsiteY38" fmla="*/ 1136451 h 5144694"/>
                  <a:gd name="connsiteX39" fmla="*/ 3368006 w 5926286"/>
                  <a:gd name="connsiteY39" fmla="*/ 330052 h 5144694"/>
                  <a:gd name="connsiteX40" fmla="*/ 2752316 w 5926286"/>
                  <a:gd name="connsiteY40" fmla="*/ 13181 h 5144694"/>
                  <a:gd name="connsiteX41" fmla="*/ 2274386 w 5926286"/>
                  <a:gd name="connsiteY41" fmla="*/ 422465 h 5144694"/>
                  <a:gd name="connsiteX42" fmla="*/ 2235749 w 5926286"/>
                  <a:gd name="connsiteY42" fmla="*/ 1279709 h 5144694"/>
                  <a:gd name="connsiteX43" fmla="*/ 2219215 w 5926286"/>
                  <a:gd name="connsiteY43" fmla="*/ 2099711 h 5144694"/>
                  <a:gd name="connsiteX44" fmla="*/ 2119557 w 5926286"/>
                  <a:gd name="connsiteY44" fmla="*/ 2452052 h 5144694"/>
                  <a:gd name="connsiteX45" fmla="*/ 1909275 w 5926286"/>
                  <a:gd name="connsiteY45" fmla="*/ 2723981 h 5144694"/>
                  <a:gd name="connsiteX46" fmla="*/ 380271 w 5926286"/>
                  <a:gd name="connsiteY46" fmla="*/ 2772464 h 5144694"/>
                  <a:gd name="connsiteX47" fmla="*/ 173673 w 5926286"/>
                  <a:gd name="connsiteY47" fmla="*/ 2738933 h 514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926286" h="5144694">
                    <a:moveTo>
                      <a:pt x="3061778" y="5144695"/>
                    </a:moveTo>
                    <a:cubicBezTo>
                      <a:pt x="2838532" y="5144695"/>
                      <a:pt x="2576875" y="5079039"/>
                      <a:pt x="2282401" y="4949019"/>
                    </a:cubicBezTo>
                    <a:cubicBezTo>
                      <a:pt x="1994929" y="4822091"/>
                      <a:pt x="1675765" y="4631783"/>
                      <a:pt x="1359414" y="4398725"/>
                    </a:cubicBezTo>
                    <a:cubicBezTo>
                      <a:pt x="1071801" y="4186831"/>
                      <a:pt x="795324" y="3947197"/>
                      <a:pt x="559847" y="3705679"/>
                    </a:cubicBezTo>
                    <a:cubicBezTo>
                      <a:pt x="333227" y="3473240"/>
                      <a:pt x="159360" y="3252408"/>
                      <a:pt x="70303" y="3083911"/>
                    </a:cubicBezTo>
                    <a:cubicBezTo>
                      <a:pt x="-5255" y="2940934"/>
                      <a:pt x="-19990" y="2838992"/>
                      <a:pt x="26492" y="2780924"/>
                    </a:cubicBezTo>
                    <a:cubicBezTo>
                      <a:pt x="76827" y="2718050"/>
                      <a:pt x="196788" y="2711755"/>
                      <a:pt x="382999" y="2762234"/>
                    </a:cubicBezTo>
                    <a:cubicBezTo>
                      <a:pt x="764702" y="2865721"/>
                      <a:pt x="1088561" y="2911366"/>
                      <a:pt x="1345607" y="2897931"/>
                    </a:cubicBezTo>
                    <a:cubicBezTo>
                      <a:pt x="1581647" y="2885592"/>
                      <a:pt x="1763866" y="2825979"/>
                      <a:pt x="1902638" y="2715661"/>
                    </a:cubicBezTo>
                    <a:cubicBezTo>
                      <a:pt x="2066073" y="2585754"/>
                      <a:pt x="2166180" y="2383754"/>
                      <a:pt x="2208670" y="2098081"/>
                    </a:cubicBezTo>
                    <a:cubicBezTo>
                      <a:pt x="2246379" y="1844646"/>
                      <a:pt x="2235552" y="1557624"/>
                      <a:pt x="2225092" y="1280046"/>
                    </a:cubicBezTo>
                    <a:cubicBezTo>
                      <a:pt x="2212944" y="957779"/>
                      <a:pt x="2201471" y="653387"/>
                      <a:pt x="2264094" y="419683"/>
                    </a:cubicBezTo>
                    <a:cubicBezTo>
                      <a:pt x="2297810" y="293823"/>
                      <a:pt x="2350086" y="199498"/>
                      <a:pt x="2423873" y="131340"/>
                    </a:cubicBezTo>
                    <a:cubicBezTo>
                      <a:pt x="2506265" y="55228"/>
                      <a:pt x="2613431" y="13125"/>
                      <a:pt x="2751444" y="2613"/>
                    </a:cubicBezTo>
                    <a:cubicBezTo>
                      <a:pt x="3357517" y="-43510"/>
                      <a:pt x="3507285" y="528342"/>
                      <a:pt x="3665854" y="1133724"/>
                    </a:cubicBezTo>
                    <a:cubicBezTo>
                      <a:pt x="3799115" y="1642533"/>
                      <a:pt x="3936932" y="2168656"/>
                      <a:pt x="4350157" y="2392101"/>
                    </a:cubicBezTo>
                    <a:cubicBezTo>
                      <a:pt x="4633130" y="2545112"/>
                      <a:pt x="5012836" y="2538535"/>
                      <a:pt x="5510984" y="2371949"/>
                    </a:cubicBezTo>
                    <a:cubicBezTo>
                      <a:pt x="5695143" y="2310368"/>
                      <a:pt x="5820024" y="2311998"/>
                      <a:pt x="5882169" y="2376812"/>
                    </a:cubicBezTo>
                    <a:cubicBezTo>
                      <a:pt x="5913664" y="2409668"/>
                      <a:pt x="5928427" y="2458545"/>
                      <a:pt x="5926036" y="2522065"/>
                    </a:cubicBezTo>
                    <a:cubicBezTo>
                      <a:pt x="5923759" y="2582156"/>
                      <a:pt x="5906155" y="2655682"/>
                      <a:pt x="5873649" y="2740564"/>
                    </a:cubicBezTo>
                    <a:cubicBezTo>
                      <a:pt x="5725512" y="3127644"/>
                      <a:pt x="5283914" y="3713099"/>
                      <a:pt x="4774743" y="4197456"/>
                    </a:cubicBezTo>
                    <a:cubicBezTo>
                      <a:pt x="4499475" y="4459294"/>
                      <a:pt x="4214815" y="4681840"/>
                      <a:pt x="3951526" y="4840950"/>
                    </a:cubicBezTo>
                    <a:cubicBezTo>
                      <a:pt x="3651119" y="5022517"/>
                      <a:pt x="3379029" y="5123700"/>
                      <a:pt x="3142820" y="5141688"/>
                    </a:cubicBezTo>
                    <a:cubicBezTo>
                      <a:pt x="3116415" y="5143683"/>
                      <a:pt x="3089392" y="5144695"/>
                      <a:pt x="3061778" y="5144695"/>
                    </a:cubicBezTo>
                    <a:close/>
                    <a:moveTo>
                      <a:pt x="173617" y="2738905"/>
                    </a:moveTo>
                    <a:cubicBezTo>
                      <a:pt x="107141" y="2738905"/>
                      <a:pt x="60658" y="2755123"/>
                      <a:pt x="34731" y="2787529"/>
                    </a:cubicBezTo>
                    <a:cubicBezTo>
                      <a:pt x="-8264" y="2841241"/>
                      <a:pt x="7258" y="2942002"/>
                      <a:pt x="79639" y="3078964"/>
                    </a:cubicBezTo>
                    <a:cubicBezTo>
                      <a:pt x="265007" y="3429759"/>
                      <a:pt x="793862" y="3968979"/>
                      <a:pt x="1365657" y="4390209"/>
                    </a:cubicBezTo>
                    <a:cubicBezTo>
                      <a:pt x="1768196" y="4686759"/>
                      <a:pt x="2534244" y="5177383"/>
                      <a:pt x="3142004" y="5131148"/>
                    </a:cubicBezTo>
                    <a:lnTo>
                      <a:pt x="3142004" y="5131148"/>
                    </a:lnTo>
                    <a:cubicBezTo>
                      <a:pt x="3743297" y="5085391"/>
                      <a:pt x="4418489" y="4521719"/>
                      <a:pt x="4767432" y="4189810"/>
                    </a:cubicBezTo>
                    <a:cubicBezTo>
                      <a:pt x="5275562" y="3706466"/>
                      <a:pt x="5716148" y="3122557"/>
                      <a:pt x="5863751" y="2736825"/>
                    </a:cubicBezTo>
                    <a:cubicBezTo>
                      <a:pt x="5928877" y="2566670"/>
                      <a:pt x="5932589" y="2444716"/>
                      <a:pt x="5874520" y="2384147"/>
                    </a:cubicBezTo>
                    <a:cubicBezTo>
                      <a:pt x="5815441" y="2322538"/>
                      <a:pt x="5694271" y="2321836"/>
                      <a:pt x="5514330" y="2382011"/>
                    </a:cubicBezTo>
                    <a:cubicBezTo>
                      <a:pt x="5255681" y="2468494"/>
                      <a:pt x="5023971" y="2512368"/>
                      <a:pt x="4825640" y="2512368"/>
                    </a:cubicBezTo>
                    <a:lnTo>
                      <a:pt x="4825078" y="2512368"/>
                    </a:lnTo>
                    <a:cubicBezTo>
                      <a:pt x="4642578" y="2512284"/>
                      <a:pt x="4481113" y="2474959"/>
                      <a:pt x="4345152" y="2401461"/>
                    </a:cubicBezTo>
                    <a:cubicBezTo>
                      <a:pt x="4158237" y="2300390"/>
                      <a:pt x="4010438" y="2127677"/>
                      <a:pt x="3893346" y="1873455"/>
                    </a:cubicBezTo>
                    <a:cubicBezTo>
                      <a:pt x="3789864" y="1648829"/>
                      <a:pt x="3721644" y="1388368"/>
                      <a:pt x="3655674" y="1136451"/>
                    </a:cubicBezTo>
                    <a:cubicBezTo>
                      <a:pt x="3575504" y="830345"/>
                      <a:pt x="3499749" y="541187"/>
                      <a:pt x="3368006" y="330052"/>
                    </a:cubicBezTo>
                    <a:cubicBezTo>
                      <a:pt x="3220178" y="93172"/>
                      <a:pt x="3024519" y="-7505"/>
                      <a:pt x="2752316" y="13181"/>
                    </a:cubicBezTo>
                    <a:cubicBezTo>
                      <a:pt x="2495804" y="32687"/>
                      <a:pt x="2343955" y="162735"/>
                      <a:pt x="2274386" y="422465"/>
                    </a:cubicBezTo>
                    <a:cubicBezTo>
                      <a:pt x="2212185" y="654624"/>
                      <a:pt x="2223630" y="958257"/>
                      <a:pt x="2235749" y="1279709"/>
                    </a:cubicBezTo>
                    <a:cubicBezTo>
                      <a:pt x="2246238" y="1557765"/>
                      <a:pt x="2257064" y="1845292"/>
                      <a:pt x="2219215" y="2099711"/>
                    </a:cubicBezTo>
                    <a:cubicBezTo>
                      <a:pt x="2198743" y="2237376"/>
                      <a:pt x="2166152" y="2352640"/>
                      <a:pt x="2119557" y="2452052"/>
                    </a:cubicBezTo>
                    <a:cubicBezTo>
                      <a:pt x="2066916" y="2564421"/>
                      <a:pt x="1998134" y="2653378"/>
                      <a:pt x="1909275" y="2723981"/>
                    </a:cubicBezTo>
                    <a:cubicBezTo>
                      <a:pt x="1616966" y="2956280"/>
                      <a:pt x="1116850" y="2972132"/>
                      <a:pt x="380271" y="2772464"/>
                    </a:cubicBezTo>
                    <a:cubicBezTo>
                      <a:pt x="297823" y="2750120"/>
                      <a:pt x="228873" y="2738933"/>
                      <a:pt x="173673" y="273893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DFF59680-9B4F-FFB9-3858-46D78A1BC981}"/>
                  </a:ext>
                </a:extLst>
              </p:cNvPr>
              <p:cNvSpPr/>
              <p:nvPr/>
            </p:nvSpPr>
            <p:spPr>
              <a:xfrm>
                <a:off x="-1144478" y="599546"/>
                <a:ext cx="5888842" cy="5142856"/>
              </a:xfrm>
              <a:custGeom>
                <a:avLst/>
                <a:gdLst>
                  <a:gd name="connsiteX0" fmla="*/ 2962430 w 5888842"/>
                  <a:gd name="connsiteY0" fmla="*/ 5142856 h 5142856"/>
                  <a:gd name="connsiteX1" fmla="*/ 2123411 w 5888842"/>
                  <a:gd name="connsiteY1" fmla="*/ 4959884 h 5142856"/>
                  <a:gd name="connsiteX2" fmla="*/ 1242463 w 5888842"/>
                  <a:gd name="connsiteY2" fmla="*/ 4436179 h 5142856"/>
                  <a:gd name="connsiteX3" fmla="*/ 527875 w 5888842"/>
                  <a:gd name="connsiteY3" fmla="*/ 3762273 h 5142856"/>
                  <a:gd name="connsiteX4" fmla="*/ 87767 w 5888842"/>
                  <a:gd name="connsiteY4" fmla="*/ 3131033 h 5142856"/>
                  <a:gd name="connsiteX5" fmla="*/ 35211 w 5888842"/>
                  <a:gd name="connsiteY5" fmla="*/ 2728072 h 5142856"/>
                  <a:gd name="connsiteX6" fmla="*/ 357580 w 5888842"/>
                  <a:gd name="connsiteY6" fmla="*/ 2720624 h 5142856"/>
                  <a:gd name="connsiteX7" fmla="*/ 1723542 w 5888842"/>
                  <a:gd name="connsiteY7" fmla="*/ 2758989 h 5142856"/>
                  <a:gd name="connsiteX8" fmla="*/ 2101871 w 5888842"/>
                  <a:gd name="connsiteY8" fmla="*/ 1345606 h 5142856"/>
                  <a:gd name="connsiteX9" fmla="*/ 2182378 w 5888842"/>
                  <a:gd name="connsiteY9" fmla="*/ 449464 h 5142856"/>
                  <a:gd name="connsiteX10" fmla="*/ 2355317 w 5888842"/>
                  <a:gd name="connsiteY10" fmla="*/ 144594 h 5142856"/>
                  <a:gd name="connsiteX11" fmla="*/ 2687669 w 5888842"/>
                  <a:gd name="connsiteY11" fmla="*/ 5271 h 5142856"/>
                  <a:gd name="connsiteX12" fmla="*/ 3155419 w 5888842"/>
                  <a:gd name="connsiteY12" fmla="*/ 73879 h 5142856"/>
                  <a:gd name="connsiteX13" fmla="*/ 3454842 w 5888842"/>
                  <a:gd name="connsiteY13" fmla="*/ 340636 h 5142856"/>
                  <a:gd name="connsiteX14" fmla="*/ 3773358 w 5888842"/>
                  <a:gd name="connsiteY14" fmla="*/ 1210049 h 5142856"/>
                  <a:gd name="connsiteX15" fmla="*/ 4401506 w 5888842"/>
                  <a:gd name="connsiteY15" fmla="*/ 2403669 h 5142856"/>
                  <a:gd name="connsiteX16" fmla="*/ 5452157 w 5888842"/>
                  <a:gd name="connsiteY16" fmla="*/ 2434193 h 5142856"/>
                  <a:gd name="connsiteX17" fmla="*/ 5836222 w 5888842"/>
                  <a:gd name="connsiteY17" fmla="*/ 2469972 h 5142856"/>
                  <a:gd name="connsiteX18" fmla="*/ 5810689 w 5888842"/>
                  <a:gd name="connsiteY18" fmla="*/ 2954891 h 5142856"/>
                  <a:gd name="connsiteX19" fmla="*/ 5411158 w 5888842"/>
                  <a:gd name="connsiteY19" fmla="*/ 3613675 h 5142856"/>
                  <a:gd name="connsiteX20" fmla="*/ 4756803 w 5888842"/>
                  <a:gd name="connsiteY20" fmla="*/ 4311049 h 5142856"/>
                  <a:gd name="connsiteX21" fmla="*/ 3942501 w 5888842"/>
                  <a:gd name="connsiteY21" fmla="*/ 4876718 h 5142856"/>
                  <a:gd name="connsiteX22" fmla="*/ 3062848 w 5888842"/>
                  <a:gd name="connsiteY22" fmla="*/ 5139821 h 5142856"/>
                  <a:gd name="connsiteX23" fmla="*/ 3062848 w 5888842"/>
                  <a:gd name="connsiteY23" fmla="*/ 5139821 h 5142856"/>
                  <a:gd name="connsiteX24" fmla="*/ 2962458 w 5888842"/>
                  <a:gd name="connsiteY24" fmla="*/ 5142856 h 5142856"/>
                  <a:gd name="connsiteX25" fmla="*/ 163129 w 5888842"/>
                  <a:gd name="connsiteY25" fmla="*/ 2691394 h 5142856"/>
                  <a:gd name="connsiteX26" fmla="*/ 153596 w 5888842"/>
                  <a:gd name="connsiteY26" fmla="*/ 2691534 h 5142856"/>
                  <a:gd name="connsiteX27" fmla="*/ 42775 w 5888842"/>
                  <a:gd name="connsiteY27" fmla="*/ 2734705 h 5142856"/>
                  <a:gd name="connsiteX28" fmla="*/ 96822 w 5888842"/>
                  <a:gd name="connsiteY28" fmla="*/ 3126564 h 5142856"/>
                  <a:gd name="connsiteX29" fmla="*/ 1248622 w 5888842"/>
                  <a:gd name="connsiteY29" fmla="*/ 4428169 h 5142856"/>
                  <a:gd name="connsiteX30" fmla="*/ 3062201 w 5888842"/>
                  <a:gd name="connsiteY30" fmla="*/ 5129731 h 5142856"/>
                  <a:gd name="connsiteX31" fmla="*/ 3062201 w 5888842"/>
                  <a:gd name="connsiteY31" fmla="*/ 5129731 h 5142856"/>
                  <a:gd name="connsiteX32" fmla="*/ 4750139 w 5888842"/>
                  <a:gd name="connsiteY32" fmla="*/ 4303433 h 5142856"/>
                  <a:gd name="connsiteX33" fmla="*/ 5801353 w 5888842"/>
                  <a:gd name="connsiteY33" fmla="*/ 2950984 h 5142856"/>
                  <a:gd name="connsiteX34" fmla="*/ 5877559 w 5888842"/>
                  <a:gd name="connsiteY34" fmla="*/ 2664777 h 5142856"/>
                  <a:gd name="connsiteX35" fmla="*/ 5828686 w 5888842"/>
                  <a:gd name="connsiteY35" fmla="*/ 2476605 h 5142856"/>
                  <a:gd name="connsiteX36" fmla="*/ 5454885 w 5888842"/>
                  <a:gd name="connsiteY36" fmla="*/ 2443833 h 5142856"/>
                  <a:gd name="connsiteX37" fmla="*/ 4892146 w 5888842"/>
                  <a:gd name="connsiteY37" fmla="*/ 2532340 h 5142856"/>
                  <a:gd name="connsiteX38" fmla="*/ 4396472 w 5888842"/>
                  <a:gd name="connsiteY38" fmla="*/ 2412326 h 5142856"/>
                  <a:gd name="connsiteX39" fmla="*/ 3763601 w 5888842"/>
                  <a:gd name="connsiteY39" fmla="*/ 1212466 h 5142856"/>
                  <a:gd name="connsiteX40" fmla="*/ 3446490 w 5888842"/>
                  <a:gd name="connsiteY40" fmla="*/ 346229 h 5142856"/>
                  <a:gd name="connsiteX41" fmla="*/ 2688569 w 5888842"/>
                  <a:gd name="connsiteY41" fmla="*/ 15249 h 5142856"/>
                  <a:gd name="connsiteX42" fmla="*/ 2111938 w 5888842"/>
                  <a:gd name="connsiteY42" fmla="*/ 1345662 h 5142856"/>
                  <a:gd name="connsiteX43" fmla="*/ 1729363 w 5888842"/>
                  <a:gd name="connsiteY43" fmla="*/ 2767168 h 5142856"/>
                  <a:gd name="connsiteX44" fmla="*/ 1220389 w 5888842"/>
                  <a:gd name="connsiteY44" fmla="*/ 2905733 h 5142856"/>
                  <a:gd name="connsiteX45" fmla="*/ 354318 w 5888842"/>
                  <a:gd name="connsiteY45" fmla="*/ 2730096 h 5142856"/>
                  <a:gd name="connsiteX46" fmla="*/ 163129 w 5888842"/>
                  <a:gd name="connsiteY46" fmla="*/ 2691337 h 5142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5888842" h="5142856">
                    <a:moveTo>
                      <a:pt x="2962430" y="5142856"/>
                    </a:moveTo>
                    <a:cubicBezTo>
                      <a:pt x="2698889" y="5142856"/>
                      <a:pt x="2417210" y="5081472"/>
                      <a:pt x="2123411" y="4959884"/>
                    </a:cubicBezTo>
                    <a:cubicBezTo>
                      <a:pt x="1832396" y="4839420"/>
                      <a:pt x="1535981" y="4663222"/>
                      <a:pt x="1242463" y="4436179"/>
                    </a:cubicBezTo>
                    <a:cubicBezTo>
                      <a:pt x="985558" y="4237467"/>
                      <a:pt x="738467" y="4004437"/>
                      <a:pt x="527875" y="3762273"/>
                    </a:cubicBezTo>
                    <a:cubicBezTo>
                      <a:pt x="334099" y="3539446"/>
                      <a:pt x="177808" y="3315270"/>
                      <a:pt x="87767" y="3131033"/>
                    </a:cubicBezTo>
                    <a:cubicBezTo>
                      <a:pt x="-7391" y="2936284"/>
                      <a:pt x="-25585" y="2796961"/>
                      <a:pt x="35211" y="2728072"/>
                    </a:cubicBezTo>
                    <a:cubicBezTo>
                      <a:pt x="88105" y="2668122"/>
                      <a:pt x="196564" y="2665620"/>
                      <a:pt x="357580" y="2720624"/>
                    </a:cubicBezTo>
                    <a:cubicBezTo>
                      <a:pt x="1001868" y="2940697"/>
                      <a:pt x="1448668" y="2953260"/>
                      <a:pt x="1723542" y="2758989"/>
                    </a:cubicBezTo>
                    <a:cubicBezTo>
                      <a:pt x="2089723" y="2500186"/>
                      <a:pt x="2095881" y="1913242"/>
                      <a:pt x="2101871" y="1345606"/>
                    </a:cubicBezTo>
                    <a:cubicBezTo>
                      <a:pt x="2105386" y="1011253"/>
                      <a:pt x="2108704" y="695450"/>
                      <a:pt x="2182378" y="449464"/>
                    </a:cubicBezTo>
                    <a:cubicBezTo>
                      <a:pt x="2222084" y="316886"/>
                      <a:pt x="2278662" y="217165"/>
                      <a:pt x="2355317" y="144594"/>
                    </a:cubicBezTo>
                    <a:cubicBezTo>
                      <a:pt x="2441140" y="63339"/>
                      <a:pt x="2549852" y="17750"/>
                      <a:pt x="2687669" y="5271"/>
                    </a:cubicBezTo>
                    <a:cubicBezTo>
                      <a:pt x="2870731" y="-11312"/>
                      <a:pt x="3023704" y="11145"/>
                      <a:pt x="3155419" y="73879"/>
                    </a:cubicBezTo>
                    <a:cubicBezTo>
                      <a:pt x="3273130" y="129951"/>
                      <a:pt x="3371072" y="217193"/>
                      <a:pt x="3454842" y="340636"/>
                    </a:cubicBezTo>
                    <a:cubicBezTo>
                      <a:pt x="3610290" y="569646"/>
                      <a:pt x="3689504" y="880727"/>
                      <a:pt x="3773358" y="1210049"/>
                    </a:cubicBezTo>
                    <a:cubicBezTo>
                      <a:pt x="3895315" y="1688981"/>
                      <a:pt x="4021434" y="2184243"/>
                      <a:pt x="4401506" y="2403669"/>
                    </a:cubicBezTo>
                    <a:cubicBezTo>
                      <a:pt x="4656752" y="2551059"/>
                      <a:pt x="5000436" y="2561036"/>
                      <a:pt x="5452157" y="2434193"/>
                    </a:cubicBezTo>
                    <a:cubicBezTo>
                      <a:pt x="5639184" y="2381690"/>
                      <a:pt x="5768396" y="2393719"/>
                      <a:pt x="5836222" y="2469972"/>
                    </a:cubicBezTo>
                    <a:cubicBezTo>
                      <a:pt x="5914199" y="2557608"/>
                      <a:pt x="5905369" y="2725290"/>
                      <a:pt x="5810689" y="2954891"/>
                    </a:cubicBezTo>
                    <a:cubicBezTo>
                      <a:pt x="5729844" y="3150904"/>
                      <a:pt x="5591690" y="3378734"/>
                      <a:pt x="5411158" y="3613675"/>
                    </a:cubicBezTo>
                    <a:cubicBezTo>
                      <a:pt x="5222388" y="3859353"/>
                      <a:pt x="4996106" y="4100505"/>
                      <a:pt x="4756803" y="4311049"/>
                    </a:cubicBezTo>
                    <a:cubicBezTo>
                      <a:pt x="4489493" y="4546243"/>
                      <a:pt x="4215519" y="4736551"/>
                      <a:pt x="3942501" y="4876718"/>
                    </a:cubicBezTo>
                    <a:cubicBezTo>
                      <a:pt x="3635907" y="5034113"/>
                      <a:pt x="3339943" y="5122648"/>
                      <a:pt x="3062848" y="5139821"/>
                    </a:cubicBezTo>
                    <a:lnTo>
                      <a:pt x="3062848" y="5139821"/>
                    </a:lnTo>
                    <a:cubicBezTo>
                      <a:pt x="3029694" y="5141845"/>
                      <a:pt x="2996203" y="5142856"/>
                      <a:pt x="2962458" y="5142856"/>
                    </a:cubicBezTo>
                    <a:close/>
                    <a:moveTo>
                      <a:pt x="163129" y="2691394"/>
                    </a:moveTo>
                    <a:cubicBezTo>
                      <a:pt x="159895" y="2691394"/>
                      <a:pt x="156718" y="2691450"/>
                      <a:pt x="153596" y="2691534"/>
                    </a:cubicBezTo>
                    <a:cubicBezTo>
                      <a:pt x="103908" y="2693164"/>
                      <a:pt x="66621" y="2707695"/>
                      <a:pt x="42775" y="2734705"/>
                    </a:cubicBezTo>
                    <a:cubicBezTo>
                      <a:pt x="-14281" y="2799350"/>
                      <a:pt x="4925" y="2938505"/>
                      <a:pt x="96822" y="3126564"/>
                    </a:cubicBezTo>
                    <a:cubicBezTo>
                      <a:pt x="257444" y="3455240"/>
                      <a:pt x="675871" y="3985156"/>
                      <a:pt x="1248622" y="4428169"/>
                    </a:cubicBezTo>
                    <a:cubicBezTo>
                      <a:pt x="1692554" y="4771544"/>
                      <a:pt x="2367521" y="5172003"/>
                      <a:pt x="3062201" y="5129731"/>
                    </a:cubicBezTo>
                    <a:lnTo>
                      <a:pt x="3062201" y="5129731"/>
                    </a:lnTo>
                    <a:cubicBezTo>
                      <a:pt x="3581635" y="5097521"/>
                      <a:pt x="4181100" y="4804063"/>
                      <a:pt x="4750139" y="4303433"/>
                    </a:cubicBezTo>
                    <a:cubicBezTo>
                      <a:pt x="5220589" y="3889539"/>
                      <a:pt x="5633223" y="3358666"/>
                      <a:pt x="5801353" y="2950984"/>
                    </a:cubicBezTo>
                    <a:cubicBezTo>
                      <a:pt x="5846683" y="2841060"/>
                      <a:pt x="5872328" y="2744768"/>
                      <a:pt x="5877559" y="2664777"/>
                    </a:cubicBezTo>
                    <a:cubicBezTo>
                      <a:pt x="5882929" y="2582425"/>
                      <a:pt x="5866508" y="2519130"/>
                      <a:pt x="5828686" y="2476605"/>
                    </a:cubicBezTo>
                    <a:cubicBezTo>
                      <a:pt x="5763616" y="2403472"/>
                      <a:pt x="5637863" y="2392455"/>
                      <a:pt x="5454885" y="2443833"/>
                    </a:cubicBezTo>
                    <a:cubicBezTo>
                      <a:pt x="5244856" y="2502800"/>
                      <a:pt x="5057885" y="2532340"/>
                      <a:pt x="4892146" y="2532340"/>
                    </a:cubicBezTo>
                    <a:cubicBezTo>
                      <a:pt x="4699269" y="2532340"/>
                      <a:pt x="4535076" y="2492373"/>
                      <a:pt x="4396472" y="2412326"/>
                    </a:cubicBezTo>
                    <a:cubicBezTo>
                      <a:pt x="4012745" y="2190764"/>
                      <a:pt x="3886092" y="1693422"/>
                      <a:pt x="3763601" y="1212466"/>
                    </a:cubicBezTo>
                    <a:cubicBezTo>
                      <a:pt x="3679971" y="884016"/>
                      <a:pt x="3600954" y="573778"/>
                      <a:pt x="3446490" y="346229"/>
                    </a:cubicBezTo>
                    <a:cubicBezTo>
                      <a:pt x="3272145" y="89393"/>
                      <a:pt x="3031297" y="-15781"/>
                      <a:pt x="2688569" y="15249"/>
                    </a:cubicBezTo>
                    <a:cubicBezTo>
                      <a:pt x="2125379" y="66234"/>
                      <a:pt x="2118855" y="687693"/>
                      <a:pt x="2111938" y="1345662"/>
                    </a:cubicBezTo>
                    <a:cubicBezTo>
                      <a:pt x="2105948" y="1915827"/>
                      <a:pt x="2099734" y="2505414"/>
                      <a:pt x="1729363" y="2767168"/>
                    </a:cubicBezTo>
                    <a:cubicBezTo>
                      <a:pt x="1598717" y="2859526"/>
                      <a:pt x="1429912" y="2905733"/>
                      <a:pt x="1220389" y="2905733"/>
                    </a:cubicBezTo>
                    <a:cubicBezTo>
                      <a:pt x="984602" y="2905733"/>
                      <a:pt x="697214" y="2847215"/>
                      <a:pt x="354318" y="2730096"/>
                    </a:cubicBezTo>
                    <a:cubicBezTo>
                      <a:pt x="278956" y="2704351"/>
                      <a:pt x="214701" y="2691337"/>
                      <a:pt x="163129" y="2691337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98C231C1-ABC0-210F-447E-4E8C0BAD521E}"/>
                  </a:ext>
                </a:extLst>
              </p:cNvPr>
              <p:cNvSpPr/>
              <p:nvPr/>
            </p:nvSpPr>
            <p:spPr>
              <a:xfrm>
                <a:off x="-1085825" y="637291"/>
                <a:ext cx="5865740" cy="5142043"/>
              </a:xfrm>
              <a:custGeom>
                <a:avLst/>
                <a:gdLst>
                  <a:gd name="connsiteX0" fmla="*/ 2871664 w 5865740"/>
                  <a:gd name="connsiteY0" fmla="*/ 5142044 h 5142043"/>
                  <a:gd name="connsiteX1" fmla="*/ 1989283 w 5865740"/>
                  <a:gd name="connsiteY1" fmla="*/ 4976610 h 5142043"/>
                  <a:gd name="connsiteX2" fmla="*/ 1144330 w 5865740"/>
                  <a:gd name="connsiteY2" fmla="*/ 4491860 h 5142043"/>
                  <a:gd name="connsiteX3" fmla="*/ 501757 w 5865740"/>
                  <a:gd name="connsiteY3" fmla="*/ 3851064 h 5142043"/>
                  <a:gd name="connsiteX4" fmla="*/ 106979 w 5865740"/>
                  <a:gd name="connsiteY4" fmla="*/ 3220076 h 5142043"/>
                  <a:gd name="connsiteX5" fmla="*/ 48657 w 5865740"/>
                  <a:gd name="connsiteY5" fmla="*/ 2675123 h 5142043"/>
                  <a:gd name="connsiteX6" fmla="*/ 161532 w 5865740"/>
                  <a:gd name="connsiteY6" fmla="*/ 2634256 h 5142043"/>
                  <a:gd name="connsiteX7" fmla="*/ 340432 w 5865740"/>
                  <a:gd name="connsiteY7" fmla="*/ 2680069 h 5142043"/>
                  <a:gd name="connsiteX8" fmla="*/ 1544423 w 5865740"/>
                  <a:gd name="connsiteY8" fmla="*/ 2804131 h 5142043"/>
                  <a:gd name="connsiteX9" fmla="*/ 1883383 w 5865740"/>
                  <a:gd name="connsiteY9" fmla="*/ 2245658 h 5142043"/>
                  <a:gd name="connsiteX10" fmla="*/ 1977416 w 5865740"/>
                  <a:gd name="connsiteY10" fmla="*/ 1418179 h 5142043"/>
                  <a:gd name="connsiteX11" fmla="*/ 2105081 w 5865740"/>
                  <a:gd name="connsiteY11" fmla="*/ 481732 h 5142043"/>
                  <a:gd name="connsiteX12" fmla="*/ 2293571 w 5865740"/>
                  <a:gd name="connsiteY12" fmla="*/ 158734 h 5142043"/>
                  <a:gd name="connsiteX13" fmla="*/ 2632137 w 5865740"/>
                  <a:gd name="connsiteY13" fmla="*/ 8927 h 5142043"/>
                  <a:gd name="connsiteX14" fmla="*/ 3195973 w 5865740"/>
                  <a:gd name="connsiteY14" fmla="*/ 71633 h 5142043"/>
                  <a:gd name="connsiteX15" fmla="*/ 3545788 w 5865740"/>
                  <a:gd name="connsiteY15" fmla="*/ 353174 h 5142043"/>
                  <a:gd name="connsiteX16" fmla="*/ 3885957 w 5865740"/>
                  <a:gd name="connsiteY16" fmla="*/ 1277591 h 5142043"/>
                  <a:gd name="connsiteX17" fmla="*/ 4275224 w 5865740"/>
                  <a:gd name="connsiteY17" fmla="*/ 2263224 h 5142043"/>
                  <a:gd name="connsiteX18" fmla="*/ 5401575 w 5865740"/>
                  <a:gd name="connsiteY18" fmla="*/ 2497434 h 5142043"/>
                  <a:gd name="connsiteX19" fmla="*/ 5651365 w 5865740"/>
                  <a:gd name="connsiteY19" fmla="*/ 2484112 h 5142043"/>
                  <a:gd name="connsiteX20" fmla="*/ 5804170 w 5865740"/>
                  <a:gd name="connsiteY20" fmla="*/ 2568768 h 5142043"/>
                  <a:gd name="connsiteX21" fmla="*/ 5761456 w 5865740"/>
                  <a:gd name="connsiteY21" fmla="*/ 3178113 h 5142043"/>
                  <a:gd name="connsiteX22" fmla="*/ 5371570 w 5865740"/>
                  <a:gd name="connsiteY22" fmla="*/ 3797099 h 5142043"/>
                  <a:gd name="connsiteX23" fmla="*/ 4743817 w 5865740"/>
                  <a:gd name="connsiteY23" fmla="*/ 4418980 h 5142043"/>
                  <a:gd name="connsiteX24" fmla="*/ 3932298 w 5865740"/>
                  <a:gd name="connsiteY24" fmla="*/ 4910729 h 5142043"/>
                  <a:gd name="connsiteX25" fmla="*/ 2991090 w 5865740"/>
                  <a:gd name="connsiteY25" fmla="*/ 5138924 h 5142043"/>
                  <a:gd name="connsiteX26" fmla="*/ 2991090 w 5865740"/>
                  <a:gd name="connsiteY26" fmla="*/ 5138924 h 5142043"/>
                  <a:gd name="connsiteX27" fmla="*/ 2871664 w 5865740"/>
                  <a:gd name="connsiteY27" fmla="*/ 5141959 h 5142043"/>
                  <a:gd name="connsiteX28" fmla="*/ 160126 w 5865740"/>
                  <a:gd name="connsiteY28" fmla="*/ 2644093 h 5142043"/>
                  <a:gd name="connsiteX29" fmla="*/ 55462 w 5865740"/>
                  <a:gd name="connsiteY29" fmla="*/ 2681896 h 5142043"/>
                  <a:gd name="connsiteX30" fmla="*/ 13170 w 5865740"/>
                  <a:gd name="connsiteY30" fmla="*/ 2882716 h 5142043"/>
                  <a:gd name="connsiteX31" fmla="*/ 115724 w 5865740"/>
                  <a:gd name="connsiteY31" fmla="*/ 3216170 h 5142043"/>
                  <a:gd name="connsiteX32" fmla="*/ 2990584 w 5865740"/>
                  <a:gd name="connsiteY32" fmla="*/ 5129424 h 5142043"/>
                  <a:gd name="connsiteX33" fmla="*/ 2990584 w 5865740"/>
                  <a:gd name="connsiteY33" fmla="*/ 5129424 h 5142043"/>
                  <a:gd name="connsiteX34" fmla="*/ 5752654 w 5865740"/>
                  <a:gd name="connsiteY34" fmla="*/ 3174291 h 5142043"/>
                  <a:gd name="connsiteX35" fmla="*/ 5854055 w 5865740"/>
                  <a:gd name="connsiteY35" fmla="*/ 2817987 h 5142043"/>
                  <a:gd name="connsiteX36" fmla="*/ 5796747 w 5865740"/>
                  <a:gd name="connsiteY36" fmla="*/ 2574867 h 5142043"/>
                  <a:gd name="connsiteX37" fmla="*/ 5403628 w 5865740"/>
                  <a:gd name="connsiteY37" fmla="*/ 2506794 h 5142043"/>
                  <a:gd name="connsiteX38" fmla="*/ 4697053 w 5865740"/>
                  <a:gd name="connsiteY38" fmla="*/ 2529953 h 5142043"/>
                  <a:gd name="connsiteX39" fmla="*/ 4267912 w 5865740"/>
                  <a:gd name="connsiteY39" fmla="*/ 2269520 h 5142043"/>
                  <a:gd name="connsiteX40" fmla="*/ 4025573 w 5865740"/>
                  <a:gd name="connsiteY40" fmla="*/ 1821083 h 5142043"/>
                  <a:gd name="connsiteX41" fmla="*/ 3876593 w 5865740"/>
                  <a:gd name="connsiteY41" fmla="*/ 1279840 h 5142043"/>
                  <a:gd name="connsiteX42" fmla="*/ 3537970 w 5865740"/>
                  <a:gd name="connsiteY42" fmla="*/ 358795 h 5142043"/>
                  <a:gd name="connsiteX43" fmla="*/ 2633037 w 5865740"/>
                  <a:gd name="connsiteY43" fmla="*/ 18455 h 5142043"/>
                  <a:gd name="connsiteX44" fmla="*/ 2114108 w 5865740"/>
                  <a:gd name="connsiteY44" fmla="*/ 484739 h 5142043"/>
                  <a:gd name="connsiteX45" fmla="*/ 1986921 w 5865740"/>
                  <a:gd name="connsiteY45" fmla="*/ 1418741 h 5142043"/>
                  <a:gd name="connsiteX46" fmla="*/ 1892662 w 5865740"/>
                  <a:gd name="connsiteY46" fmla="*/ 2247850 h 5142043"/>
                  <a:gd name="connsiteX47" fmla="*/ 1767865 w 5865740"/>
                  <a:gd name="connsiteY47" fmla="*/ 2580629 h 5142043"/>
                  <a:gd name="connsiteX48" fmla="*/ 1549400 w 5865740"/>
                  <a:gd name="connsiteY48" fmla="*/ 2812254 h 5142043"/>
                  <a:gd name="connsiteX49" fmla="*/ 336579 w 5865740"/>
                  <a:gd name="connsiteY49" fmla="*/ 2688810 h 5142043"/>
                  <a:gd name="connsiteX50" fmla="*/ 160097 w 5865740"/>
                  <a:gd name="connsiteY50" fmla="*/ 2644009 h 5142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865740" h="5142043">
                    <a:moveTo>
                      <a:pt x="2871664" y="5142044"/>
                    </a:moveTo>
                    <a:cubicBezTo>
                      <a:pt x="2576853" y="5142044"/>
                      <a:pt x="2280635" y="5086562"/>
                      <a:pt x="1989283" y="4976610"/>
                    </a:cubicBezTo>
                    <a:cubicBezTo>
                      <a:pt x="1698071" y="4866714"/>
                      <a:pt x="1413805" y="4703613"/>
                      <a:pt x="1144330" y="4491860"/>
                    </a:cubicBezTo>
                    <a:cubicBezTo>
                      <a:pt x="911045" y="4308522"/>
                      <a:pt x="688840" y="4086932"/>
                      <a:pt x="501757" y="3851064"/>
                    </a:cubicBezTo>
                    <a:cubicBezTo>
                      <a:pt x="333177" y="3638523"/>
                      <a:pt x="196654" y="3420334"/>
                      <a:pt x="106979" y="3220076"/>
                    </a:cubicBezTo>
                    <a:cubicBezTo>
                      <a:pt x="-11351" y="2955877"/>
                      <a:pt x="-32610" y="2757249"/>
                      <a:pt x="48657" y="2675123"/>
                    </a:cubicBezTo>
                    <a:cubicBezTo>
                      <a:pt x="75765" y="2647719"/>
                      <a:pt x="113784" y="2633975"/>
                      <a:pt x="161532" y="2634256"/>
                    </a:cubicBezTo>
                    <a:cubicBezTo>
                      <a:pt x="210967" y="2634565"/>
                      <a:pt x="271144" y="2649967"/>
                      <a:pt x="340432" y="2680069"/>
                    </a:cubicBezTo>
                    <a:cubicBezTo>
                      <a:pt x="894229" y="2920688"/>
                      <a:pt x="1288052" y="2961245"/>
                      <a:pt x="1544423" y="2804131"/>
                    </a:cubicBezTo>
                    <a:cubicBezTo>
                      <a:pt x="1706676" y="2704690"/>
                      <a:pt x="1817553" y="2521999"/>
                      <a:pt x="1883383" y="2245658"/>
                    </a:cubicBezTo>
                    <a:cubicBezTo>
                      <a:pt x="1942153" y="1998940"/>
                      <a:pt x="1960066" y="1703711"/>
                      <a:pt x="1977416" y="1418179"/>
                    </a:cubicBezTo>
                    <a:cubicBezTo>
                      <a:pt x="1997606" y="1085456"/>
                      <a:pt x="2018500" y="741407"/>
                      <a:pt x="2105081" y="481732"/>
                    </a:cubicBezTo>
                    <a:cubicBezTo>
                      <a:pt x="2151789" y="341650"/>
                      <a:pt x="2213428" y="235998"/>
                      <a:pt x="2293571" y="158734"/>
                    </a:cubicBezTo>
                    <a:cubicBezTo>
                      <a:pt x="2383555" y="71998"/>
                      <a:pt x="2494292" y="22981"/>
                      <a:pt x="2632137" y="8927"/>
                    </a:cubicBezTo>
                    <a:cubicBezTo>
                      <a:pt x="2854736" y="-13783"/>
                      <a:pt x="3039175" y="6735"/>
                      <a:pt x="3195973" y="71633"/>
                    </a:cubicBezTo>
                    <a:cubicBezTo>
                      <a:pt x="3335843" y="129504"/>
                      <a:pt x="3450292" y="221608"/>
                      <a:pt x="3545788" y="353174"/>
                    </a:cubicBezTo>
                    <a:cubicBezTo>
                      <a:pt x="3722804" y="596996"/>
                      <a:pt x="3805758" y="942985"/>
                      <a:pt x="3885957" y="1277591"/>
                    </a:cubicBezTo>
                    <a:cubicBezTo>
                      <a:pt x="3973270" y="1641793"/>
                      <a:pt x="4063563" y="2018390"/>
                      <a:pt x="4275224" y="2263224"/>
                    </a:cubicBezTo>
                    <a:cubicBezTo>
                      <a:pt x="4512220" y="2537373"/>
                      <a:pt x="4880649" y="2613991"/>
                      <a:pt x="5401575" y="2497434"/>
                    </a:cubicBezTo>
                    <a:cubicBezTo>
                      <a:pt x="5499067" y="2475624"/>
                      <a:pt x="5583090" y="2471155"/>
                      <a:pt x="5651365" y="2484112"/>
                    </a:cubicBezTo>
                    <a:cubicBezTo>
                      <a:pt x="5716801" y="2496535"/>
                      <a:pt x="5768205" y="2525035"/>
                      <a:pt x="5804170" y="2568768"/>
                    </a:cubicBezTo>
                    <a:cubicBezTo>
                      <a:pt x="5899048" y="2684145"/>
                      <a:pt x="5883863" y="2900563"/>
                      <a:pt x="5761456" y="3178113"/>
                    </a:cubicBezTo>
                    <a:cubicBezTo>
                      <a:pt x="5675296" y="3373481"/>
                      <a:pt x="5540460" y="3587539"/>
                      <a:pt x="5371570" y="3797099"/>
                    </a:cubicBezTo>
                    <a:cubicBezTo>
                      <a:pt x="5191180" y="4020938"/>
                      <a:pt x="4974121" y="4235980"/>
                      <a:pt x="4743817" y="4418980"/>
                    </a:cubicBezTo>
                    <a:cubicBezTo>
                      <a:pt x="4485309" y="4624410"/>
                      <a:pt x="4212263" y="4789843"/>
                      <a:pt x="3932298" y="4910729"/>
                    </a:cubicBezTo>
                    <a:cubicBezTo>
                      <a:pt x="3619462" y="5045780"/>
                      <a:pt x="3302773" y="5122566"/>
                      <a:pt x="2991090" y="5138924"/>
                    </a:cubicBezTo>
                    <a:lnTo>
                      <a:pt x="2991090" y="5138924"/>
                    </a:lnTo>
                    <a:cubicBezTo>
                      <a:pt x="2951328" y="5140948"/>
                      <a:pt x="2911482" y="5141959"/>
                      <a:pt x="2871664" y="5141959"/>
                    </a:cubicBezTo>
                    <a:close/>
                    <a:moveTo>
                      <a:pt x="160126" y="2644093"/>
                    </a:moveTo>
                    <a:cubicBezTo>
                      <a:pt x="115668" y="2644093"/>
                      <a:pt x="80405" y="2656685"/>
                      <a:pt x="55462" y="2681896"/>
                    </a:cubicBezTo>
                    <a:cubicBezTo>
                      <a:pt x="17163" y="2720599"/>
                      <a:pt x="2540" y="2790049"/>
                      <a:pt x="13170" y="2882716"/>
                    </a:cubicBezTo>
                    <a:cubicBezTo>
                      <a:pt x="23743" y="2974680"/>
                      <a:pt x="59202" y="3089972"/>
                      <a:pt x="115724" y="3216170"/>
                    </a:cubicBezTo>
                    <a:cubicBezTo>
                      <a:pt x="490284" y="4052417"/>
                      <a:pt x="1629824" y="5198987"/>
                      <a:pt x="2990584" y="5129424"/>
                    </a:cubicBezTo>
                    <a:lnTo>
                      <a:pt x="2990584" y="5129424"/>
                    </a:lnTo>
                    <a:cubicBezTo>
                      <a:pt x="4317291" y="5059776"/>
                      <a:pt x="5423058" y="3921582"/>
                      <a:pt x="5752654" y="3174291"/>
                    </a:cubicBezTo>
                    <a:cubicBezTo>
                      <a:pt x="5811735" y="3040308"/>
                      <a:pt x="5845845" y="2920435"/>
                      <a:pt x="5854055" y="2817987"/>
                    </a:cubicBezTo>
                    <a:cubicBezTo>
                      <a:pt x="5862435" y="2713122"/>
                      <a:pt x="5843145" y="2631333"/>
                      <a:pt x="5796747" y="2574867"/>
                    </a:cubicBezTo>
                    <a:cubicBezTo>
                      <a:pt x="5724844" y="2487428"/>
                      <a:pt x="5592567" y="2464522"/>
                      <a:pt x="5403628" y="2506794"/>
                    </a:cubicBezTo>
                    <a:cubicBezTo>
                      <a:pt x="5122820" y="2569611"/>
                      <a:pt x="4891701" y="2577200"/>
                      <a:pt x="4697053" y="2529953"/>
                    </a:cubicBezTo>
                    <a:cubicBezTo>
                      <a:pt x="4523327" y="2487766"/>
                      <a:pt x="4382952" y="2402575"/>
                      <a:pt x="4267912" y="2269520"/>
                    </a:cubicBezTo>
                    <a:cubicBezTo>
                      <a:pt x="4172219" y="2158837"/>
                      <a:pt x="4092949" y="2012150"/>
                      <a:pt x="4025573" y="1821083"/>
                    </a:cubicBezTo>
                    <a:cubicBezTo>
                      <a:pt x="3965593" y="1651012"/>
                      <a:pt x="3920347" y="1462334"/>
                      <a:pt x="3876593" y="1279840"/>
                    </a:cubicBezTo>
                    <a:cubicBezTo>
                      <a:pt x="3796591" y="946133"/>
                      <a:pt x="3713862" y="601072"/>
                      <a:pt x="3537970" y="358795"/>
                    </a:cubicBezTo>
                    <a:cubicBezTo>
                      <a:pt x="3341214" y="87766"/>
                      <a:pt x="3045193" y="-23564"/>
                      <a:pt x="2633037" y="18455"/>
                    </a:cubicBezTo>
                    <a:cubicBezTo>
                      <a:pt x="2376328" y="44622"/>
                      <a:pt x="2211432" y="192799"/>
                      <a:pt x="2114108" y="484739"/>
                    </a:cubicBezTo>
                    <a:cubicBezTo>
                      <a:pt x="2027948" y="743234"/>
                      <a:pt x="2007083" y="1086637"/>
                      <a:pt x="1986921" y="1418741"/>
                    </a:cubicBezTo>
                    <a:cubicBezTo>
                      <a:pt x="1969571" y="1704667"/>
                      <a:pt x="1951602" y="2000346"/>
                      <a:pt x="1892662" y="2247850"/>
                    </a:cubicBezTo>
                    <a:cubicBezTo>
                      <a:pt x="1860830" y="2381440"/>
                      <a:pt x="1820028" y="2490295"/>
                      <a:pt x="1767865" y="2580629"/>
                    </a:cubicBezTo>
                    <a:cubicBezTo>
                      <a:pt x="1709122" y="2682402"/>
                      <a:pt x="1637641" y="2758177"/>
                      <a:pt x="1549400" y="2812254"/>
                    </a:cubicBezTo>
                    <a:cubicBezTo>
                      <a:pt x="1290161" y="2971138"/>
                      <a:pt x="893442" y="2930778"/>
                      <a:pt x="336579" y="2688810"/>
                    </a:cubicBezTo>
                    <a:cubicBezTo>
                      <a:pt x="267854" y="2658961"/>
                      <a:pt x="208520" y="2644009"/>
                      <a:pt x="160097" y="264400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3446A82-230F-19FA-2143-B3A7B2AAD074}"/>
                  </a:ext>
                </a:extLst>
              </p:cNvPr>
              <p:cNvSpPr/>
              <p:nvPr/>
            </p:nvSpPr>
            <p:spPr>
              <a:xfrm>
                <a:off x="-997448" y="674018"/>
                <a:ext cx="5820497" cy="5142162"/>
              </a:xfrm>
              <a:custGeom>
                <a:avLst/>
                <a:gdLst>
                  <a:gd name="connsiteX0" fmla="*/ 2757923 w 5820497"/>
                  <a:gd name="connsiteY0" fmla="*/ 5142135 h 5142162"/>
                  <a:gd name="connsiteX1" fmla="*/ 1800658 w 5820497"/>
                  <a:gd name="connsiteY1" fmla="*/ 4971473 h 5142162"/>
                  <a:gd name="connsiteX2" fmla="*/ 972577 w 5820497"/>
                  <a:gd name="connsiteY2" fmla="*/ 4473513 h 5142162"/>
                  <a:gd name="connsiteX3" fmla="*/ 400586 w 5820497"/>
                  <a:gd name="connsiteY3" fmla="*/ 3815095 h 5142162"/>
                  <a:gd name="connsiteX4" fmla="*/ 79538 w 5820497"/>
                  <a:gd name="connsiteY4" fmla="*/ 3165613 h 5142162"/>
                  <a:gd name="connsiteX5" fmla="*/ 63819 w 5820497"/>
                  <a:gd name="connsiteY5" fmla="*/ 2571979 h 5142162"/>
                  <a:gd name="connsiteX6" fmla="*/ 293645 w 5820497"/>
                  <a:gd name="connsiteY6" fmla="*/ 2640615 h 5142162"/>
                  <a:gd name="connsiteX7" fmla="*/ 1423652 w 5820497"/>
                  <a:gd name="connsiteY7" fmla="*/ 2663606 h 5142162"/>
                  <a:gd name="connsiteX8" fmla="*/ 1872449 w 5820497"/>
                  <a:gd name="connsiteY8" fmla="*/ 1341371 h 5142162"/>
                  <a:gd name="connsiteX9" fmla="*/ 2016761 w 5820497"/>
                  <a:gd name="connsiteY9" fmla="*/ 462599 h 5142162"/>
                  <a:gd name="connsiteX10" fmla="*/ 2209328 w 5820497"/>
                  <a:gd name="connsiteY10" fmla="*/ 158404 h 5142162"/>
                  <a:gd name="connsiteX11" fmla="*/ 2546882 w 5820497"/>
                  <a:gd name="connsiteY11" fmla="*/ 13712 h 5142162"/>
                  <a:gd name="connsiteX12" fmla="*/ 3211248 w 5820497"/>
                  <a:gd name="connsiteY12" fmla="*/ 68576 h 5142162"/>
                  <a:gd name="connsiteX13" fmla="*/ 3611228 w 5820497"/>
                  <a:gd name="connsiteY13" fmla="*/ 363102 h 5142162"/>
                  <a:gd name="connsiteX14" fmla="*/ 3965345 w 5820497"/>
                  <a:gd name="connsiteY14" fmla="*/ 1339797 h 5142162"/>
                  <a:gd name="connsiteX15" fmla="*/ 4306807 w 5820497"/>
                  <a:gd name="connsiteY15" fmla="*/ 2280573 h 5142162"/>
                  <a:gd name="connsiteX16" fmla="*/ 5321240 w 5820497"/>
                  <a:gd name="connsiteY16" fmla="*/ 2561861 h 5142162"/>
                  <a:gd name="connsiteX17" fmla="*/ 5585317 w 5820497"/>
                  <a:gd name="connsiteY17" fmla="*/ 2567623 h 5142162"/>
                  <a:gd name="connsiteX18" fmla="*/ 5750016 w 5820497"/>
                  <a:gd name="connsiteY18" fmla="*/ 2675860 h 5142162"/>
                  <a:gd name="connsiteX19" fmla="*/ 5694535 w 5820497"/>
                  <a:gd name="connsiteY19" fmla="*/ 3394118 h 5142162"/>
                  <a:gd name="connsiteX20" fmla="*/ 5313901 w 5820497"/>
                  <a:gd name="connsiteY20" fmla="*/ 3965323 h 5142162"/>
                  <a:gd name="connsiteX21" fmla="*/ 4703104 w 5820497"/>
                  <a:gd name="connsiteY21" fmla="*/ 4515561 h 5142162"/>
                  <a:gd name="connsiteX22" fmla="*/ 3886777 w 5820497"/>
                  <a:gd name="connsiteY22" fmla="*/ 4941400 h 5142162"/>
                  <a:gd name="connsiteX23" fmla="*/ 2889666 w 5820497"/>
                  <a:gd name="connsiteY23" fmla="*/ 5139240 h 5142162"/>
                  <a:gd name="connsiteX24" fmla="*/ 2889666 w 5820497"/>
                  <a:gd name="connsiteY24" fmla="*/ 5139240 h 5142162"/>
                  <a:gd name="connsiteX25" fmla="*/ 2757895 w 5820497"/>
                  <a:gd name="connsiteY25" fmla="*/ 5142163 h 5142162"/>
                  <a:gd name="connsiteX26" fmla="*/ 118682 w 5820497"/>
                  <a:gd name="connsiteY26" fmla="*/ 2564784 h 5142162"/>
                  <a:gd name="connsiteX27" fmla="*/ 68937 w 5820497"/>
                  <a:gd name="connsiteY27" fmla="*/ 2579484 h 5142162"/>
                  <a:gd name="connsiteX28" fmla="*/ 9266 w 5820497"/>
                  <a:gd name="connsiteY28" fmla="*/ 2780360 h 5142162"/>
                  <a:gd name="connsiteX29" fmla="*/ 88115 w 5820497"/>
                  <a:gd name="connsiteY29" fmla="*/ 3162746 h 5142162"/>
                  <a:gd name="connsiteX30" fmla="*/ 2756630 w 5820497"/>
                  <a:gd name="connsiteY30" fmla="*/ 5133085 h 5142162"/>
                  <a:gd name="connsiteX31" fmla="*/ 2889244 w 5820497"/>
                  <a:gd name="connsiteY31" fmla="*/ 5130134 h 5142162"/>
                  <a:gd name="connsiteX32" fmla="*/ 2889244 w 5820497"/>
                  <a:gd name="connsiteY32" fmla="*/ 5130134 h 5142162"/>
                  <a:gd name="connsiteX33" fmla="*/ 5686296 w 5820497"/>
                  <a:gd name="connsiteY33" fmla="*/ 3390211 h 5142162"/>
                  <a:gd name="connsiteX34" fmla="*/ 5808816 w 5820497"/>
                  <a:gd name="connsiteY34" fmla="*/ 2976767 h 5142162"/>
                  <a:gd name="connsiteX35" fmla="*/ 5742733 w 5820497"/>
                  <a:gd name="connsiteY35" fmla="*/ 2681285 h 5142162"/>
                  <a:gd name="connsiteX36" fmla="*/ 5322675 w 5820497"/>
                  <a:gd name="connsiteY36" fmla="*/ 2570799 h 5142162"/>
                  <a:gd name="connsiteX37" fmla="*/ 4684067 w 5820497"/>
                  <a:gd name="connsiteY37" fmla="*/ 2551293 h 5142162"/>
                  <a:gd name="connsiteX38" fmla="*/ 4299665 w 5820497"/>
                  <a:gd name="connsiteY38" fmla="*/ 2286166 h 5142162"/>
                  <a:gd name="connsiteX39" fmla="*/ 4085811 w 5820497"/>
                  <a:gd name="connsiteY39" fmla="*/ 1856251 h 5142162"/>
                  <a:gd name="connsiteX40" fmla="*/ 3956459 w 5820497"/>
                  <a:gd name="connsiteY40" fmla="*/ 1341709 h 5142162"/>
                  <a:gd name="connsiteX41" fmla="*/ 3604001 w 5820497"/>
                  <a:gd name="connsiteY41" fmla="*/ 368611 h 5142162"/>
                  <a:gd name="connsiteX42" fmla="*/ 2547894 w 5820497"/>
                  <a:gd name="connsiteY42" fmla="*/ 22735 h 5142162"/>
                  <a:gd name="connsiteX43" fmla="*/ 2025282 w 5820497"/>
                  <a:gd name="connsiteY43" fmla="*/ 465747 h 5142162"/>
                  <a:gd name="connsiteX44" fmla="*/ 1881504 w 5820497"/>
                  <a:gd name="connsiteY44" fmla="*/ 1342130 h 5142162"/>
                  <a:gd name="connsiteX45" fmla="*/ 1428601 w 5820497"/>
                  <a:gd name="connsiteY45" fmla="*/ 2671223 h 5142162"/>
                  <a:gd name="connsiteX46" fmla="*/ 983938 w 5820497"/>
                  <a:gd name="connsiteY46" fmla="*/ 2787836 h 5142162"/>
                  <a:gd name="connsiteX47" fmla="*/ 289905 w 5820497"/>
                  <a:gd name="connsiteY47" fmla="*/ 2648934 h 5142162"/>
                  <a:gd name="connsiteX48" fmla="*/ 289118 w 5820497"/>
                  <a:gd name="connsiteY48" fmla="*/ 2648653 h 5142162"/>
                  <a:gd name="connsiteX49" fmla="*/ 288471 w 5820497"/>
                  <a:gd name="connsiteY49" fmla="*/ 2648119 h 5142162"/>
                  <a:gd name="connsiteX50" fmla="*/ 118682 w 5820497"/>
                  <a:gd name="connsiteY50" fmla="*/ 2564756 h 5142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820497" h="5142162">
                    <a:moveTo>
                      <a:pt x="2757923" y="5142135"/>
                    </a:moveTo>
                    <a:cubicBezTo>
                      <a:pt x="2422872" y="5142135"/>
                      <a:pt x="2101459" y="5084882"/>
                      <a:pt x="1800658" y="4971473"/>
                    </a:cubicBezTo>
                    <a:cubicBezTo>
                      <a:pt x="1502501" y="4859048"/>
                      <a:pt x="1223915" y="4691534"/>
                      <a:pt x="972577" y="4473513"/>
                    </a:cubicBezTo>
                    <a:cubicBezTo>
                      <a:pt x="755405" y="4285145"/>
                      <a:pt x="562951" y="4063611"/>
                      <a:pt x="400586" y="3815095"/>
                    </a:cubicBezTo>
                    <a:cubicBezTo>
                      <a:pt x="261729" y="3602526"/>
                      <a:pt x="150682" y="3377957"/>
                      <a:pt x="79538" y="3165613"/>
                    </a:cubicBezTo>
                    <a:cubicBezTo>
                      <a:pt x="-20485" y="2867180"/>
                      <a:pt x="-26671" y="2634151"/>
                      <a:pt x="63819" y="2571979"/>
                    </a:cubicBezTo>
                    <a:cubicBezTo>
                      <a:pt x="115982" y="2536144"/>
                      <a:pt x="195421" y="2559866"/>
                      <a:pt x="293645" y="2640615"/>
                    </a:cubicBezTo>
                    <a:cubicBezTo>
                      <a:pt x="807174" y="2816926"/>
                      <a:pt x="1176813" y="2824430"/>
                      <a:pt x="1423652" y="2663606"/>
                    </a:cubicBezTo>
                    <a:cubicBezTo>
                      <a:pt x="1780243" y="2431251"/>
                      <a:pt x="1827119" y="1877191"/>
                      <a:pt x="1872449" y="1341371"/>
                    </a:cubicBezTo>
                    <a:cubicBezTo>
                      <a:pt x="1900063" y="1014832"/>
                      <a:pt x="1926158" y="706421"/>
                      <a:pt x="2016761" y="462599"/>
                    </a:cubicBezTo>
                    <a:cubicBezTo>
                      <a:pt x="2065606" y="331145"/>
                      <a:pt x="2128595" y="231649"/>
                      <a:pt x="2209328" y="158404"/>
                    </a:cubicBezTo>
                    <a:cubicBezTo>
                      <a:pt x="2299875" y="76277"/>
                      <a:pt x="2410302" y="28946"/>
                      <a:pt x="2546882" y="13712"/>
                    </a:cubicBezTo>
                    <a:cubicBezTo>
                      <a:pt x="2811351" y="-15771"/>
                      <a:pt x="3028664" y="2189"/>
                      <a:pt x="3211248" y="68576"/>
                    </a:cubicBezTo>
                    <a:cubicBezTo>
                      <a:pt x="3373866" y="127684"/>
                      <a:pt x="3504681" y="224032"/>
                      <a:pt x="3611228" y="363102"/>
                    </a:cubicBezTo>
                    <a:cubicBezTo>
                      <a:pt x="3808463" y="620584"/>
                      <a:pt x="3888211" y="986220"/>
                      <a:pt x="3965345" y="1339797"/>
                    </a:cubicBezTo>
                    <a:cubicBezTo>
                      <a:pt x="4044109" y="1700852"/>
                      <a:pt x="4118487" y="2041866"/>
                      <a:pt x="4306807" y="2280573"/>
                    </a:cubicBezTo>
                    <a:cubicBezTo>
                      <a:pt x="4519845" y="2550618"/>
                      <a:pt x="4842214" y="2639997"/>
                      <a:pt x="5321240" y="2561861"/>
                    </a:cubicBezTo>
                    <a:cubicBezTo>
                      <a:pt x="5423401" y="2545194"/>
                      <a:pt x="5512261" y="2547133"/>
                      <a:pt x="5585317" y="2567623"/>
                    </a:cubicBezTo>
                    <a:cubicBezTo>
                      <a:pt x="5655139" y="2587185"/>
                      <a:pt x="5710535" y="2623611"/>
                      <a:pt x="5750016" y="2675860"/>
                    </a:cubicBezTo>
                    <a:cubicBezTo>
                      <a:pt x="5860556" y="2822210"/>
                      <a:pt x="5840338" y="3083993"/>
                      <a:pt x="5694535" y="3394118"/>
                    </a:cubicBezTo>
                    <a:cubicBezTo>
                      <a:pt x="5606210" y="3582037"/>
                      <a:pt x="5474580" y="3779568"/>
                      <a:pt x="5313901" y="3965323"/>
                    </a:cubicBezTo>
                    <a:cubicBezTo>
                      <a:pt x="5137560" y="4169234"/>
                      <a:pt x="4932030" y="4354371"/>
                      <a:pt x="4703104" y="4515561"/>
                    </a:cubicBezTo>
                    <a:cubicBezTo>
                      <a:pt x="4449714" y="4693951"/>
                      <a:pt x="4175064" y="4837238"/>
                      <a:pt x="3886777" y="4941400"/>
                    </a:cubicBezTo>
                    <a:cubicBezTo>
                      <a:pt x="3566630" y="5057085"/>
                      <a:pt x="3231157" y="5123641"/>
                      <a:pt x="2889666" y="5139240"/>
                    </a:cubicBezTo>
                    <a:lnTo>
                      <a:pt x="2889666" y="5139240"/>
                    </a:lnTo>
                    <a:cubicBezTo>
                      <a:pt x="2845517" y="5141179"/>
                      <a:pt x="2801594" y="5142163"/>
                      <a:pt x="2757895" y="5142163"/>
                    </a:cubicBezTo>
                    <a:close/>
                    <a:moveTo>
                      <a:pt x="118682" y="2564784"/>
                    </a:moveTo>
                    <a:cubicBezTo>
                      <a:pt x="99869" y="2564784"/>
                      <a:pt x="83222" y="2569646"/>
                      <a:pt x="68937" y="2579484"/>
                    </a:cubicBezTo>
                    <a:cubicBezTo>
                      <a:pt x="27094" y="2608236"/>
                      <a:pt x="6454" y="2677687"/>
                      <a:pt x="9266" y="2780360"/>
                    </a:cubicBezTo>
                    <a:cubicBezTo>
                      <a:pt x="12134" y="2885112"/>
                      <a:pt x="39383" y="3017324"/>
                      <a:pt x="88115" y="3162746"/>
                    </a:cubicBezTo>
                    <a:cubicBezTo>
                      <a:pt x="320584" y="3856326"/>
                      <a:pt x="1172595" y="5133085"/>
                      <a:pt x="2756630" y="5133085"/>
                    </a:cubicBezTo>
                    <a:cubicBezTo>
                      <a:pt x="2800356" y="5133085"/>
                      <a:pt x="2844393" y="5132129"/>
                      <a:pt x="2889244" y="5130134"/>
                    </a:cubicBezTo>
                    <a:lnTo>
                      <a:pt x="2889244" y="5130134"/>
                    </a:lnTo>
                    <a:cubicBezTo>
                      <a:pt x="4373143" y="5062369"/>
                      <a:pt x="5374950" y="4052481"/>
                      <a:pt x="5686296" y="3390211"/>
                    </a:cubicBezTo>
                    <a:cubicBezTo>
                      <a:pt x="5756399" y="3241079"/>
                      <a:pt x="5798776" y="3098102"/>
                      <a:pt x="5808816" y="2976767"/>
                    </a:cubicBezTo>
                    <a:cubicBezTo>
                      <a:pt x="5819107" y="2852368"/>
                      <a:pt x="5796893" y="2752956"/>
                      <a:pt x="5742733" y="2681285"/>
                    </a:cubicBezTo>
                    <a:cubicBezTo>
                      <a:pt x="5663969" y="2577010"/>
                      <a:pt x="5518728" y="2538814"/>
                      <a:pt x="5322675" y="2570799"/>
                    </a:cubicBezTo>
                    <a:cubicBezTo>
                      <a:pt x="5067963" y="2612340"/>
                      <a:pt x="4859058" y="2605960"/>
                      <a:pt x="4684067" y="2551293"/>
                    </a:cubicBezTo>
                    <a:cubicBezTo>
                      <a:pt x="4527578" y="2502388"/>
                      <a:pt x="4401825" y="2415680"/>
                      <a:pt x="4299665" y="2286166"/>
                    </a:cubicBezTo>
                    <a:cubicBezTo>
                      <a:pt x="4214517" y="2178238"/>
                      <a:pt x="4144554" y="2037594"/>
                      <a:pt x="4085811" y="1856251"/>
                    </a:cubicBezTo>
                    <a:cubicBezTo>
                      <a:pt x="4033423" y="1694528"/>
                      <a:pt x="3994309" y="1515181"/>
                      <a:pt x="3956459" y="1341709"/>
                    </a:cubicBezTo>
                    <a:cubicBezTo>
                      <a:pt x="3879550" y="989115"/>
                      <a:pt x="3799998" y="624491"/>
                      <a:pt x="3604001" y="368611"/>
                    </a:cubicBezTo>
                    <a:cubicBezTo>
                      <a:pt x="3383849" y="81196"/>
                      <a:pt x="3038393" y="-31932"/>
                      <a:pt x="2547894" y="22735"/>
                    </a:cubicBezTo>
                    <a:cubicBezTo>
                      <a:pt x="2293098" y="51122"/>
                      <a:pt x="2127049" y="191907"/>
                      <a:pt x="2025282" y="465747"/>
                    </a:cubicBezTo>
                    <a:cubicBezTo>
                      <a:pt x="1935129" y="708389"/>
                      <a:pt x="1909061" y="1016237"/>
                      <a:pt x="1881504" y="1342130"/>
                    </a:cubicBezTo>
                    <a:cubicBezTo>
                      <a:pt x="1835977" y="1880142"/>
                      <a:pt x="1788932" y="2436451"/>
                      <a:pt x="1428601" y="2671223"/>
                    </a:cubicBezTo>
                    <a:cubicBezTo>
                      <a:pt x="1309315" y="2748937"/>
                      <a:pt x="1161825" y="2787836"/>
                      <a:pt x="983938" y="2787836"/>
                    </a:cubicBezTo>
                    <a:cubicBezTo>
                      <a:pt x="789852" y="2787836"/>
                      <a:pt x="559549" y="2741573"/>
                      <a:pt x="289905" y="2648934"/>
                    </a:cubicBezTo>
                    <a:lnTo>
                      <a:pt x="289118" y="2648653"/>
                    </a:lnTo>
                    <a:lnTo>
                      <a:pt x="288471" y="2648119"/>
                    </a:lnTo>
                    <a:cubicBezTo>
                      <a:pt x="221376" y="2592834"/>
                      <a:pt x="163814" y="2564756"/>
                      <a:pt x="118682" y="2564756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CC145D47-60B5-83EF-3264-221452EFD6D2}"/>
                  </a:ext>
                </a:extLst>
              </p:cNvPr>
              <p:cNvSpPr/>
              <p:nvPr/>
            </p:nvSpPr>
            <p:spPr>
              <a:xfrm>
                <a:off x="-939936" y="709751"/>
                <a:ext cx="5814767" cy="5143333"/>
              </a:xfrm>
              <a:custGeom>
                <a:avLst/>
                <a:gdLst>
                  <a:gd name="connsiteX0" fmla="*/ 2671559 w 5814767"/>
                  <a:gd name="connsiteY0" fmla="*/ 5143334 h 5143333"/>
                  <a:gd name="connsiteX1" fmla="*/ 1664606 w 5814767"/>
                  <a:gd name="connsiteY1" fmla="*/ 4982678 h 5143333"/>
                  <a:gd name="connsiteX2" fmla="*/ 847520 w 5814767"/>
                  <a:gd name="connsiteY2" fmla="*/ 4507147 h 5143333"/>
                  <a:gd name="connsiteX3" fmla="*/ 326342 w 5814767"/>
                  <a:gd name="connsiteY3" fmla="*/ 3867587 h 5143333"/>
                  <a:gd name="connsiteX4" fmla="*/ 59088 w 5814767"/>
                  <a:gd name="connsiteY4" fmla="*/ 3217684 h 5143333"/>
                  <a:gd name="connsiteX5" fmla="*/ 92073 w 5814767"/>
                  <a:gd name="connsiteY5" fmla="*/ 2505273 h 5143333"/>
                  <a:gd name="connsiteX6" fmla="*/ 277722 w 5814767"/>
                  <a:gd name="connsiteY6" fmla="*/ 2602212 h 5143333"/>
                  <a:gd name="connsiteX7" fmla="*/ 1276830 w 5814767"/>
                  <a:gd name="connsiteY7" fmla="*/ 2646985 h 5143333"/>
                  <a:gd name="connsiteX8" fmla="*/ 1625491 w 5814767"/>
                  <a:gd name="connsiteY8" fmla="*/ 2128480 h 5143333"/>
                  <a:gd name="connsiteX9" fmla="*/ 1762999 w 5814767"/>
                  <a:gd name="connsiteY9" fmla="*/ 1365505 h 5143333"/>
                  <a:gd name="connsiteX10" fmla="*/ 1945245 w 5814767"/>
                  <a:gd name="connsiteY10" fmla="*/ 478694 h 5143333"/>
                  <a:gd name="connsiteX11" fmla="*/ 2150353 w 5814767"/>
                  <a:gd name="connsiteY11" fmla="*/ 168765 h 5143333"/>
                  <a:gd name="connsiteX12" fmla="*/ 2492490 w 5814767"/>
                  <a:gd name="connsiteY12" fmla="*/ 19464 h 5143333"/>
                  <a:gd name="connsiteX13" fmla="*/ 2923431 w 5814767"/>
                  <a:gd name="connsiteY13" fmla="*/ 3809 h 5143333"/>
                  <a:gd name="connsiteX14" fmla="*/ 3261548 w 5814767"/>
                  <a:gd name="connsiteY14" fmla="*/ 64687 h 5143333"/>
                  <a:gd name="connsiteX15" fmla="*/ 3711301 w 5814767"/>
                  <a:gd name="connsiteY15" fmla="*/ 371018 h 5143333"/>
                  <a:gd name="connsiteX16" fmla="*/ 4071857 w 5814767"/>
                  <a:gd name="connsiteY16" fmla="*/ 1399148 h 5143333"/>
                  <a:gd name="connsiteX17" fmla="*/ 4364841 w 5814767"/>
                  <a:gd name="connsiteY17" fmla="*/ 2302149 h 5143333"/>
                  <a:gd name="connsiteX18" fmla="*/ 5271799 w 5814767"/>
                  <a:gd name="connsiteY18" fmla="*/ 2627198 h 5143333"/>
                  <a:gd name="connsiteX19" fmla="*/ 5736849 w 5814767"/>
                  <a:gd name="connsiteY19" fmla="*/ 2794375 h 5143333"/>
                  <a:gd name="connsiteX20" fmla="*/ 5812464 w 5814767"/>
                  <a:gd name="connsiteY20" fmla="*/ 3138172 h 5143333"/>
                  <a:gd name="connsiteX21" fmla="*/ 5675491 w 5814767"/>
                  <a:gd name="connsiteY21" fmla="*/ 3589812 h 5143333"/>
                  <a:gd name="connsiteX22" fmla="*/ 5302759 w 5814767"/>
                  <a:gd name="connsiteY22" fmla="*/ 4111354 h 5143333"/>
                  <a:gd name="connsiteX23" fmla="*/ 4699807 w 5814767"/>
                  <a:gd name="connsiteY23" fmla="*/ 4597649 h 5143333"/>
                  <a:gd name="connsiteX24" fmla="*/ 3870601 w 5814767"/>
                  <a:gd name="connsiteY24" fmla="*/ 4967697 h 5143333"/>
                  <a:gd name="connsiteX25" fmla="*/ 2819162 w 5814767"/>
                  <a:gd name="connsiteY25" fmla="*/ 5140411 h 5143333"/>
                  <a:gd name="connsiteX26" fmla="*/ 2819162 w 5814767"/>
                  <a:gd name="connsiteY26" fmla="*/ 5140411 h 5143333"/>
                  <a:gd name="connsiteX27" fmla="*/ 2671616 w 5814767"/>
                  <a:gd name="connsiteY27" fmla="*/ 5143306 h 5143333"/>
                  <a:gd name="connsiteX28" fmla="*/ 126830 w 5814767"/>
                  <a:gd name="connsiteY28" fmla="*/ 2505695 h 5143333"/>
                  <a:gd name="connsiteX29" fmla="*/ 95897 w 5814767"/>
                  <a:gd name="connsiteY29" fmla="*/ 2512918 h 5143333"/>
                  <a:gd name="connsiteX30" fmla="*/ 9906 w 5814767"/>
                  <a:gd name="connsiteY30" fmla="*/ 2743334 h 5143333"/>
                  <a:gd name="connsiteX31" fmla="*/ 67412 w 5814767"/>
                  <a:gd name="connsiteY31" fmla="*/ 3215492 h 5143333"/>
                  <a:gd name="connsiteX32" fmla="*/ 2665879 w 5814767"/>
                  <a:gd name="connsiteY32" fmla="*/ 5134817 h 5143333"/>
                  <a:gd name="connsiteX33" fmla="*/ 2818796 w 5814767"/>
                  <a:gd name="connsiteY33" fmla="*/ 5131782 h 5143333"/>
                  <a:gd name="connsiteX34" fmla="*/ 2818796 w 5814767"/>
                  <a:gd name="connsiteY34" fmla="*/ 5131782 h 5143333"/>
                  <a:gd name="connsiteX35" fmla="*/ 5667786 w 5814767"/>
                  <a:gd name="connsiteY35" fmla="*/ 3585905 h 5143333"/>
                  <a:gd name="connsiteX36" fmla="*/ 5729763 w 5814767"/>
                  <a:gd name="connsiteY36" fmla="*/ 2799181 h 5143333"/>
                  <a:gd name="connsiteX37" fmla="*/ 5272643 w 5814767"/>
                  <a:gd name="connsiteY37" fmla="*/ 2635687 h 5143333"/>
                  <a:gd name="connsiteX38" fmla="*/ 4698992 w 5814767"/>
                  <a:gd name="connsiteY38" fmla="*/ 2577759 h 5143333"/>
                  <a:gd name="connsiteX39" fmla="*/ 4357839 w 5814767"/>
                  <a:gd name="connsiteY39" fmla="*/ 2307039 h 5143333"/>
                  <a:gd name="connsiteX40" fmla="*/ 4063421 w 5814767"/>
                  <a:gd name="connsiteY40" fmla="*/ 1400694 h 5143333"/>
                  <a:gd name="connsiteX41" fmla="*/ 3704608 w 5814767"/>
                  <a:gd name="connsiteY41" fmla="*/ 376331 h 5143333"/>
                  <a:gd name="connsiteX42" fmla="*/ 2493531 w 5814767"/>
                  <a:gd name="connsiteY42" fmla="*/ 27924 h 5143333"/>
                  <a:gd name="connsiteX43" fmla="*/ 1953203 w 5814767"/>
                  <a:gd name="connsiteY43" fmla="*/ 481870 h 5143333"/>
                  <a:gd name="connsiteX44" fmla="*/ 1771547 w 5814767"/>
                  <a:gd name="connsiteY44" fmla="*/ 1366517 h 5143333"/>
                  <a:gd name="connsiteX45" fmla="*/ 1633730 w 5814767"/>
                  <a:gd name="connsiteY45" fmla="*/ 2130897 h 5143333"/>
                  <a:gd name="connsiteX46" fmla="*/ 1497826 w 5814767"/>
                  <a:gd name="connsiteY46" fmla="*/ 2438240 h 5143333"/>
                  <a:gd name="connsiteX47" fmla="*/ 1281273 w 5814767"/>
                  <a:gd name="connsiteY47" fmla="*/ 2654265 h 5143333"/>
                  <a:gd name="connsiteX48" fmla="*/ 273588 w 5814767"/>
                  <a:gd name="connsiteY48" fmla="*/ 2609744 h 5143333"/>
                  <a:gd name="connsiteX49" fmla="*/ 272492 w 5814767"/>
                  <a:gd name="connsiteY49" fmla="*/ 2609323 h 5143333"/>
                  <a:gd name="connsiteX50" fmla="*/ 271761 w 5814767"/>
                  <a:gd name="connsiteY50" fmla="*/ 2608395 h 5143333"/>
                  <a:gd name="connsiteX51" fmla="*/ 126886 w 5814767"/>
                  <a:gd name="connsiteY51" fmla="*/ 2505639 h 514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814767" h="5143333">
                    <a:moveTo>
                      <a:pt x="2671559" y="5143334"/>
                    </a:moveTo>
                    <a:cubicBezTo>
                      <a:pt x="2308107" y="5143334"/>
                      <a:pt x="1969991" y="5089454"/>
                      <a:pt x="1664606" y="4982678"/>
                    </a:cubicBezTo>
                    <a:cubicBezTo>
                      <a:pt x="1359644" y="4876071"/>
                      <a:pt x="1084741" y="4716061"/>
                      <a:pt x="847520" y="4507147"/>
                    </a:cubicBezTo>
                    <a:cubicBezTo>
                      <a:pt x="642552" y="4326620"/>
                      <a:pt x="467195" y="4111438"/>
                      <a:pt x="326342" y="3867587"/>
                    </a:cubicBezTo>
                    <a:cubicBezTo>
                      <a:pt x="207619" y="3662074"/>
                      <a:pt x="115216" y="3437335"/>
                      <a:pt x="59088" y="3217684"/>
                    </a:cubicBezTo>
                    <a:cubicBezTo>
                      <a:pt x="-30896" y="2865540"/>
                      <a:pt x="-16696" y="2559265"/>
                      <a:pt x="92073" y="2505273"/>
                    </a:cubicBezTo>
                    <a:cubicBezTo>
                      <a:pt x="127448" y="2487707"/>
                      <a:pt x="188356" y="2490321"/>
                      <a:pt x="277722" y="2602212"/>
                    </a:cubicBezTo>
                    <a:cubicBezTo>
                      <a:pt x="721176" y="2769838"/>
                      <a:pt x="1048016" y="2784481"/>
                      <a:pt x="1276830" y="2646985"/>
                    </a:cubicBezTo>
                    <a:cubicBezTo>
                      <a:pt x="1433684" y="2552745"/>
                      <a:pt x="1547711" y="2383151"/>
                      <a:pt x="1625491" y="2128480"/>
                    </a:cubicBezTo>
                    <a:cubicBezTo>
                      <a:pt x="1694948" y="1900987"/>
                      <a:pt x="1729564" y="1628777"/>
                      <a:pt x="1762999" y="1365505"/>
                    </a:cubicBezTo>
                    <a:cubicBezTo>
                      <a:pt x="1802929" y="1051304"/>
                      <a:pt x="1844209" y="726395"/>
                      <a:pt x="1945245" y="478694"/>
                    </a:cubicBezTo>
                    <a:cubicBezTo>
                      <a:pt x="1999742" y="345048"/>
                      <a:pt x="2066836" y="243669"/>
                      <a:pt x="2150353" y="168765"/>
                    </a:cubicBezTo>
                    <a:cubicBezTo>
                      <a:pt x="2244162" y="84615"/>
                      <a:pt x="2356080" y="35766"/>
                      <a:pt x="2492490" y="19464"/>
                    </a:cubicBezTo>
                    <a:cubicBezTo>
                      <a:pt x="2648698" y="774"/>
                      <a:pt x="2793685" y="-4482"/>
                      <a:pt x="2923431" y="3809"/>
                    </a:cubicBezTo>
                    <a:cubicBezTo>
                      <a:pt x="3046991" y="11735"/>
                      <a:pt x="3160737" y="32197"/>
                      <a:pt x="3261548" y="64687"/>
                    </a:cubicBezTo>
                    <a:cubicBezTo>
                      <a:pt x="3447365" y="124582"/>
                      <a:pt x="3594490" y="224781"/>
                      <a:pt x="3711301" y="371018"/>
                    </a:cubicBezTo>
                    <a:cubicBezTo>
                      <a:pt x="3927432" y="641570"/>
                      <a:pt x="4000854" y="1026711"/>
                      <a:pt x="4071857" y="1399148"/>
                    </a:cubicBezTo>
                    <a:cubicBezTo>
                      <a:pt x="4137405" y="1743029"/>
                      <a:pt x="4199326" y="2067826"/>
                      <a:pt x="4364841" y="2302149"/>
                    </a:cubicBezTo>
                    <a:cubicBezTo>
                      <a:pt x="4551614" y="2566573"/>
                      <a:pt x="4839817" y="2669864"/>
                      <a:pt x="5271799" y="2627198"/>
                    </a:cubicBezTo>
                    <a:cubicBezTo>
                      <a:pt x="5486158" y="2606034"/>
                      <a:pt x="5646977" y="2663849"/>
                      <a:pt x="5736849" y="2794375"/>
                    </a:cubicBezTo>
                    <a:cubicBezTo>
                      <a:pt x="5796942" y="2881645"/>
                      <a:pt x="5823066" y="3000507"/>
                      <a:pt x="5812464" y="3138172"/>
                    </a:cubicBezTo>
                    <a:cubicBezTo>
                      <a:pt x="5801863" y="3275780"/>
                      <a:pt x="5754480" y="3431939"/>
                      <a:pt x="5675491" y="3589812"/>
                    </a:cubicBezTo>
                    <a:cubicBezTo>
                      <a:pt x="5585928" y="3768765"/>
                      <a:pt x="5460541" y="3944233"/>
                      <a:pt x="5302759" y="4111354"/>
                    </a:cubicBezTo>
                    <a:cubicBezTo>
                      <a:pt x="5130860" y="4293398"/>
                      <a:pt x="4928002" y="4457033"/>
                      <a:pt x="4699807" y="4597649"/>
                    </a:cubicBezTo>
                    <a:cubicBezTo>
                      <a:pt x="4447935" y="4752881"/>
                      <a:pt x="4168956" y="4877364"/>
                      <a:pt x="3870601" y="4967697"/>
                    </a:cubicBezTo>
                    <a:cubicBezTo>
                      <a:pt x="3541343" y="5067390"/>
                      <a:pt x="3187592" y="5125486"/>
                      <a:pt x="2819162" y="5140411"/>
                    </a:cubicBezTo>
                    <a:lnTo>
                      <a:pt x="2819162" y="5140411"/>
                    </a:lnTo>
                    <a:cubicBezTo>
                      <a:pt x="2769530" y="5142350"/>
                      <a:pt x="2720348" y="5143306"/>
                      <a:pt x="2671616" y="5143306"/>
                    </a:cubicBezTo>
                    <a:close/>
                    <a:moveTo>
                      <a:pt x="126830" y="2505695"/>
                    </a:moveTo>
                    <a:cubicBezTo>
                      <a:pt x="115947" y="2505695"/>
                      <a:pt x="105627" y="2508084"/>
                      <a:pt x="95897" y="2512918"/>
                    </a:cubicBezTo>
                    <a:cubicBezTo>
                      <a:pt x="47390" y="2537005"/>
                      <a:pt x="16852" y="2618851"/>
                      <a:pt x="9906" y="2743334"/>
                    </a:cubicBezTo>
                    <a:cubicBezTo>
                      <a:pt x="2623" y="2874197"/>
                      <a:pt x="23066" y="3041879"/>
                      <a:pt x="67412" y="3215492"/>
                    </a:cubicBezTo>
                    <a:cubicBezTo>
                      <a:pt x="150816" y="3541947"/>
                      <a:pt x="661871" y="5134817"/>
                      <a:pt x="2665879" y="5134817"/>
                    </a:cubicBezTo>
                    <a:cubicBezTo>
                      <a:pt x="2716018" y="5134817"/>
                      <a:pt x="2766746" y="5133834"/>
                      <a:pt x="2818796" y="5131782"/>
                    </a:cubicBezTo>
                    <a:lnTo>
                      <a:pt x="2818796" y="5131782"/>
                    </a:lnTo>
                    <a:cubicBezTo>
                      <a:pt x="4382359" y="5068458"/>
                      <a:pt x="5330738" y="4259446"/>
                      <a:pt x="5667786" y="3585905"/>
                    </a:cubicBezTo>
                    <a:cubicBezTo>
                      <a:pt x="5826890" y="3267967"/>
                      <a:pt x="5850061" y="2973890"/>
                      <a:pt x="5729763" y="2799181"/>
                    </a:cubicBezTo>
                    <a:cubicBezTo>
                      <a:pt x="5641775" y="2671381"/>
                      <a:pt x="5483683" y="2614832"/>
                      <a:pt x="5272643" y="2635687"/>
                    </a:cubicBezTo>
                    <a:cubicBezTo>
                      <a:pt x="5042872" y="2658368"/>
                      <a:pt x="4855227" y="2639425"/>
                      <a:pt x="4698992" y="2577759"/>
                    </a:cubicBezTo>
                    <a:cubicBezTo>
                      <a:pt x="4559094" y="2522559"/>
                      <a:pt x="4447514" y="2433995"/>
                      <a:pt x="4357839" y="2307039"/>
                    </a:cubicBezTo>
                    <a:cubicBezTo>
                      <a:pt x="4191255" y="2071199"/>
                      <a:pt x="4129166" y="1745503"/>
                      <a:pt x="4063421" y="1400694"/>
                    </a:cubicBezTo>
                    <a:cubicBezTo>
                      <a:pt x="3992615" y="1029269"/>
                      <a:pt x="3919390" y="645224"/>
                      <a:pt x="3704608" y="376331"/>
                    </a:cubicBezTo>
                    <a:cubicBezTo>
                      <a:pt x="3462578" y="73344"/>
                      <a:pt x="3066450" y="-40627"/>
                      <a:pt x="2493531" y="27924"/>
                    </a:cubicBezTo>
                    <a:cubicBezTo>
                      <a:pt x="2242250" y="57998"/>
                      <a:pt x="2065515" y="206484"/>
                      <a:pt x="1953203" y="481870"/>
                    </a:cubicBezTo>
                    <a:cubicBezTo>
                      <a:pt x="1852617" y="728559"/>
                      <a:pt x="1811393" y="1052878"/>
                      <a:pt x="1771547" y="1366517"/>
                    </a:cubicBezTo>
                    <a:cubicBezTo>
                      <a:pt x="1738056" y="1630126"/>
                      <a:pt x="1703412" y="1902729"/>
                      <a:pt x="1633730" y="2130897"/>
                    </a:cubicBezTo>
                    <a:cubicBezTo>
                      <a:pt x="1596162" y="2253974"/>
                      <a:pt x="1551704" y="2354511"/>
                      <a:pt x="1497826" y="2438240"/>
                    </a:cubicBezTo>
                    <a:cubicBezTo>
                      <a:pt x="1437227" y="2532452"/>
                      <a:pt x="1366392" y="2603111"/>
                      <a:pt x="1281273" y="2654265"/>
                    </a:cubicBezTo>
                    <a:cubicBezTo>
                      <a:pt x="1049844" y="2793307"/>
                      <a:pt x="720220" y="2778748"/>
                      <a:pt x="273588" y="2609744"/>
                    </a:cubicBezTo>
                    <a:lnTo>
                      <a:pt x="272492" y="2609323"/>
                    </a:lnTo>
                    <a:lnTo>
                      <a:pt x="271761" y="2608395"/>
                    </a:lnTo>
                    <a:cubicBezTo>
                      <a:pt x="217714" y="2540490"/>
                      <a:pt x="168335" y="2505639"/>
                      <a:pt x="126886" y="250563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6CCE965-C146-74A7-5ABF-2A2DF395E8A8}"/>
                  </a:ext>
                </a:extLst>
              </p:cNvPr>
              <p:cNvSpPr/>
              <p:nvPr/>
            </p:nvSpPr>
            <p:spPr>
              <a:xfrm>
                <a:off x="-901177" y="743910"/>
                <a:ext cx="5837742" cy="5146134"/>
              </a:xfrm>
              <a:custGeom>
                <a:avLst/>
                <a:gdLst>
                  <a:gd name="connsiteX0" fmla="*/ 2604455 w 5837742"/>
                  <a:gd name="connsiteY0" fmla="*/ 5146079 h 5146134"/>
                  <a:gd name="connsiteX1" fmla="*/ 1544158 w 5837742"/>
                  <a:gd name="connsiteY1" fmla="*/ 4992899 h 5146134"/>
                  <a:gd name="connsiteX2" fmla="*/ 726734 w 5837742"/>
                  <a:gd name="connsiteY2" fmla="*/ 4534232 h 5146134"/>
                  <a:gd name="connsiteX3" fmla="*/ 245543 w 5837742"/>
                  <a:gd name="connsiteY3" fmla="*/ 3909063 h 5146134"/>
                  <a:gd name="connsiteX4" fmla="*/ 30508 w 5837742"/>
                  <a:gd name="connsiteY4" fmla="*/ 3259385 h 5146134"/>
                  <a:gd name="connsiteX5" fmla="*/ 14930 w 5837742"/>
                  <a:gd name="connsiteY5" fmla="*/ 2701727 h 5146134"/>
                  <a:gd name="connsiteX6" fmla="*/ 138321 w 5837742"/>
                  <a:gd name="connsiteY6" fmla="*/ 2441940 h 5146134"/>
                  <a:gd name="connsiteX7" fmla="*/ 280553 w 5837742"/>
                  <a:gd name="connsiteY7" fmla="*/ 2565355 h 5146134"/>
                  <a:gd name="connsiteX8" fmla="*/ 1149295 w 5837742"/>
                  <a:gd name="connsiteY8" fmla="*/ 2630730 h 5146134"/>
                  <a:gd name="connsiteX9" fmla="*/ 1502653 w 5837742"/>
                  <a:gd name="connsiteY9" fmla="*/ 2141118 h 5146134"/>
                  <a:gd name="connsiteX10" fmla="*/ 1668702 w 5837742"/>
                  <a:gd name="connsiteY10" fmla="*/ 1393546 h 5146134"/>
                  <a:gd name="connsiteX11" fmla="*/ 1890570 w 5837742"/>
                  <a:gd name="connsiteY11" fmla="*/ 497150 h 5146134"/>
                  <a:gd name="connsiteX12" fmla="*/ 2109232 w 5837742"/>
                  <a:gd name="connsiteY12" fmla="*/ 180785 h 5146134"/>
                  <a:gd name="connsiteX13" fmla="*/ 2456825 w 5837742"/>
                  <a:gd name="connsiteY13" fmla="*/ 26735 h 5146134"/>
                  <a:gd name="connsiteX14" fmla="*/ 2950698 w 5837742"/>
                  <a:gd name="connsiteY14" fmla="*/ 2141 h 5146134"/>
                  <a:gd name="connsiteX15" fmla="*/ 3334425 w 5837742"/>
                  <a:gd name="connsiteY15" fmla="*/ 60827 h 5146134"/>
                  <a:gd name="connsiteX16" fmla="*/ 3833473 w 5837742"/>
                  <a:gd name="connsiteY16" fmla="*/ 378373 h 5146134"/>
                  <a:gd name="connsiteX17" fmla="*/ 4193017 w 5837742"/>
                  <a:gd name="connsiteY17" fmla="*/ 1458752 h 5146134"/>
                  <a:gd name="connsiteX18" fmla="*/ 5241053 w 5837742"/>
                  <a:gd name="connsiteY18" fmla="*/ 2694166 h 5146134"/>
                  <a:gd name="connsiteX19" fmla="*/ 5677197 w 5837742"/>
                  <a:gd name="connsiteY19" fmla="*/ 2834473 h 5146134"/>
                  <a:gd name="connsiteX20" fmla="*/ 5837312 w 5837742"/>
                  <a:gd name="connsiteY20" fmla="*/ 3219530 h 5146134"/>
                  <a:gd name="connsiteX21" fmla="*/ 5670364 w 5837742"/>
                  <a:gd name="connsiteY21" fmla="*/ 3803102 h 5146134"/>
                  <a:gd name="connsiteX22" fmla="*/ 5119041 w 5837742"/>
                  <a:gd name="connsiteY22" fmla="*/ 4413234 h 5146134"/>
                  <a:gd name="connsiteX23" fmla="*/ 4159385 w 5837742"/>
                  <a:gd name="connsiteY23" fmla="*/ 4907484 h 5146134"/>
                  <a:gd name="connsiteX24" fmla="*/ 2767327 w 5837742"/>
                  <a:gd name="connsiteY24" fmla="*/ 5143240 h 5146134"/>
                  <a:gd name="connsiteX25" fmla="*/ 2767327 w 5837742"/>
                  <a:gd name="connsiteY25" fmla="*/ 5143240 h 5146134"/>
                  <a:gd name="connsiteX26" fmla="*/ 2604455 w 5837742"/>
                  <a:gd name="connsiteY26" fmla="*/ 5146135 h 5146134"/>
                  <a:gd name="connsiteX27" fmla="*/ 156543 w 5837742"/>
                  <a:gd name="connsiteY27" fmla="*/ 2447224 h 5146134"/>
                  <a:gd name="connsiteX28" fmla="*/ 140767 w 5837742"/>
                  <a:gd name="connsiteY28" fmla="*/ 2449669 h 5146134"/>
                  <a:gd name="connsiteX29" fmla="*/ 22944 w 5837742"/>
                  <a:gd name="connsiteY29" fmla="*/ 2702964 h 5146134"/>
                  <a:gd name="connsiteX30" fmla="*/ 38495 w 5837742"/>
                  <a:gd name="connsiteY30" fmla="*/ 3258036 h 5146134"/>
                  <a:gd name="connsiteX31" fmla="*/ 2601531 w 5837742"/>
                  <a:gd name="connsiteY31" fmla="*/ 5138069 h 5146134"/>
                  <a:gd name="connsiteX32" fmla="*/ 2767046 w 5837742"/>
                  <a:gd name="connsiteY32" fmla="*/ 5135117 h 5146134"/>
                  <a:gd name="connsiteX33" fmla="*/ 2767046 w 5837742"/>
                  <a:gd name="connsiteY33" fmla="*/ 5135117 h 5146134"/>
                  <a:gd name="connsiteX34" fmla="*/ 5114120 w 5837742"/>
                  <a:gd name="connsiteY34" fmla="*/ 4406798 h 5146134"/>
                  <a:gd name="connsiteX35" fmla="*/ 5829242 w 5837742"/>
                  <a:gd name="connsiteY35" fmla="*/ 3219783 h 5146134"/>
                  <a:gd name="connsiteX36" fmla="*/ 5241307 w 5837742"/>
                  <a:gd name="connsiteY36" fmla="*/ 2702233 h 5146134"/>
                  <a:gd name="connsiteX37" fmla="*/ 4729858 w 5837742"/>
                  <a:gd name="connsiteY37" fmla="*/ 2610466 h 5146134"/>
                  <a:gd name="connsiteX38" fmla="*/ 4430520 w 5837742"/>
                  <a:gd name="connsiteY38" fmla="*/ 2334068 h 5146134"/>
                  <a:gd name="connsiteX39" fmla="*/ 4185031 w 5837742"/>
                  <a:gd name="connsiteY39" fmla="*/ 1459989 h 5146134"/>
                  <a:gd name="connsiteX40" fmla="*/ 3827230 w 5837742"/>
                  <a:gd name="connsiteY40" fmla="*/ 383516 h 5146134"/>
                  <a:gd name="connsiteX41" fmla="*/ 2457865 w 5837742"/>
                  <a:gd name="connsiteY41" fmla="*/ 34773 h 5146134"/>
                  <a:gd name="connsiteX42" fmla="*/ 1897965 w 5837742"/>
                  <a:gd name="connsiteY42" fmla="*/ 500467 h 5146134"/>
                  <a:gd name="connsiteX43" fmla="*/ 1676688 w 5837742"/>
                  <a:gd name="connsiteY43" fmla="*/ 1394951 h 5146134"/>
                  <a:gd name="connsiteX44" fmla="*/ 1510301 w 5837742"/>
                  <a:gd name="connsiteY44" fmla="*/ 2143816 h 5146134"/>
                  <a:gd name="connsiteX45" fmla="*/ 1367732 w 5837742"/>
                  <a:gd name="connsiteY45" fmla="*/ 2438230 h 5146134"/>
                  <a:gd name="connsiteX46" fmla="*/ 1153204 w 5837742"/>
                  <a:gd name="connsiteY46" fmla="*/ 2637869 h 5146134"/>
                  <a:gd name="connsiteX47" fmla="*/ 844867 w 5837742"/>
                  <a:gd name="connsiteY47" fmla="*/ 2711030 h 5146134"/>
                  <a:gd name="connsiteX48" fmla="*/ 275969 w 5837742"/>
                  <a:gd name="connsiteY48" fmla="*/ 2572269 h 5146134"/>
                  <a:gd name="connsiteX49" fmla="*/ 274535 w 5837742"/>
                  <a:gd name="connsiteY49" fmla="*/ 2571679 h 5146134"/>
                  <a:gd name="connsiteX50" fmla="*/ 273888 w 5837742"/>
                  <a:gd name="connsiteY50" fmla="*/ 2570274 h 5146134"/>
                  <a:gd name="connsiteX51" fmla="*/ 156543 w 5837742"/>
                  <a:gd name="connsiteY51" fmla="*/ 2447308 h 5146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837742" h="5146134">
                    <a:moveTo>
                      <a:pt x="2604455" y="5146079"/>
                    </a:moveTo>
                    <a:cubicBezTo>
                      <a:pt x="2213220" y="5146079"/>
                      <a:pt x="1857219" y="5094700"/>
                      <a:pt x="1544158" y="4992899"/>
                    </a:cubicBezTo>
                    <a:cubicBezTo>
                      <a:pt x="1229522" y="4890564"/>
                      <a:pt x="954507" y="4736260"/>
                      <a:pt x="726734" y="4534232"/>
                    </a:cubicBezTo>
                    <a:cubicBezTo>
                      <a:pt x="529528" y="4359298"/>
                      <a:pt x="367612" y="4148978"/>
                      <a:pt x="245543" y="3909063"/>
                    </a:cubicBezTo>
                    <a:cubicBezTo>
                      <a:pt x="141808" y="3705235"/>
                      <a:pt x="69483" y="3486652"/>
                      <a:pt x="30508" y="3259385"/>
                    </a:cubicBezTo>
                    <a:cubicBezTo>
                      <a:pt x="-3854" y="3058902"/>
                      <a:pt x="-9394" y="2860837"/>
                      <a:pt x="14930" y="2701727"/>
                    </a:cubicBezTo>
                    <a:cubicBezTo>
                      <a:pt x="37482" y="2554169"/>
                      <a:pt x="82474" y="2459478"/>
                      <a:pt x="138321" y="2441940"/>
                    </a:cubicBezTo>
                    <a:cubicBezTo>
                      <a:pt x="171700" y="2431485"/>
                      <a:pt x="223441" y="2444442"/>
                      <a:pt x="280553" y="2565355"/>
                    </a:cubicBezTo>
                    <a:cubicBezTo>
                      <a:pt x="656350" y="2723678"/>
                      <a:pt x="940560" y="2745067"/>
                      <a:pt x="1149295" y="2630730"/>
                    </a:cubicBezTo>
                    <a:cubicBezTo>
                      <a:pt x="1301931" y="2547114"/>
                      <a:pt x="1417533" y="2386964"/>
                      <a:pt x="1502653" y="2141118"/>
                    </a:cubicBezTo>
                    <a:cubicBezTo>
                      <a:pt x="1578858" y="1921017"/>
                      <a:pt x="1624554" y="1652855"/>
                      <a:pt x="1668702" y="1393546"/>
                    </a:cubicBezTo>
                    <a:cubicBezTo>
                      <a:pt x="1722636" y="1076815"/>
                      <a:pt x="1778427" y="749320"/>
                      <a:pt x="1890570" y="497150"/>
                    </a:cubicBezTo>
                    <a:cubicBezTo>
                      <a:pt x="1951112" y="361003"/>
                      <a:pt x="2022622" y="257516"/>
                      <a:pt x="2109232" y="180785"/>
                    </a:cubicBezTo>
                    <a:cubicBezTo>
                      <a:pt x="2206668" y="94443"/>
                      <a:pt x="2320386" y="44048"/>
                      <a:pt x="2456825" y="26735"/>
                    </a:cubicBezTo>
                    <a:cubicBezTo>
                      <a:pt x="2636428" y="3940"/>
                      <a:pt x="2802590" y="-4351"/>
                      <a:pt x="2950698" y="2141"/>
                    </a:cubicBezTo>
                    <a:cubicBezTo>
                      <a:pt x="3091608" y="8325"/>
                      <a:pt x="3220707" y="28056"/>
                      <a:pt x="3334425" y="60827"/>
                    </a:cubicBezTo>
                    <a:cubicBezTo>
                      <a:pt x="3543892" y="121200"/>
                      <a:pt x="3707129" y="225053"/>
                      <a:pt x="3833473" y="378373"/>
                    </a:cubicBezTo>
                    <a:cubicBezTo>
                      <a:pt x="4067067" y="661853"/>
                      <a:pt x="4131096" y="1066978"/>
                      <a:pt x="4193017" y="1458752"/>
                    </a:cubicBezTo>
                    <a:cubicBezTo>
                      <a:pt x="4295515" y="2107334"/>
                      <a:pt x="4392417" y="2719968"/>
                      <a:pt x="5241053" y="2694166"/>
                    </a:cubicBezTo>
                    <a:cubicBezTo>
                      <a:pt x="5421810" y="2688658"/>
                      <a:pt x="5572618" y="2737197"/>
                      <a:pt x="5677197" y="2834473"/>
                    </a:cubicBezTo>
                    <a:cubicBezTo>
                      <a:pt x="5776630" y="2926971"/>
                      <a:pt x="5831998" y="3060111"/>
                      <a:pt x="5837312" y="3219530"/>
                    </a:cubicBezTo>
                    <a:cubicBezTo>
                      <a:pt x="5843359" y="3399944"/>
                      <a:pt x="5785628" y="3601748"/>
                      <a:pt x="5670364" y="3803102"/>
                    </a:cubicBezTo>
                    <a:cubicBezTo>
                      <a:pt x="5545229" y="4021713"/>
                      <a:pt x="5354575" y="4232679"/>
                      <a:pt x="5119041" y="4413234"/>
                    </a:cubicBezTo>
                    <a:cubicBezTo>
                      <a:pt x="4850550" y="4619001"/>
                      <a:pt x="4527674" y="4785306"/>
                      <a:pt x="4159385" y="4907484"/>
                    </a:cubicBezTo>
                    <a:cubicBezTo>
                      <a:pt x="3743714" y="5045402"/>
                      <a:pt x="3275373" y="5124690"/>
                      <a:pt x="2767327" y="5143240"/>
                    </a:cubicBezTo>
                    <a:lnTo>
                      <a:pt x="2767327" y="5143240"/>
                    </a:lnTo>
                    <a:cubicBezTo>
                      <a:pt x="2712409" y="5145180"/>
                      <a:pt x="2658080" y="5146135"/>
                      <a:pt x="2604455" y="5146135"/>
                    </a:cubicBezTo>
                    <a:close/>
                    <a:moveTo>
                      <a:pt x="156543" y="2447224"/>
                    </a:moveTo>
                    <a:cubicBezTo>
                      <a:pt x="151228" y="2447224"/>
                      <a:pt x="145970" y="2448039"/>
                      <a:pt x="140767" y="2449669"/>
                    </a:cubicBezTo>
                    <a:cubicBezTo>
                      <a:pt x="88745" y="2465999"/>
                      <a:pt x="44681" y="2560689"/>
                      <a:pt x="22944" y="2702964"/>
                    </a:cubicBezTo>
                    <a:cubicBezTo>
                      <a:pt x="-1239" y="2861259"/>
                      <a:pt x="4272" y="3058368"/>
                      <a:pt x="38495" y="3258036"/>
                    </a:cubicBezTo>
                    <a:cubicBezTo>
                      <a:pt x="115375" y="3706444"/>
                      <a:pt x="525760" y="5138069"/>
                      <a:pt x="2601531" y="5138069"/>
                    </a:cubicBezTo>
                    <a:cubicBezTo>
                      <a:pt x="2655606" y="5138069"/>
                      <a:pt x="2710665" y="5137113"/>
                      <a:pt x="2767046" y="5135117"/>
                    </a:cubicBezTo>
                    <a:lnTo>
                      <a:pt x="2767046" y="5135117"/>
                    </a:lnTo>
                    <a:cubicBezTo>
                      <a:pt x="3979163" y="5090906"/>
                      <a:pt x="4712424" y="4714647"/>
                      <a:pt x="5114120" y="4406798"/>
                    </a:cubicBezTo>
                    <a:cubicBezTo>
                      <a:pt x="5568090" y="4058870"/>
                      <a:pt x="5842093" y="3604025"/>
                      <a:pt x="5829242" y="3219783"/>
                    </a:cubicBezTo>
                    <a:cubicBezTo>
                      <a:pt x="5818191" y="2889843"/>
                      <a:pt x="5592977" y="2691524"/>
                      <a:pt x="5241307" y="2702233"/>
                    </a:cubicBezTo>
                    <a:cubicBezTo>
                      <a:pt x="5035468" y="2708500"/>
                      <a:pt x="4868153" y="2678483"/>
                      <a:pt x="4729858" y="2610466"/>
                    </a:cubicBezTo>
                    <a:cubicBezTo>
                      <a:pt x="4605961" y="2549531"/>
                      <a:pt x="4508047" y="2459113"/>
                      <a:pt x="4430520" y="2334068"/>
                    </a:cubicBezTo>
                    <a:cubicBezTo>
                      <a:pt x="4286404" y="2101572"/>
                      <a:pt x="4237166" y="1789929"/>
                      <a:pt x="4185031" y="1459989"/>
                    </a:cubicBezTo>
                    <a:cubicBezTo>
                      <a:pt x="4123279" y="1069283"/>
                      <a:pt x="4059446" y="665282"/>
                      <a:pt x="3827230" y="383516"/>
                    </a:cubicBezTo>
                    <a:cubicBezTo>
                      <a:pt x="3564898" y="65156"/>
                      <a:pt x="3116973" y="-48928"/>
                      <a:pt x="2457865" y="34773"/>
                    </a:cubicBezTo>
                    <a:cubicBezTo>
                      <a:pt x="2206246" y="66730"/>
                      <a:pt x="2023100" y="219038"/>
                      <a:pt x="1897965" y="500467"/>
                    </a:cubicBezTo>
                    <a:cubicBezTo>
                      <a:pt x="1786244" y="751737"/>
                      <a:pt x="1730538" y="1078727"/>
                      <a:pt x="1676688" y="1394951"/>
                    </a:cubicBezTo>
                    <a:cubicBezTo>
                      <a:pt x="1632455" y="1654597"/>
                      <a:pt x="1586732" y="1923069"/>
                      <a:pt x="1510301" y="2143816"/>
                    </a:cubicBezTo>
                    <a:cubicBezTo>
                      <a:pt x="1469105" y="2262734"/>
                      <a:pt x="1422482" y="2359055"/>
                      <a:pt x="1367732" y="2438230"/>
                    </a:cubicBezTo>
                    <a:cubicBezTo>
                      <a:pt x="1306206" y="2527215"/>
                      <a:pt x="1236018" y="2592506"/>
                      <a:pt x="1153204" y="2637869"/>
                    </a:cubicBezTo>
                    <a:cubicBezTo>
                      <a:pt x="1064232" y="2686606"/>
                      <a:pt x="961847" y="2711002"/>
                      <a:pt x="844867" y="2711030"/>
                    </a:cubicBezTo>
                    <a:cubicBezTo>
                      <a:pt x="683964" y="2711030"/>
                      <a:pt x="495418" y="2664851"/>
                      <a:pt x="275969" y="2572269"/>
                    </a:cubicBezTo>
                    <a:lnTo>
                      <a:pt x="274535" y="2571679"/>
                    </a:lnTo>
                    <a:lnTo>
                      <a:pt x="273888" y="2570274"/>
                    </a:lnTo>
                    <a:cubicBezTo>
                      <a:pt x="236235" y="2490086"/>
                      <a:pt x="195152" y="2447308"/>
                      <a:pt x="156543" y="2447308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1C3AA43A-A695-9A92-1E0E-CB8F7F5006BD}"/>
                  </a:ext>
                </a:extLst>
              </p:cNvPr>
              <p:cNvSpPr/>
              <p:nvPr/>
            </p:nvSpPr>
            <p:spPr>
              <a:xfrm>
                <a:off x="-891084" y="776625"/>
                <a:ext cx="5899495" cy="5150294"/>
              </a:xfrm>
              <a:custGeom>
                <a:avLst/>
                <a:gdLst>
                  <a:gd name="connsiteX0" fmla="*/ 2566410 w 5899495"/>
                  <a:gd name="connsiteY0" fmla="*/ 5150295 h 5150294"/>
                  <a:gd name="connsiteX1" fmla="*/ 1451560 w 5899495"/>
                  <a:gd name="connsiteY1" fmla="*/ 5003159 h 5150294"/>
                  <a:gd name="connsiteX2" fmla="*/ 625869 w 5899495"/>
                  <a:gd name="connsiteY2" fmla="*/ 4558235 h 5150294"/>
                  <a:gd name="connsiteX3" fmla="*/ 175582 w 5899495"/>
                  <a:gd name="connsiteY3" fmla="*/ 3944927 h 5150294"/>
                  <a:gd name="connsiteX4" fmla="*/ 8717 w 5899495"/>
                  <a:gd name="connsiteY4" fmla="*/ 3295895 h 5150294"/>
                  <a:gd name="connsiteX5" fmla="*/ 210957 w 5899495"/>
                  <a:gd name="connsiteY5" fmla="*/ 2382018 h 5150294"/>
                  <a:gd name="connsiteX6" fmla="*/ 311993 w 5899495"/>
                  <a:gd name="connsiteY6" fmla="*/ 2530026 h 5150294"/>
                  <a:gd name="connsiteX7" fmla="*/ 1051861 w 5899495"/>
                  <a:gd name="connsiteY7" fmla="*/ 2614345 h 5150294"/>
                  <a:gd name="connsiteX8" fmla="*/ 1405725 w 5899495"/>
                  <a:gd name="connsiteY8" fmla="*/ 2156521 h 5150294"/>
                  <a:gd name="connsiteX9" fmla="*/ 1598854 w 5899495"/>
                  <a:gd name="connsiteY9" fmla="*/ 1426402 h 5150294"/>
                  <a:gd name="connsiteX10" fmla="*/ 2449853 w 5899495"/>
                  <a:gd name="connsiteY10" fmla="*/ 35476 h 5150294"/>
                  <a:gd name="connsiteX11" fmla="*/ 3843936 w 5899495"/>
                  <a:gd name="connsiteY11" fmla="*/ 248157 h 5150294"/>
                  <a:gd name="connsiteX12" fmla="*/ 4338231 w 5899495"/>
                  <a:gd name="connsiteY12" fmla="*/ 1520502 h 5150294"/>
                  <a:gd name="connsiteX13" fmla="*/ 4534313 w 5899495"/>
                  <a:gd name="connsiteY13" fmla="*/ 2364339 h 5150294"/>
                  <a:gd name="connsiteX14" fmla="*/ 5238918 w 5899495"/>
                  <a:gd name="connsiteY14" fmla="*/ 2762521 h 5150294"/>
                  <a:gd name="connsiteX15" fmla="*/ 5726015 w 5899495"/>
                  <a:gd name="connsiteY15" fmla="*/ 2961795 h 5150294"/>
                  <a:gd name="connsiteX16" fmla="*/ 5855564 w 5899495"/>
                  <a:gd name="connsiteY16" fmla="*/ 3166297 h 5150294"/>
                  <a:gd name="connsiteX17" fmla="*/ 5899488 w 5899495"/>
                  <a:gd name="connsiteY17" fmla="*/ 3418270 h 5150294"/>
                  <a:gd name="connsiteX18" fmla="*/ 5723990 w 5899495"/>
                  <a:gd name="connsiteY18" fmla="*/ 3965191 h 5150294"/>
                  <a:gd name="connsiteX19" fmla="*/ 5171009 w 5899495"/>
                  <a:gd name="connsiteY19" fmla="*/ 4509977 h 5150294"/>
                  <a:gd name="connsiteX20" fmla="*/ 4193525 w 5899495"/>
                  <a:gd name="connsiteY20" fmla="*/ 4941184 h 5150294"/>
                  <a:gd name="connsiteX21" fmla="*/ 2744130 w 5899495"/>
                  <a:gd name="connsiteY21" fmla="*/ 5147372 h 5150294"/>
                  <a:gd name="connsiteX22" fmla="*/ 2744130 w 5899495"/>
                  <a:gd name="connsiteY22" fmla="*/ 5147372 h 5150294"/>
                  <a:gd name="connsiteX23" fmla="*/ 2566354 w 5899495"/>
                  <a:gd name="connsiteY23" fmla="*/ 5150267 h 5150294"/>
                  <a:gd name="connsiteX24" fmla="*/ 218128 w 5899495"/>
                  <a:gd name="connsiteY24" fmla="*/ 2389073 h 5150294"/>
                  <a:gd name="connsiteX25" fmla="*/ 212082 w 5899495"/>
                  <a:gd name="connsiteY25" fmla="*/ 2389522 h 5150294"/>
                  <a:gd name="connsiteX26" fmla="*/ 58490 w 5899495"/>
                  <a:gd name="connsiteY26" fmla="*/ 2663053 h 5150294"/>
                  <a:gd name="connsiteX27" fmla="*/ 16310 w 5899495"/>
                  <a:gd name="connsiteY27" fmla="*/ 3295221 h 5150294"/>
                  <a:gd name="connsiteX28" fmla="*/ 2563121 w 5899495"/>
                  <a:gd name="connsiteY28" fmla="*/ 5142763 h 5150294"/>
                  <a:gd name="connsiteX29" fmla="*/ 2743961 w 5899495"/>
                  <a:gd name="connsiteY29" fmla="*/ 5139812 h 5150294"/>
                  <a:gd name="connsiteX30" fmla="*/ 2743961 w 5899495"/>
                  <a:gd name="connsiteY30" fmla="*/ 5139812 h 5150294"/>
                  <a:gd name="connsiteX31" fmla="*/ 5891952 w 5899495"/>
                  <a:gd name="connsiteY31" fmla="*/ 3418242 h 5150294"/>
                  <a:gd name="connsiteX32" fmla="*/ 5238665 w 5899495"/>
                  <a:gd name="connsiteY32" fmla="*/ 2770138 h 5150294"/>
                  <a:gd name="connsiteX33" fmla="*/ 4330751 w 5899495"/>
                  <a:gd name="connsiteY33" fmla="*/ 1521430 h 5150294"/>
                  <a:gd name="connsiteX34" fmla="*/ 3839352 w 5899495"/>
                  <a:gd name="connsiteY34" fmla="*/ 254171 h 5150294"/>
                  <a:gd name="connsiteX35" fmla="*/ 2450921 w 5899495"/>
                  <a:gd name="connsiteY35" fmla="*/ 43008 h 5150294"/>
                  <a:gd name="connsiteX36" fmla="*/ 1606333 w 5899495"/>
                  <a:gd name="connsiteY36" fmla="*/ 1428004 h 5150294"/>
                  <a:gd name="connsiteX37" fmla="*/ 1412839 w 5899495"/>
                  <a:gd name="connsiteY37" fmla="*/ 2159275 h 5150294"/>
                  <a:gd name="connsiteX38" fmla="*/ 1265265 w 5899495"/>
                  <a:gd name="connsiteY38" fmla="*/ 2439383 h 5150294"/>
                  <a:gd name="connsiteX39" fmla="*/ 1055236 w 5899495"/>
                  <a:gd name="connsiteY39" fmla="*/ 2621175 h 5150294"/>
                  <a:gd name="connsiteX40" fmla="*/ 307015 w 5899495"/>
                  <a:gd name="connsiteY40" fmla="*/ 2536069 h 5150294"/>
                  <a:gd name="connsiteX41" fmla="*/ 305328 w 5899495"/>
                  <a:gd name="connsiteY41" fmla="*/ 2535254 h 5150294"/>
                  <a:gd name="connsiteX42" fmla="*/ 304935 w 5899495"/>
                  <a:gd name="connsiteY42" fmla="*/ 2533398 h 5150294"/>
                  <a:gd name="connsiteX43" fmla="*/ 218100 w 5899495"/>
                  <a:gd name="connsiteY43" fmla="*/ 2389073 h 51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899495" h="5150294">
                    <a:moveTo>
                      <a:pt x="2566410" y="5150295"/>
                    </a:moveTo>
                    <a:cubicBezTo>
                      <a:pt x="2148377" y="5150295"/>
                      <a:pt x="1774070" y="5100941"/>
                      <a:pt x="1451560" y="5003159"/>
                    </a:cubicBezTo>
                    <a:cubicBezTo>
                      <a:pt x="1125479" y="4904280"/>
                      <a:pt x="847681" y="4754586"/>
                      <a:pt x="625869" y="4558235"/>
                    </a:cubicBezTo>
                    <a:cubicBezTo>
                      <a:pt x="433190" y="4387658"/>
                      <a:pt x="281679" y="4181329"/>
                      <a:pt x="175582" y="3944927"/>
                    </a:cubicBezTo>
                    <a:cubicBezTo>
                      <a:pt x="85541" y="3744276"/>
                      <a:pt x="29386" y="3525918"/>
                      <a:pt x="8717" y="3295895"/>
                    </a:cubicBezTo>
                    <a:cubicBezTo>
                      <a:pt x="-36022" y="2798160"/>
                      <a:pt x="100558" y="2398376"/>
                      <a:pt x="210957" y="2382018"/>
                    </a:cubicBezTo>
                    <a:cubicBezTo>
                      <a:pt x="241945" y="2377436"/>
                      <a:pt x="284519" y="2399472"/>
                      <a:pt x="311993" y="2530026"/>
                    </a:cubicBezTo>
                    <a:cubicBezTo>
                      <a:pt x="623198" y="2678455"/>
                      <a:pt x="865256" y="2706056"/>
                      <a:pt x="1051861" y="2614345"/>
                    </a:cubicBezTo>
                    <a:cubicBezTo>
                      <a:pt x="1200588" y="2541268"/>
                      <a:pt x="1313013" y="2395790"/>
                      <a:pt x="1405725" y="2156521"/>
                    </a:cubicBezTo>
                    <a:cubicBezTo>
                      <a:pt x="1487807" y="1944655"/>
                      <a:pt x="1541770" y="1692907"/>
                      <a:pt x="1598854" y="1426402"/>
                    </a:cubicBezTo>
                    <a:cubicBezTo>
                      <a:pt x="1737373" y="779985"/>
                      <a:pt x="1880589" y="111560"/>
                      <a:pt x="2449853" y="35476"/>
                    </a:cubicBezTo>
                    <a:cubicBezTo>
                      <a:pt x="3092004" y="-50361"/>
                      <a:pt x="3548000" y="19202"/>
                      <a:pt x="3843936" y="248157"/>
                    </a:cubicBezTo>
                    <a:cubicBezTo>
                      <a:pt x="4219396" y="538636"/>
                      <a:pt x="4279798" y="1037804"/>
                      <a:pt x="4338231" y="1520502"/>
                    </a:cubicBezTo>
                    <a:cubicBezTo>
                      <a:pt x="4376531" y="1836923"/>
                      <a:pt x="4412721" y="2135806"/>
                      <a:pt x="4534313" y="2364339"/>
                    </a:cubicBezTo>
                    <a:cubicBezTo>
                      <a:pt x="4671117" y="2621456"/>
                      <a:pt x="4895009" y="2747990"/>
                      <a:pt x="5238918" y="2762521"/>
                    </a:cubicBezTo>
                    <a:cubicBezTo>
                      <a:pt x="5439218" y="2770981"/>
                      <a:pt x="5607658" y="2839898"/>
                      <a:pt x="5726015" y="2961795"/>
                    </a:cubicBezTo>
                    <a:cubicBezTo>
                      <a:pt x="5782480" y="3019976"/>
                      <a:pt x="5826066" y="3088780"/>
                      <a:pt x="5855564" y="3166297"/>
                    </a:cubicBezTo>
                    <a:cubicBezTo>
                      <a:pt x="5885119" y="3243955"/>
                      <a:pt x="5899882" y="3328724"/>
                      <a:pt x="5899488" y="3418270"/>
                    </a:cubicBezTo>
                    <a:cubicBezTo>
                      <a:pt x="5898701" y="3595537"/>
                      <a:pt x="5837989" y="3784636"/>
                      <a:pt x="5723990" y="3965191"/>
                    </a:cubicBezTo>
                    <a:cubicBezTo>
                      <a:pt x="5597085" y="4166152"/>
                      <a:pt x="5411041" y="4349433"/>
                      <a:pt x="5171009" y="4509977"/>
                    </a:cubicBezTo>
                    <a:cubicBezTo>
                      <a:pt x="4902011" y="4689885"/>
                      <a:pt x="4573146" y="4834970"/>
                      <a:pt x="4193525" y="4941184"/>
                    </a:cubicBezTo>
                    <a:cubicBezTo>
                      <a:pt x="3768208" y="5060186"/>
                      <a:pt x="3280549" y="5129553"/>
                      <a:pt x="2744130" y="5147372"/>
                    </a:cubicBezTo>
                    <a:lnTo>
                      <a:pt x="2744130" y="5147372"/>
                    </a:lnTo>
                    <a:cubicBezTo>
                      <a:pt x="2684065" y="5149312"/>
                      <a:pt x="2624732" y="5150267"/>
                      <a:pt x="2566354" y="5150267"/>
                    </a:cubicBezTo>
                    <a:close/>
                    <a:moveTo>
                      <a:pt x="218128" y="2389073"/>
                    </a:moveTo>
                    <a:cubicBezTo>
                      <a:pt x="216131" y="2389073"/>
                      <a:pt x="214135" y="2389213"/>
                      <a:pt x="212082" y="2389522"/>
                    </a:cubicBezTo>
                    <a:cubicBezTo>
                      <a:pt x="159104" y="2397364"/>
                      <a:pt x="98814" y="2504730"/>
                      <a:pt x="58490" y="2663053"/>
                    </a:cubicBezTo>
                    <a:cubicBezTo>
                      <a:pt x="11304" y="2848386"/>
                      <a:pt x="-3684" y="3072900"/>
                      <a:pt x="16310" y="3295221"/>
                    </a:cubicBezTo>
                    <a:cubicBezTo>
                      <a:pt x="66982" y="3858978"/>
                      <a:pt x="419187" y="5142763"/>
                      <a:pt x="2563121" y="5142763"/>
                    </a:cubicBezTo>
                    <a:cubicBezTo>
                      <a:pt x="2622145" y="5142763"/>
                      <a:pt x="2682181" y="5141807"/>
                      <a:pt x="2743961" y="5139812"/>
                    </a:cubicBezTo>
                    <a:lnTo>
                      <a:pt x="2743961" y="5139812"/>
                    </a:lnTo>
                    <a:cubicBezTo>
                      <a:pt x="5048236" y="5063250"/>
                      <a:pt x="5888999" y="4068314"/>
                      <a:pt x="5891952" y="3418242"/>
                    </a:cubicBezTo>
                    <a:cubicBezTo>
                      <a:pt x="5893639" y="3047154"/>
                      <a:pt x="5631081" y="2786721"/>
                      <a:pt x="5238665" y="2770138"/>
                    </a:cubicBezTo>
                    <a:cubicBezTo>
                      <a:pt x="4478016" y="2738013"/>
                      <a:pt x="4406478" y="2147077"/>
                      <a:pt x="4330751" y="1521430"/>
                    </a:cubicBezTo>
                    <a:cubicBezTo>
                      <a:pt x="4272514" y="1040249"/>
                      <a:pt x="4212281" y="542711"/>
                      <a:pt x="3839352" y="254171"/>
                    </a:cubicBezTo>
                    <a:cubicBezTo>
                      <a:pt x="3545103" y="26510"/>
                      <a:pt x="3090963" y="-42547"/>
                      <a:pt x="2450921" y="43008"/>
                    </a:cubicBezTo>
                    <a:cubicBezTo>
                      <a:pt x="1886944" y="118390"/>
                      <a:pt x="1744291" y="784144"/>
                      <a:pt x="1606333" y="1428004"/>
                    </a:cubicBezTo>
                    <a:cubicBezTo>
                      <a:pt x="1549165" y="1694818"/>
                      <a:pt x="1495147" y="1946847"/>
                      <a:pt x="1412839" y="2159275"/>
                    </a:cubicBezTo>
                    <a:cubicBezTo>
                      <a:pt x="1368550" y="2273612"/>
                      <a:pt x="1320268" y="2365238"/>
                      <a:pt x="1265265" y="2439383"/>
                    </a:cubicBezTo>
                    <a:cubicBezTo>
                      <a:pt x="1203541" y="2522606"/>
                      <a:pt x="1134844" y="2582079"/>
                      <a:pt x="1055236" y="2621175"/>
                    </a:cubicBezTo>
                    <a:cubicBezTo>
                      <a:pt x="866043" y="2714122"/>
                      <a:pt x="621314" y="2686297"/>
                      <a:pt x="307015" y="2536069"/>
                    </a:cubicBezTo>
                    <a:lnTo>
                      <a:pt x="305328" y="2535254"/>
                    </a:lnTo>
                    <a:lnTo>
                      <a:pt x="304935" y="2533398"/>
                    </a:lnTo>
                    <a:cubicBezTo>
                      <a:pt x="285503" y="2439861"/>
                      <a:pt x="254824" y="2389073"/>
                      <a:pt x="218100" y="238907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D8A2DE9-6733-29C5-3E0F-1E599F4E527C}"/>
                  </a:ext>
                </a:extLst>
              </p:cNvPr>
              <p:cNvSpPr/>
              <p:nvPr/>
            </p:nvSpPr>
            <p:spPr>
              <a:xfrm>
                <a:off x="-912663" y="808198"/>
                <a:ext cx="6002842" cy="5155710"/>
              </a:xfrm>
              <a:custGeom>
                <a:avLst/>
                <a:gdLst>
                  <a:gd name="connsiteX0" fmla="*/ 2559926 w 6002842"/>
                  <a:gd name="connsiteY0" fmla="*/ 5155654 h 5155710"/>
                  <a:gd name="connsiteX1" fmla="*/ 946422 w 6002842"/>
                  <a:gd name="connsiteY1" fmla="*/ 4843421 h 5155710"/>
                  <a:gd name="connsiteX2" fmla="*/ 145505 w 6002842"/>
                  <a:gd name="connsiteY2" fmla="*/ 4029040 h 5155710"/>
                  <a:gd name="connsiteX3" fmla="*/ 9375 w 6002842"/>
                  <a:gd name="connsiteY3" fmla="*/ 3495441 h 5155710"/>
                  <a:gd name="connsiteX4" fmla="*/ 22451 w 6002842"/>
                  <a:gd name="connsiteY4" fmla="*/ 2993490 h 5155710"/>
                  <a:gd name="connsiteX5" fmla="*/ 124133 w 6002842"/>
                  <a:gd name="connsiteY5" fmla="*/ 2591485 h 5155710"/>
                  <a:gd name="connsiteX6" fmla="*/ 254386 w 6002842"/>
                  <a:gd name="connsiteY6" fmla="*/ 2357275 h 5155710"/>
                  <a:gd name="connsiteX7" fmla="*/ 327217 w 6002842"/>
                  <a:gd name="connsiteY7" fmla="*/ 2326976 h 5155710"/>
                  <a:gd name="connsiteX8" fmla="*/ 375049 w 6002842"/>
                  <a:gd name="connsiteY8" fmla="*/ 2495867 h 5155710"/>
                  <a:gd name="connsiteX9" fmla="*/ 988827 w 6002842"/>
                  <a:gd name="connsiteY9" fmla="*/ 2596966 h 5155710"/>
                  <a:gd name="connsiteX10" fmla="*/ 1555672 w 6002842"/>
                  <a:gd name="connsiteY10" fmla="*/ 1464842 h 5155710"/>
                  <a:gd name="connsiteX11" fmla="*/ 1862997 w 6002842"/>
                  <a:gd name="connsiteY11" fmla="*/ 542898 h 5155710"/>
                  <a:gd name="connsiteX12" fmla="*/ 2112732 w 6002842"/>
                  <a:gd name="connsiteY12" fmla="*/ 210232 h 5155710"/>
                  <a:gd name="connsiteX13" fmla="*/ 2474638 w 6002842"/>
                  <a:gd name="connsiteY13" fmla="*/ 45388 h 5155710"/>
                  <a:gd name="connsiteX14" fmla="*/ 4047480 w 6002842"/>
                  <a:gd name="connsiteY14" fmla="*/ 269817 h 5155710"/>
                  <a:gd name="connsiteX15" fmla="*/ 4406884 w 6002842"/>
                  <a:gd name="connsiteY15" fmla="*/ 858280 h 5155710"/>
                  <a:gd name="connsiteX16" fmla="*/ 4509915 w 6002842"/>
                  <a:gd name="connsiteY16" fmla="*/ 1585896 h 5155710"/>
                  <a:gd name="connsiteX17" fmla="*/ 4658362 w 6002842"/>
                  <a:gd name="connsiteY17" fmla="*/ 2406180 h 5155710"/>
                  <a:gd name="connsiteX18" fmla="*/ 5268568 w 6002842"/>
                  <a:gd name="connsiteY18" fmla="*/ 2832131 h 5155710"/>
                  <a:gd name="connsiteX19" fmla="*/ 5577299 w 6002842"/>
                  <a:gd name="connsiteY19" fmla="*/ 2921734 h 5155710"/>
                  <a:gd name="connsiteX20" fmla="*/ 5812327 w 6002842"/>
                  <a:gd name="connsiteY20" fmla="*/ 3095656 h 5155710"/>
                  <a:gd name="connsiteX21" fmla="*/ 6002109 w 6002842"/>
                  <a:gd name="connsiteY21" fmla="*/ 3616748 h 5155710"/>
                  <a:gd name="connsiteX22" fmla="*/ 5813930 w 6002842"/>
                  <a:gd name="connsiteY22" fmla="*/ 4119879 h 5155710"/>
                  <a:gd name="connsiteX23" fmla="*/ 5251274 w 6002842"/>
                  <a:gd name="connsiteY23" fmla="*/ 4600638 h 5155710"/>
                  <a:gd name="connsiteX24" fmla="*/ 4251829 w 6002842"/>
                  <a:gd name="connsiteY24" fmla="*/ 4973441 h 5155710"/>
                  <a:gd name="connsiteX25" fmla="*/ 2752774 w 6002842"/>
                  <a:gd name="connsiteY25" fmla="*/ 5152815 h 5155710"/>
                  <a:gd name="connsiteX26" fmla="*/ 2752774 w 6002842"/>
                  <a:gd name="connsiteY26" fmla="*/ 5152815 h 5155710"/>
                  <a:gd name="connsiteX27" fmla="*/ 2559954 w 6002842"/>
                  <a:gd name="connsiteY27" fmla="*/ 5155710 h 5155710"/>
                  <a:gd name="connsiteX28" fmla="*/ 312988 w 6002842"/>
                  <a:gd name="connsiteY28" fmla="*/ 2331276 h 5155710"/>
                  <a:gd name="connsiteX29" fmla="*/ 259475 w 6002842"/>
                  <a:gd name="connsiteY29" fmla="*/ 2362222 h 5155710"/>
                  <a:gd name="connsiteX30" fmla="*/ 130770 w 6002842"/>
                  <a:gd name="connsiteY30" fmla="*/ 2594014 h 5155710"/>
                  <a:gd name="connsiteX31" fmla="*/ 29481 w 6002842"/>
                  <a:gd name="connsiteY31" fmla="*/ 2994530 h 5155710"/>
                  <a:gd name="connsiteX32" fmla="*/ 152028 w 6002842"/>
                  <a:gd name="connsiteY32" fmla="*/ 4026229 h 5155710"/>
                  <a:gd name="connsiteX33" fmla="*/ 2560207 w 6002842"/>
                  <a:gd name="connsiteY33" fmla="*/ 5148599 h 5155710"/>
                  <a:gd name="connsiteX34" fmla="*/ 2752549 w 6002842"/>
                  <a:gd name="connsiteY34" fmla="*/ 5145704 h 5155710"/>
                  <a:gd name="connsiteX35" fmla="*/ 2752549 w 6002842"/>
                  <a:gd name="connsiteY35" fmla="*/ 5145704 h 5155710"/>
                  <a:gd name="connsiteX36" fmla="*/ 5247731 w 6002842"/>
                  <a:gd name="connsiteY36" fmla="*/ 4594455 h 5155710"/>
                  <a:gd name="connsiteX37" fmla="*/ 5994995 w 6002842"/>
                  <a:gd name="connsiteY37" fmla="*/ 3616439 h 5155710"/>
                  <a:gd name="connsiteX38" fmla="*/ 5267725 w 6002842"/>
                  <a:gd name="connsiteY38" fmla="*/ 2839186 h 5155710"/>
                  <a:gd name="connsiteX39" fmla="*/ 4502829 w 6002842"/>
                  <a:gd name="connsiteY39" fmla="*/ 1586487 h 5155710"/>
                  <a:gd name="connsiteX40" fmla="*/ 4043037 w 6002842"/>
                  <a:gd name="connsiteY40" fmla="*/ 275354 h 5155710"/>
                  <a:gd name="connsiteX41" fmla="*/ 2475622 w 6002842"/>
                  <a:gd name="connsiteY41" fmla="*/ 52415 h 5155710"/>
                  <a:gd name="connsiteX42" fmla="*/ 1869296 w 6002842"/>
                  <a:gd name="connsiteY42" fmla="*/ 546159 h 5155710"/>
                  <a:gd name="connsiteX43" fmla="*/ 1562534 w 6002842"/>
                  <a:gd name="connsiteY43" fmla="*/ 1466613 h 5155710"/>
                  <a:gd name="connsiteX44" fmla="*/ 991611 w 6002842"/>
                  <a:gd name="connsiteY44" fmla="*/ 2603486 h 5155710"/>
                  <a:gd name="connsiteX45" fmla="*/ 369734 w 6002842"/>
                  <a:gd name="connsiteY45" fmla="*/ 2501067 h 5155710"/>
                  <a:gd name="connsiteX46" fmla="*/ 367878 w 6002842"/>
                  <a:gd name="connsiteY46" fmla="*/ 2500055 h 5155710"/>
                  <a:gd name="connsiteX47" fmla="*/ 367878 w 6002842"/>
                  <a:gd name="connsiteY47" fmla="*/ 2497947 h 5155710"/>
                  <a:gd name="connsiteX48" fmla="*/ 324461 w 6002842"/>
                  <a:gd name="connsiteY48" fmla="*/ 2333553 h 5155710"/>
                  <a:gd name="connsiteX49" fmla="*/ 312932 w 6002842"/>
                  <a:gd name="connsiteY49" fmla="*/ 2331333 h 5155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6002842" h="5155710">
                    <a:moveTo>
                      <a:pt x="2559926" y="5155654"/>
                    </a:moveTo>
                    <a:cubicBezTo>
                      <a:pt x="1901578" y="5155654"/>
                      <a:pt x="1359506" y="5050845"/>
                      <a:pt x="946422" y="4843421"/>
                    </a:cubicBezTo>
                    <a:cubicBezTo>
                      <a:pt x="568825" y="4653815"/>
                      <a:pt x="299350" y="4379807"/>
                      <a:pt x="145505" y="4029040"/>
                    </a:cubicBezTo>
                    <a:cubicBezTo>
                      <a:pt x="73658" y="3865236"/>
                      <a:pt x="27850" y="3685693"/>
                      <a:pt x="9375" y="3495441"/>
                    </a:cubicBezTo>
                    <a:cubicBezTo>
                      <a:pt x="-6569" y="3331412"/>
                      <a:pt x="-2154" y="3162521"/>
                      <a:pt x="22451" y="2993490"/>
                    </a:cubicBezTo>
                    <a:cubicBezTo>
                      <a:pt x="43372" y="2849838"/>
                      <a:pt x="78522" y="2710824"/>
                      <a:pt x="124133" y="2591485"/>
                    </a:cubicBezTo>
                    <a:cubicBezTo>
                      <a:pt x="165020" y="2484540"/>
                      <a:pt x="211278" y="2401346"/>
                      <a:pt x="254386" y="2357275"/>
                    </a:cubicBezTo>
                    <a:cubicBezTo>
                      <a:pt x="281887" y="2329168"/>
                      <a:pt x="307083" y="2318685"/>
                      <a:pt x="327217" y="2326976"/>
                    </a:cubicBezTo>
                    <a:cubicBezTo>
                      <a:pt x="358964" y="2340046"/>
                      <a:pt x="375499" y="2398423"/>
                      <a:pt x="375049" y="2495867"/>
                    </a:cubicBezTo>
                    <a:cubicBezTo>
                      <a:pt x="625402" y="2633841"/>
                      <a:pt x="826180" y="2666922"/>
                      <a:pt x="988827" y="2596966"/>
                    </a:cubicBezTo>
                    <a:cubicBezTo>
                      <a:pt x="1297023" y="2464416"/>
                      <a:pt x="1422664" y="1978879"/>
                      <a:pt x="1555672" y="1464842"/>
                    </a:cubicBezTo>
                    <a:cubicBezTo>
                      <a:pt x="1639414" y="1141226"/>
                      <a:pt x="1725996" y="806564"/>
                      <a:pt x="1862997" y="542898"/>
                    </a:cubicBezTo>
                    <a:cubicBezTo>
                      <a:pt x="1937122" y="400231"/>
                      <a:pt x="2018810" y="291431"/>
                      <a:pt x="2112732" y="210232"/>
                    </a:cubicBezTo>
                    <a:cubicBezTo>
                      <a:pt x="2217367" y="119814"/>
                      <a:pt x="2339127" y="64332"/>
                      <a:pt x="2474638" y="45388"/>
                    </a:cubicBezTo>
                    <a:cubicBezTo>
                      <a:pt x="3215181" y="-58240"/>
                      <a:pt x="3729666" y="15174"/>
                      <a:pt x="4047480" y="269817"/>
                    </a:cubicBezTo>
                    <a:cubicBezTo>
                      <a:pt x="4218169" y="406583"/>
                      <a:pt x="4335711" y="599055"/>
                      <a:pt x="4406884" y="858280"/>
                    </a:cubicBezTo>
                    <a:cubicBezTo>
                      <a:pt x="4469816" y="1087515"/>
                      <a:pt x="4490204" y="1340893"/>
                      <a:pt x="4509915" y="1585896"/>
                    </a:cubicBezTo>
                    <a:cubicBezTo>
                      <a:pt x="4534493" y="1891384"/>
                      <a:pt x="4557692" y="2179924"/>
                      <a:pt x="4658362" y="2406180"/>
                    </a:cubicBezTo>
                    <a:cubicBezTo>
                      <a:pt x="4771489" y="2660458"/>
                      <a:pt x="4965377" y="2795818"/>
                      <a:pt x="5268568" y="2832131"/>
                    </a:cubicBezTo>
                    <a:cubicBezTo>
                      <a:pt x="5379727" y="2845454"/>
                      <a:pt x="5483603" y="2875584"/>
                      <a:pt x="5577299" y="2921734"/>
                    </a:cubicBezTo>
                    <a:cubicBezTo>
                      <a:pt x="5667958" y="2966367"/>
                      <a:pt x="5747032" y="3024885"/>
                      <a:pt x="5812327" y="3095656"/>
                    </a:cubicBezTo>
                    <a:cubicBezTo>
                      <a:pt x="5943339" y="3237678"/>
                      <a:pt x="6010714" y="3422730"/>
                      <a:pt x="6002109" y="3616748"/>
                    </a:cubicBezTo>
                    <a:cubicBezTo>
                      <a:pt x="5994602" y="3785583"/>
                      <a:pt x="5929531" y="3959561"/>
                      <a:pt x="5813930" y="4119879"/>
                    </a:cubicBezTo>
                    <a:cubicBezTo>
                      <a:pt x="5684577" y="4299254"/>
                      <a:pt x="5495272" y="4460978"/>
                      <a:pt x="5251274" y="4600638"/>
                    </a:cubicBezTo>
                    <a:cubicBezTo>
                      <a:pt x="4979212" y="4756348"/>
                      <a:pt x="4642952" y="4881786"/>
                      <a:pt x="4251829" y="4973441"/>
                    </a:cubicBezTo>
                    <a:cubicBezTo>
                      <a:pt x="3817064" y="5075354"/>
                      <a:pt x="3312729" y="5135699"/>
                      <a:pt x="2752774" y="5152815"/>
                    </a:cubicBezTo>
                    <a:lnTo>
                      <a:pt x="2752774" y="5152815"/>
                    </a:lnTo>
                    <a:cubicBezTo>
                      <a:pt x="2687451" y="5154755"/>
                      <a:pt x="2623140" y="5155710"/>
                      <a:pt x="2559954" y="5155710"/>
                    </a:cubicBezTo>
                    <a:close/>
                    <a:moveTo>
                      <a:pt x="312988" y="2331276"/>
                    </a:moveTo>
                    <a:cubicBezTo>
                      <a:pt x="297719" y="2331276"/>
                      <a:pt x="279469" y="2341760"/>
                      <a:pt x="259475" y="2362222"/>
                    </a:cubicBezTo>
                    <a:cubicBezTo>
                      <a:pt x="217014" y="2405618"/>
                      <a:pt x="171319" y="2487941"/>
                      <a:pt x="130770" y="2594014"/>
                    </a:cubicBezTo>
                    <a:cubicBezTo>
                      <a:pt x="85356" y="2712876"/>
                      <a:pt x="50318" y="2851356"/>
                      <a:pt x="29481" y="2994530"/>
                    </a:cubicBezTo>
                    <a:cubicBezTo>
                      <a:pt x="-8031" y="3252209"/>
                      <a:pt x="-17226" y="3640357"/>
                      <a:pt x="152028" y="4026229"/>
                    </a:cubicBezTo>
                    <a:cubicBezTo>
                      <a:pt x="379323" y="4544454"/>
                      <a:pt x="983090" y="5148599"/>
                      <a:pt x="2560207" y="5148599"/>
                    </a:cubicBezTo>
                    <a:cubicBezTo>
                      <a:pt x="2622859" y="5148599"/>
                      <a:pt x="2686776" y="5147644"/>
                      <a:pt x="2752549" y="5145704"/>
                    </a:cubicBezTo>
                    <a:lnTo>
                      <a:pt x="2752549" y="5145704"/>
                    </a:lnTo>
                    <a:cubicBezTo>
                      <a:pt x="3811327" y="5113326"/>
                      <a:pt x="4674137" y="4922709"/>
                      <a:pt x="5247731" y="4594455"/>
                    </a:cubicBezTo>
                    <a:cubicBezTo>
                      <a:pt x="5876103" y="4234834"/>
                      <a:pt x="5985631" y="3827349"/>
                      <a:pt x="5994995" y="3616439"/>
                    </a:cubicBezTo>
                    <a:cubicBezTo>
                      <a:pt x="6012936" y="3212269"/>
                      <a:pt x="5713878" y="2892644"/>
                      <a:pt x="5267725" y="2839186"/>
                    </a:cubicBezTo>
                    <a:cubicBezTo>
                      <a:pt x="4597144" y="2758858"/>
                      <a:pt x="4551337" y="2189396"/>
                      <a:pt x="4502829" y="1586487"/>
                    </a:cubicBezTo>
                    <a:cubicBezTo>
                      <a:pt x="4462983" y="1091084"/>
                      <a:pt x="4421787" y="578818"/>
                      <a:pt x="4043037" y="275354"/>
                    </a:cubicBezTo>
                    <a:cubicBezTo>
                      <a:pt x="3726826" y="21976"/>
                      <a:pt x="3214112" y="-50932"/>
                      <a:pt x="2475622" y="52415"/>
                    </a:cubicBezTo>
                    <a:cubicBezTo>
                      <a:pt x="2221782" y="87941"/>
                      <a:pt x="2023450" y="249440"/>
                      <a:pt x="1869296" y="546159"/>
                    </a:cubicBezTo>
                    <a:cubicBezTo>
                      <a:pt x="1732660" y="809122"/>
                      <a:pt x="1646191" y="1143390"/>
                      <a:pt x="1562534" y="1466613"/>
                    </a:cubicBezTo>
                    <a:cubicBezTo>
                      <a:pt x="1429075" y="1982392"/>
                      <a:pt x="1303013" y="2469560"/>
                      <a:pt x="991611" y="2603486"/>
                    </a:cubicBezTo>
                    <a:cubicBezTo>
                      <a:pt x="826433" y="2674539"/>
                      <a:pt x="623012" y="2641008"/>
                      <a:pt x="369734" y="2501067"/>
                    </a:cubicBezTo>
                    <a:lnTo>
                      <a:pt x="367878" y="2500055"/>
                    </a:lnTo>
                    <a:lnTo>
                      <a:pt x="367878" y="2497947"/>
                    </a:lnTo>
                    <a:cubicBezTo>
                      <a:pt x="368553" y="2403735"/>
                      <a:pt x="353144" y="2345358"/>
                      <a:pt x="324461" y="2333553"/>
                    </a:cubicBezTo>
                    <a:cubicBezTo>
                      <a:pt x="320833" y="2332063"/>
                      <a:pt x="316981" y="2331333"/>
                      <a:pt x="312932" y="233133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59629E25-4D99-C24A-ADFC-8ACD9FBA34D6}"/>
                  </a:ext>
                </a:extLst>
              </p:cNvPr>
              <p:cNvSpPr/>
              <p:nvPr/>
            </p:nvSpPr>
            <p:spPr>
              <a:xfrm>
                <a:off x="-961283" y="842736"/>
                <a:ext cx="6115040" cy="5158047"/>
              </a:xfrm>
              <a:custGeom>
                <a:avLst/>
                <a:gdLst>
                  <a:gd name="connsiteX0" fmla="*/ 2581411 w 6115040"/>
                  <a:gd name="connsiteY0" fmla="*/ 5158048 h 5158047"/>
                  <a:gd name="connsiteX1" fmla="*/ 888326 w 6115040"/>
                  <a:gd name="connsiteY1" fmla="*/ 4849243 h 5158047"/>
                  <a:gd name="connsiteX2" fmla="*/ 101498 w 6115040"/>
                  <a:gd name="connsiteY2" fmla="*/ 4038263 h 5158047"/>
                  <a:gd name="connsiteX3" fmla="*/ 40 w 6115040"/>
                  <a:gd name="connsiteY3" fmla="*/ 3476305 h 5158047"/>
                  <a:gd name="connsiteX4" fmla="*/ 67078 w 6115040"/>
                  <a:gd name="connsiteY4" fmla="*/ 2946585 h 5158047"/>
                  <a:gd name="connsiteX5" fmla="*/ 221655 w 6115040"/>
                  <a:gd name="connsiteY5" fmla="*/ 2525524 h 5158047"/>
                  <a:gd name="connsiteX6" fmla="*/ 383402 w 6115040"/>
                  <a:gd name="connsiteY6" fmla="*/ 2289150 h 5158047"/>
                  <a:gd name="connsiteX7" fmla="*/ 451593 w 6115040"/>
                  <a:gd name="connsiteY7" fmla="*/ 2267170 h 5158047"/>
                  <a:gd name="connsiteX8" fmla="*/ 465006 w 6115040"/>
                  <a:gd name="connsiteY8" fmla="*/ 2458659 h 5158047"/>
                  <a:gd name="connsiteX9" fmla="*/ 957136 w 6115040"/>
                  <a:gd name="connsiteY9" fmla="*/ 2573698 h 5158047"/>
                  <a:gd name="connsiteX10" fmla="*/ 1293847 w 6115040"/>
                  <a:gd name="connsiteY10" fmla="*/ 2190496 h 5158047"/>
                  <a:gd name="connsiteX11" fmla="*/ 1533233 w 6115040"/>
                  <a:gd name="connsiteY11" fmla="*/ 1506135 h 5158047"/>
                  <a:gd name="connsiteX12" fmla="*/ 1887125 w 6115040"/>
                  <a:gd name="connsiteY12" fmla="*/ 567018 h 5158047"/>
                  <a:gd name="connsiteX13" fmla="*/ 2155082 w 6115040"/>
                  <a:gd name="connsiteY13" fmla="*/ 223643 h 5158047"/>
                  <a:gd name="connsiteX14" fmla="*/ 2526464 w 6115040"/>
                  <a:gd name="connsiteY14" fmla="*/ 52223 h 5158047"/>
                  <a:gd name="connsiteX15" fmla="*/ 3602227 w 6115040"/>
                  <a:gd name="connsiteY15" fmla="*/ 31396 h 5158047"/>
                  <a:gd name="connsiteX16" fmla="*/ 3968351 w 6115040"/>
                  <a:gd name="connsiteY16" fmla="*/ 134630 h 5158047"/>
                  <a:gd name="connsiteX17" fmla="*/ 4239513 w 6115040"/>
                  <a:gd name="connsiteY17" fmla="*/ 298771 h 5158047"/>
                  <a:gd name="connsiteX18" fmla="*/ 4611852 w 6115040"/>
                  <a:gd name="connsiteY18" fmla="*/ 957781 h 5158047"/>
                  <a:gd name="connsiteX19" fmla="*/ 4688845 w 6115040"/>
                  <a:gd name="connsiteY19" fmla="*/ 1754089 h 5158047"/>
                  <a:gd name="connsiteX20" fmla="*/ 4790696 w 6115040"/>
                  <a:gd name="connsiteY20" fmla="*/ 2548796 h 5158047"/>
                  <a:gd name="connsiteX21" fmla="*/ 5324641 w 6115040"/>
                  <a:gd name="connsiteY21" fmla="*/ 2898664 h 5158047"/>
                  <a:gd name="connsiteX22" fmla="*/ 5325231 w 6115040"/>
                  <a:gd name="connsiteY22" fmla="*/ 2898664 h 5158047"/>
                  <a:gd name="connsiteX23" fmla="*/ 5325793 w 6115040"/>
                  <a:gd name="connsiteY23" fmla="*/ 2898888 h 5158047"/>
                  <a:gd name="connsiteX24" fmla="*/ 5926664 w 6115040"/>
                  <a:gd name="connsiteY24" fmla="*/ 3336616 h 5158047"/>
                  <a:gd name="connsiteX25" fmla="*/ 6083996 w 6115040"/>
                  <a:gd name="connsiteY25" fmla="*/ 3633026 h 5158047"/>
                  <a:gd name="connsiteX26" fmla="*/ 6104889 w 6115040"/>
                  <a:gd name="connsiteY26" fmla="*/ 3952792 h 5158047"/>
                  <a:gd name="connsiteX27" fmla="*/ 5290756 w 6115040"/>
                  <a:gd name="connsiteY27" fmla="*/ 4741174 h 5158047"/>
                  <a:gd name="connsiteX28" fmla="*/ 2788431 w 6115040"/>
                  <a:gd name="connsiteY28" fmla="*/ 5155153 h 5158047"/>
                  <a:gd name="connsiteX29" fmla="*/ 2788431 w 6115040"/>
                  <a:gd name="connsiteY29" fmla="*/ 5155153 h 5158047"/>
                  <a:gd name="connsiteX30" fmla="*/ 2581495 w 6115040"/>
                  <a:gd name="connsiteY30" fmla="*/ 5158048 h 5158047"/>
                  <a:gd name="connsiteX31" fmla="*/ 435846 w 6115040"/>
                  <a:gd name="connsiteY31" fmla="*/ 2269756 h 5158047"/>
                  <a:gd name="connsiteX32" fmla="*/ 387676 w 6115040"/>
                  <a:gd name="connsiteY32" fmla="*/ 2294209 h 5158047"/>
                  <a:gd name="connsiteX33" fmla="*/ 73490 w 6115040"/>
                  <a:gd name="connsiteY33" fmla="*/ 2948243 h 5158047"/>
                  <a:gd name="connsiteX34" fmla="*/ 107656 w 6115040"/>
                  <a:gd name="connsiteY34" fmla="*/ 4035930 h 5158047"/>
                  <a:gd name="connsiteX35" fmla="*/ 891223 w 6115040"/>
                  <a:gd name="connsiteY35" fmla="*/ 4843341 h 5158047"/>
                  <a:gd name="connsiteX36" fmla="*/ 2788178 w 6115040"/>
                  <a:gd name="connsiteY36" fmla="*/ 5148576 h 5158047"/>
                  <a:gd name="connsiteX37" fmla="*/ 2788178 w 6115040"/>
                  <a:gd name="connsiteY37" fmla="*/ 5148576 h 5158047"/>
                  <a:gd name="connsiteX38" fmla="*/ 5288113 w 6115040"/>
                  <a:gd name="connsiteY38" fmla="*/ 4735104 h 5158047"/>
                  <a:gd name="connsiteX39" fmla="*/ 6098309 w 6115040"/>
                  <a:gd name="connsiteY39" fmla="*/ 3951639 h 5158047"/>
                  <a:gd name="connsiteX40" fmla="*/ 5921377 w 6115040"/>
                  <a:gd name="connsiteY40" fmla="*/ 3340692 h 5158047"/>
                  <a:gd name="connsiteX41" fmla="*/ 5323825 w 6115040"/>
                  <a:gd name="connsiteY41" fmla="*/ 2905297 h 5158047"/>
                  <a:gd name="connsiteX42" fmla="*/ 4972324 w 6115040"/>
                  <a:gd name="connsiteY42" fmla="*/ 2805098 h 5158047"/>
                  <a:gd name="connsiteX43" fmla="*/ 4784453 w 6115040"/>
                  <a:gd name="connsiteY43" fmla="*/ 2551269 h 5158047"/>
                  <a:gd name="connsiteX44" fmla="*/ 4682152 w 6115040"/>
                  <a:gd name="connsiteY44" fmla="*/ 1754370 h 5158047"/>
                  <a:gd name="connsiteX45" fmla="*/ 4235211 w 6115040"/>
                  <a:gd name="connsiteY45" fmla="*/ 303915 h 5158047"/>
                  <a:gd name="connsiteX46" fmla="*/ 2527364 w 6115040"/>
                  <a:gd name="connsiteY46" fmla="*/ 58856 h 5158047"/>
                  <a:gd name="connsiteX47" fmla="*/ 1892833 w 6115040"/>
                  <a:gd name="connsiteY47" fmla="*/ 570335 h 5158047"/>
                  <a:gd name="connsiteX48" fmla="*/ 1539504 w 6115040"/>
                  <a:gd name="connsiteY48" fmla="*/ 1508159 h 5158047"/>
                  <a:gd name="connsiteX49" fmla="*/ 1299780 w 6115040"/>
                  <a:gd name="connsiteY49" fmla="*/ 2193419 h 5158047"/>
                  <a:gd name="connsiteX50" fmla="*/ 1149703 w 6115040"/>
                  <a:gd name="connsiteY50" fmla="*/ 2439153 h 5158047"/>
                  <a:gd name="connsiteX51" fmla="*/ 959330 w 6115040"/>
                  <a:gd name="connsiteY51" fmla="*/ 2579994 h 5158047"/>
                  <a:gd name="connsiteX52" fmla="*/ 834533 w 6115040"/>
                  <a:gd name="connsiteY52" fmla="*/ 2601524 h 5158047"/>
                  <a:gd name="connsiteX53" fmla="*/ 459495 w 6115040"/>
                  <a:gd name="connsiteY53" fmla="*/ 2463072 h 5158047"/>
                  <a:gd name="connsiteX54" fmla="*/ 457667 w 6115040"/>
                  <a:gd name="connsiteY54" fmla="*/ 2461863 h 5158047"/>
                  <a:gd name="connsiteX55" fmla="*/ 458061 w 6115040"/>
                  <a:gd name="connsiteY55" fmla="*/ 2459699 h 5158047"/>
                  <a:gd name="connsiteX56" fmla="*/ 448247 w 6115040"/>
                  <a:gd name="connsiteY56" fmla="*/ 2272988 h 5158047"/>
                  <a:gd name="connsiteX57" fmla="*/ 435846 w 6115040"/>
                  <a:gd name="connsiteY57" fmla="*/ 2269812 h 5158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115040" h="5158047">
                    <a:moveTo>
                      <a:pt x="2581411" y="5158048"/>
                    </a:moveTo>
                    <a:cubicBezTo>
                      <a:pt x="1879448" y="5158048"/>
                      <a:pt x="1310578" y="5054392"/>
                      <a:pt x="888326" y="4849243"/>
                    </a:cubicBezTo>
                    <a:cubicBezTo>
                      <a:pt x="500944" y="4661043"/>
                      <a:pt x="236221" y="4388187"/>
                      <a:pt x="101498" y="4038263"/>
                    </a:cubicBezTo>
                    <a:cubicBezTo>
                      <a:pt x="35528" y="3866871"/>
                      <a:pt x="1390" y="3677799"/>
                      <a:pt x="40" y="3476305"/>
                    </a:cubicBezTo>
                    <a:cubicBezTo>
                      <a:pt x="-1085" y="3303985"/>
                      <a:pt x="21468" y="3125791"/>
                      <a:pt x="67078" y="2946585"/>
                    </a:cubicBezTo>
                    <a:cubicBezTo>
                      <a:pt x="115445" y="2756642"/>
                      <a:pt x="177815" y="2612766"/>
                      <a:pt x="221655" y="2525524"/>
                    </a:cubicBezTo>
                    <a:cubicBezTo>
                      <a:pt x="276573" y="2416218"/>
                      <a:pt x="335513" y="2330044"/>
                      <a:pt x="383402" y="2289150"/>
                    </a:cubicBezTo>
                    <a:cubicBezTo>
                      <a:pt x="411437" y="2265203"/>
                      <a:pt x="435002" y="2257614"/>
                      <a:pt x="451593" y="2267170"/>
                    </a:cubicBezTo>
                    <a:cubicBezTo>
                      <a:pt x="480388" y="2283781"/>
                      <a:pt x="485000" y="2350000"/>
                      <a:pt x="465006" y="2458659"/>
                    </a:cubicBezTo>
                    <a:cubicBezTo>
                      <a:pt x="659007" y="2585700"/>
                      <a:pt x="819995" y="2623334"/>
                      <a:pt x="957136" y="2573698"/>
                    </a:cubicBezTo>
                    <a:cubicBezTo>
                      <a:pt x="1086180" y="2527014"/>
                      <a:pt x="1193177" y="2405257"/>
                      <a:pt x="1293847" y="2190496"/>
                    </a:cubicBezTo>
                    <a:cubicBezTo>
                      <a:pt x="1383606" y="1999008"/>
                      <a:pt x="1456297" y="1759598"/>
                      <a:pt x="1533233" y="1506135"/>
                    </a:cubicBezTo>
                    <a:cubicBezTo>
                      <a:pt x="1632891" y="1177825"/>
                      <a:pt x="1735951" y="838329"/>
                      <a:pt x="1887125" y="567018"/>
                    </a:cubicBezTo>
                    <a:cubicBezTo>
                      <a:pt x="1969039" y="419994"/>
                      <a:pt x="2056689" y="307681"/>
                      <a:pt x="2155082" y="223643"/>
                    </a:cubicBezTo>
                    <a:cubicBezTo>
                      <a:pt x="2264947" y="129824"/>
                      <a:pt x="2389884" y="72150"/>
                      <a:pt x="2526464" y="52223"/>
                    </a:cubicBezTo>
                    <a:cubicBezTo>
                      <a:pt x="2949812" y="-9555"/>
                      <a:pt x="3311746" y="-16554"/>
                      <a:pt x="3602227" y="31396"/>
                    </a:cubicBezTo>
                    <a:cubicBezTo>
                      <a:pt x="3737401" y="53712"/>
                      <a:pt x="3860595" y="88452"/>
                      <a:pt x="3968351" y="134630"/>
                    </a:cubicBezTo>
                    <a:cubicBezTo>
                      <a:pt x="4070090" y="178251"/>
                      <a:pt x="4161311" y="233452"/>
                      <a:pt x="4239513" y="298771"/>
                    </a:cubicBezTo>
                    <a:cubicBezTo>
                      <a:pt x="4423419" y="452316"/>
                      <a:pt x="4545207" y="667892"/>
                      <a:pt x="4611852" y="957781"/>
                    </a:cubicBezTo>
                    <a:cubicBezTo>
                      <a:pt x="4670426" y="1212565"/>
                      <a:pt x="4679790" y="1487866"/>
                      <a:pt x="4688845" y="1754089"/>
                    </a:cubicBezTo>
                    <a:cubicBezTo>
                      <a:pt x="4699081" y="2055136"/>
                      <a:pt x="4708754" y="2339460"/>
                      <a:pt x="4790696" y="2548796"/>
                    </a:cubicBezTo>
                    <a:cubicBezTo>
                      <a:pt x="4881917" y="2781825"/>
                      <a:pt x="5051566" y="2892986"/>
                      <a:pt x="5324641" y="2898664"/>
                    </a:cubicBezTo>
                    <a:lnTo>
                      <a:pt x="5325231" y="2898664"/>
                    </a:lnTo>
                    <a:cubicBezTo>
                      <a:pt x="5325231" y="2898664"/>
                      <a:pt x="5325793" y="2898888"/>
                      <a:pt x="5325793" y="2898888"/>
                    </a:cubicBezTo>
                    <a:cubicBezTo>
                      <a:pt x="5570101" y="2996530"/>
                      <a:pt x="5783504" y="3151958"/>
                      <a:pt x="5926664" y="3336616"/>
                    </a:cubicBezTo>
                    <a:cubicBezTo>
                      <a:pt x="6000311" y="3431588"/>
                      <a:pt x="6053233" y="3531309"/>
                      <a:pt x="6083996" y="3633026"/>
                    </a:cubicBezTo>
                    <a:cubicBezTo>
                      <a:pt x="6116503" y="3740448"/>
                      <a:pt x="6123505" y="3848011"/>
                      <a:pt x="6104889" y="3952792"/>
                    </a:cubicBezTo>
                    <a:cubicBezTo>
                      <a:pt x="6049099" y="4266431"/>
                      <a:pt x="5767561" y="4539034"/>
                      <a:pt x="5290756" y="4741174"/>
                    </a:cubicBezTo>
                    <a:cubicBezTo>
                      <a:pt x="4715334" y="4985109"/>
                      <a:pt x="3873445" y="5124405"/>
                      <a:pt x="2788431" y="5155153"/>
                    </a:cubicBezTo>
                    <a:lnTo>
                      <a:pt x="2788431" y="5155153"/>
                    </a:lnTo>
                    <a:cubicBezTo>
                      <a:pt x="2718215" y="5157092"/>
                      <a:pt x="2649236" y="5158048"/>
                      <a:pt x="2581495" y="5158048"/>
                    </a:cubicBezTo>
                    <a:close/>
                    <a:moveTo>
                      <a:pt x="435846" y="2269756"/>
                    </a:moveTo>
                    <a:cubicBezTo>
                      <a:pt x="420070" y="2269756"/>
                      <a:pt x="401680" y="2282236"/>
                      <a:pt x="387676" y="2294209"/>
                    </a:cubicBezTo>
                    <a:cubicBezTo>
                      <a:pt x="296201" y="2372344"/>
                      <a:pt x="154982" y="2628140"/>
                      <a:pt x="73490" y="2948243"/>
                    </a:cubicBezTo>
                    <a:cubicBezTo>
                      <a:pt x="3639" y="3222561"/>
                      <a:pt x="-47117" y="3633925"/>
                      <a:pt x="107656" y="4035930"/>
                    </a:cubicBezTo>
                    <a:cubicBezTo>
                      <a:pt x="241761" y="4384252"/>
                      <a:pt x="505387" y="4655900"/>
                      <a:pt x="891223" y="4843341"/>
                    </a:cubicBezTo>
                    <a:cubicBezTo>
                      <a:pt x="1353264" y="5067798"/>
                      <a:pt x="1991479" y="5170499"/>
                      <a:pt x="2788178" y="5148576"/>
                    </a:cubicBezTo>
                    <a:lnTo>
                      <a:pt x="2788178" y="5148576"/>
                    </a:lnTo>
                    <a:cubicBezTo>
                      <a:pt x="3872349" y="5117856"/>
                      <a:pt x="4713450" y="4978729"/>
                      <a:pt x="5288113" y="4735104"/>
                    </a:cubicBezTo>
                    <a:cubicBezTo>
                      <a:pt x="5762752" y="4533890"/>
                      <a:pt x="6042912" y="4262974"/>
                      <a:pt x="6098309" y="3951639"/>
                    </a:cubicBezTo>
                    <a:cubicBezTo>
                      <a:pt x="6134556" y="3747953"/>
                      <a:pt x="6073367" y="3536706"/>
                      <a:pt x="5921377" y="3340692"/>
                    </a:cubicBezTo>
                    <a:cubicBezTo>
                      <a:pt x="5779034" y="3157129"/>
                      <a:pt x="5566839" y="3002488"/>
                      <a:pt x="5323825" y="2905297"/>
                    </a:cubicBezTo>
                    <a:cubicBezTo>
                      <a:pt x="5178529" y="2902205"/>
                      <a:pt x="5063517" y="2869405"/>
                      <a:pt x="4972324" y="2805098"/>
                    </a:cubicBezTo>
                    <a:cubicBezTo>
                      <a:pt x="4890044" y="2747058"/>
                      <a:pt x="4828573" y="2664032"/>
                      <a:pt x="4784453" y="2551269"/>
                    </a:cubicBezTo>
                    <a:cubicBezTo>
                      <a:pt x="4702117" y="2340893"/>
                      <a:pt x="4692416" y="2056008"/>
                      <a:pt x="4682152" y="1754370"/>
                    </a:cubicBezTo>
                    <a:cubicBezTo>
                      <a:pt x="4664465" y="1234656"/>
                      <a:pt x="4644443" y="645604"/>
                      <a:pt x="4235211" y="303915"/>
                    </a:cubicBezTo>
                    <a:cubicBezTo>
                      <a:pt x="3896139" y="20800"/>
                      <a:pt x="3337504" y="-59360"/>
                      <a:pt x="2527364" y="58856"/>
                    </a:cubicBezTo>
                    <a:cubicBezTo>
                      <a:pt x="2271358" y="96209"/>
                      <a:pt x="2063804" y="263526"/>
                      <a:pt x="1892833" y="570335"/>
                    </a:cubicBezTo>
                    <a:cubicBezTo>
                      <a:pt x="1741997" y="841055"/>
                      <a:pt x="1639049" y="1180186"/>
                      <a:pt x="1539504" y="1508159"/>
                    </a:cubicBezTo>
                    <a:cubicBezTo>
                      <a:pt x="1462483" y="1761875"/>
                      <a:pt x="1389736" y="2001509"/>
                      <a:pt x="1299780" y="2193419"/>
                    </a:cubicBezTo>
                    <a:cubicBezTo>
                      <a:pt x="1251498" y="2296401"/>
                      <a:pt x="1202400" y="2376785"/>
                      <a:pt x="1149703" y="2439153"/>
                    </a:cubicBezTo>
                    <a:cubicBezTo>
                      <a:pt x="1090763" y="2508913"/>
                      <a:pt x="1028505" y="2554979"/>
                      <a:pt x="959330" y="2579994"/>
                    </a:cubicBezTo>
                    <a:cubicBezTo>
                      <a:pt x="919737" y="2594328"/>
                      <a:pt x="878175" y="2601524"/>
                      <a:pt x="834533" y="2601524"/>
                    </a:cubicBezTo>
                    <a:cubicBezTo>
                      <a:pt x="724246" y="2601524"/>
                      <a:pt x="600405" y="2555654"/>
                      <a:pt x="459495" y="2463072"/>
                    </a:cubicBezTo>
                    <a:lnTo>
                      <a:pt x="457667" y="2461863"/>
                    </a:lnTo>
                    <a:lnTo>
                      <a:pt x="458061" y="2459699"/>
                    </a:lnTo>
                    <a:cubicBezTo>
                      <a:pt x="484550" y="2317453"/>
                      <a:pt x="463291" y="2281673"/>
                      <a:pt x="448247" y="2272988"/>
                    </a:cubicBezTo>
                    <a:cubicBezTo>
                      <a:pt x="444422" y="2270768"/>
                      <a:pt x="440232" y="2269812"/>
                      <a:pt x="435846" y="2269812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302D0F6E-97AF-C19D-03DA-E2C49EE842E6}"/>
                  </a:ext>
                </a:extLst>
              </p:cNvPr>
              <p:cNvSpPr/>
              <p:nvPr/>
            </p:nvSpPr>
            <p:spPr>
              <a:xfrm>
                <a:off x="-1030340" y="872153"/>
                <a:ext cx="6272105" cy="5165562"/>
              </a:xfrm>
              <a:custGeom>
                <a:avLst/>
                <a:gdLst>
                  <a:gd name="connsiteX0" fmla="*/ 2623979 w 6272105"/>
                  <a:gd name="connsiteY0" fmla="*/ 5165563 h 5165562"/>
                  <a:gd name="connsiteX1" fmla="*/ 1670678 w 6272105"/>
                  <a:gd name="connsiteY1" fmla="*/ 5097517 h 5165562"/>
                  <a:gd name="connsiteX2" fmla="*/ 854042 w 6272105"/>
                  <a:gd name="connsiteY2" fmla="*/ 4861396 h 5165562"/>
                  <a:gd name="connsiteX3" fmla="*/ 73287 w 6272105"/>
                  <a:gd name="connsiteY3" fmla="*/ 4056514 h 5165562"/>
                  <a:gd name="connsiteX4" fmla="*/ 4843 w 6272105"/>
                  <a:gd name="connsiteY4" fmla="*/ 3467883 h 5165562"/>
                  <a:gd name="connsiteX5" fmla="*/ 126575 w 6272105"/>
                  <a:gd name="connsiteY5" fmla="*/ 2910900 h 5165562"/>
                  <a:gd name="connsiteX6" fmla="*/ 335788 w 6272105"/>
                  <a:gd name="connsiteY6" fmla="*/ 2469799 h 5165562"/>
                  <a:gd name="connsiteX7" fmla="*/ 530464 w 6272105"/>
                  <a:gd name="connsiteY7" fmla="*/ 2228563 h 5165562"/>
                  <a:gd name="connsiteX8" fmla="*/ 596434 w 6272105"/>
                  <a:gd name="connsiteY8" fmla="*/ 2211699 h 5165562"/>
                  <a:gd name="connsiteX9" fmla="*/ 575203 w 6272105"/>
                  <a:gd name="connsiteY9" fmla="*/ 2426712 h 5165562"/>
                  <a:gd name="connsiteX10" fmla="*/ 952322 w 6272105"/>
                  <a:gd name="connsiteY10" fmla="*/ 2552207 h 5165562"/>
                  <a:gd name="connsiteX11" fmla="*/ 1267689 w 6272105"/>
                  <a:gd name="connsiteY11" fmla="*/ 2213020 h 5165562"/>
                  <a:gd name="connsiteX12" fmla="*/ 1523244 w 6272105"/>
                  <a:gd name="connsiteY12" fmla="*/ 1560728 h 5165562"/>
                  <a:gd name="connsiteX13" fmla="*/ 1926909 w 6272105"/>
                  <a:gd name="connsiteY13" fmla="*/ 600363 h 5165562"/>
                  <a:gd name="connsiteX14" fmla="*/ 2598642 w 6272105"/>
                  <a:gd name="connsiteY14" fmla="*/ 64347 h 5165562"/>
                  <a:gd name="connsiteX15" fmla="*/ 3272288 w 6272105"/>
                  <a:gd name="connsiteY15" fmla="*/ 1107 h 5165562"/>
                  <a:gd name="connsiteX16" fmla="*/ 3799455 w 6272105"/>
                  <a:gd name="connsiteY16" fmla="*/ 31125 h 5165562"/>
                  <a:gd name="connsiteX17" fmla="*/ 4198058 w 6272105"/>
                  <a:gd name="connsiteY17" fmla="*/ 141470 h 5165562"/>
                  <a:gd name="connsiteX18" fmla="*/ 4485924 w 6272105"/>
                  <a:gd name="connsiteY18" fmla="*/ 319243 h 5165562"/>
                  <a:gd name="connsiteX19" fmla="*/ 4843049 w 6272105"/>
                  <a:gd name="connsiteY19" fmla="*/ 1002311 h 5165562"/>
                  <a:gd name="connsiteX20" fmla="*/ 4885905 w 6272105"/>
                  <a:gd name="connsiteY20" fmla="*/ 1821021 h 5165562"/>
                  <a:gd name="connsiteX21" fmla="*/ 4943494 w 6272105"/>
                  <a:gd name="connsiteY21" fmla="*/ 2596587 h 5165562"/>
                  <a:gd name="connsiteX22" fmla="*/ 5401599 w 6272105"/>
                  <a:gd name="connsiteY22" fmla="*/ 2970401 h 5165562"/>
                  <a:gd name="connsiteX23" fmla="*/ 5402190 w 6272105"/>
                  <a:gd name="connsiteY23" fmla="*/ 2970458 h 5165562"/>
                  <a:gd name="connsiteX24" fmla="*/ 5402696 w 6272105"/>
                  <a:gd name="connsiteY24" fmla="*/ 2970710 h 5165562"/>
                  <a:gd name="connsiteX25" fmla="*/ 6056263 w 6272105"/>
                  <a:gd name="connsiteY25" fmla="*/ 3479969 h 5165562"/>
                  <a:gd name="connsiteX26" fmla="*/ 6258560 w 6272105"/>
                  <a:gd name="connsiteY26" fmla="*/ 4120822 h 5165562"/>
                  <a:gd name="connsiteX27" fmla="*/ 6017036 w 6272105"/>
                  <a:gd name="connsiteY27" fmla="*/ 4489408 h 5165562"/>
                  <a:gd name="connsiteX28" fmla="*/ 5417346 w 6272105"/>
                  <a:gd name="connsiteY28" fmla="*/ 4808500 h 5165562"/>
                  <a:gd name="connsiteX29" fmla="*/ 2844384 w 6272105"/>
                  <a:gd name="connsiteY29" fmla="*/ 5162639 h 5165562"/>
                  <a:gd name="connsiteX30" fmla="*/ 2844384 w 6272105"/>
                  <a:gd name="connsiteY30" fmla="*/ 5162639 h 5165562"/>
                  <a:gd name="connsiteX31" fmla="*/ 2623979 w 6272105"/>
                  <a:gd name="connsiteY31" fmla="*/ 5165534 h 5165562"/>
                  <a:gd name="connsiteX32" fmla="*/ 579955 w 6272105"/>
                  <a:gd name="connsiteY32" fmla="*/ 2212739 h 5165562"/>
                  <a:gd name="connsiteX33" fmla="*/ 534063 w 6272105"/>
                  <a:gd name="connsiteY33" fmla="*/ 2233453 h 5165562"/>
                  <a:gd name="connsiteX34" fmla="*/ 340962 w 6272105"/>
                  <a:gd name="connsiteY34" fmla="*/ 2472975 h 5165562"/>
                  <a:gd name="connsiteX35" fmla="*/ 132283 w 6272105"/>
                  <a:gd name="connsiteY35" fmla="*/ 2912924 h 5165562"/>
                  <a:gd name="connsiteX36" fmla="*/ 79023 w 6272105"/>
                  <a:gd name="connsiteY36" fmla="*/ 4054519 h 5165562"/>
                  <a:gd name="connsiteX37" fmla="*/ 856601 w 6272105"/>
                  <a:gd name="connsiteY37" fmla="*/ 4855859 h 5165562"/>
                  <a:gd name="connsiteX38" fmla="*/ 2844215 w 6272105"/>
                  <a:gd name="connsiteY38" fmla="*/ 5156568 h 5165562"/>
                  <a:gd name="connsiteX39" fmla="*/ 2844215 w 6272105"/>
                  <a:gd name="connsiteY39" fmla="*/ 5156568 h 5165562"/>
                  <a:gd name="connsiteX40" fmla="*/ 5415294 w 6272105"/>
                  <a:gd name="connsiteY40" fmla="*/ 4802766 h 5165562"/>
                  <a:gd name="connsiteX41" fmla="*/ 6013043 w 6272105"/>
                  <a:gd name="connsiteY41" fmla="*/ 4484799 h 5165562"/>
                  <a:gd name="connsiteX42" fmla="*/ 6252570 w 6272105"/>
                  <a:gd name="connsiteY42" fmla="*/ 4119501 h 5165562"/>
                  <a:gd name="connsiteX43" fmla="*/ 6051483 w 6272105"/>
                  <a:gd name="connsiteY43" fmla="*/ 3483848 h 5165562"/>
                  <a:gd name="connsiteX44" fmla="*/ 5400390 w 6272105"/>
                  <a:gd name="connsiteY44" fmla="*/ 2976444 h 5165562"/>
                  <a:gd name="connsiteX45" fmla="*/ 5093403 w 6272105"/>
                  <a:gd name="connsiteY45" fmla="*/ 2856121 h 5165562"/>
                  <a:gd name="connsiteX46" fmla="*/ 4937617 w 6272105"/>
                  <a:gd name="connsiteY46" fmla="*/ 2598386 h 5165562"/>
                  <a:gd name="connsiteX47" fmla="*/ 4879746 w 6272105"/>
                  <a:gd name="connsiteY47" fmla="*/ 1820936 h 5165562"/>
                  <a:gd name="connsiteX48" fmla="*/ 4481846 w 6272105"/>
                  <a:gd name="connsiteY48" fmla="*/ 323852 h 5165562"/>
                  <a:gd name="connsiteX49" fmla="*/ 3366068 w 6272105"/>
                  <a:gd name="connsiteY49" fmla="*/ 5717 h 5165562"/>
                  <a:gd name="connsiteX50" fmla="*/ 2599514 w 6272105"/>
                  <a:gd name="connsiteY50" fmla="*/ 70361 h 5165562"/>
                  <a:gd name="connsiteX51" fmla="*/ 1932111 w 6272105"/>
                  <a:gd name="connsiteY51" fmla="*/ 603454 h 5165562"/>
                  <a:gd name="connsiteX52" fmla="*/ 1528981 w 6272105"/>
                  <a:gd name="connsiteY52" fmla="*/ 1562724 h 5165562"/>
                  <a:gd name="connsiteX53" fmla="*/ 1273088 w 6272105"/>
                  <a:gd name="connsiteY53" fmla="*/ 2215774 h 5165562"/>
                  <a:gd name="connsiteX54" fmla="*/ 953925 w 6272105"/>
                  <a:gd name="connsiteY54" fmla="*/ 2558081 h 5165562"/>
                  <a:gd name="connsiteX55" fmla="*/ 569635 w 6272105"/>
                  <a:gd name="connsiteY55" fmla="*/ 2430113 h 5165562"/>
                  <a:gd name="connsiteX56" fmla="*/ 568004 w 6272105"/>
                  <a:gd name="connsiteY56" fmla="*/ 2428764 h 5165562"/>
                  <a:gd name="connsiteX57" fmla="*/ 568679 w 6272105"/>
                  <a:gd name="connsiteY57" fmla="*/ 2426769 h 5165562"/>
                  <a:gd name="connsiteX58" fmla="*/ 592778 w 6272105"/>
                  <a:gd name="connsiteY58" fmla="*/ 2216646 h 5165562"/>
                  <a:gd name="connsiteX59" fmla="*/ 579927 w 6272105"/>
                  <a:gd name="connsiteY59" fmla="*/ 2212767 h 5165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272105" h="5165562">
                    <a:moveTo>
                      <a:pt x="2623979" y="5165563"/>
                    </a:moveTo>
                    <a:cubicBezTo>
                      <a:pt x="2272646" y="5165563"/>
                      <a:pt x="1952864" y="5142768"/>
                      <a:pt x="1670678" y="5097517"/>
                    </a:cubicBezTo>
                    <a:cubicBezTo>
                      <a:pt x="1356267" y="5047094"/>
                      <a:pt x="1081506" y="4967638"/>
                      <a:pt x="854042" y="4861396"/>
                    </a:cubicBezTo>
                    <a:cubicBezTo>
                      <a:pt x="455411" y="4675191"/>
                      <a:pt x="192713" y="4404387"/>
                      <a:pt x="73287" y="4056514"/>
                    </a:cubicBezTo>
                    <a:cubicBezTo>
                      <a:pt x="12041" y="3878123"/>
                      <a:pt x="-10989" y="3680058"/>
                      <a:pt x="4843" y="3467883"/>
                    </a:cubicBezTo>
                    <a:cubicBezTo>
                      <a:pt x="18312" y="3287469"/>
                      <a:pt x="59255" y="3100084"/>
                      <a:pt x="126575" y="2910900"/>
                    </a:cubicBezTo>
                    <a:cubicBezTo>
                      <a:pt x="197269" y="2712217"/>
                      <a:pt x="279379" y="2561370"/>
                      <a:pt x="335788" y="2469799"/>
                    </a:cubicBezTo>
                    <a:cubicBezTo>
                      <a:pt x="405948" y="2355969"/>
                      <a:pt x="476895" y="2268024"/>
                      <a:pt x="530464" y="2228563"/>
                    </a:cubicBezTo>
                    <a:cubicBezTo>
                      <a:pt x="559877" y="2206893"/>
                      <a:pt x="582064" y="2201215"/>
                      <a:pt x="596434" y="2211699"/>
                    </a:cubicBezTo>
                    <a:cubicBezTo>
                      <a:pt x="623288" y="2231289"/>
                      <a:pt x="615921" y="2305602"/>
                      <a:pt x="575203" y="2426712"/>
                    </a:cubicBezTo>
                    <a:cubicBezTo>
                      <a:pt x="718137" y="2542539"/>
                      <a:pt x="841500" y="2583602"/>
                      <a:pt x="952322" y="2552207"/>
                    </a:cubicBezTo>
                    <a:cubicBezTo>
                      <a:pt x="1066518" y="2519857"/>
                      <a:pt x="1166738" y="2412069"/>
                      <a:pt x="1267689" y="2213020"/>
                    </a:cubicBezTo>
                    <a:cubicBezTo>
                      <a:pt x="1358151" y="2034685"/>
                      <a:pt x="1438350" y="1804466"/>
                      <a:pt x="1523244" y="1560728"/>
                    </a:cubicBezTo>
                    <a:cubicBezTo>
                      <a:pt x="1639606" y="1226656"/>
                      <a:pt x="1759960" y="881229"/>
                      <a:pt x="1926909" y="600363"/>
                    </a:cubicBezTo>
                    <a:cubicBezTo>
                      <a:pt x="2117760" y="279304"/>
                      <a:pt x="2337491" y="103949"/>
                      <a:pt x="2598642" y="64347"/>
                    </a:cubicBezTo>
                    <a:cubicBezTo>
                      <a:pt x="2842978" y="27303"/>
                      <a:pt x="3069626" y="6026"/>
                      <a:pt x="3272288" y="1107"/>
                    </a:cubicBezTo>
                    <a:cubicBezTo>
                      <a:pt x="3465698" y="-3558"/>
                      <a:pt x="3643051" y="6532"/>
                      <a:pt x="3799455" y="31125"/>
                    </a:cubicBezTo>
                    <a:cubicBezTo>
                      <a:pt x="3947873" y="54481"/>
                      <a:pt x="4081978" y="91610"/>
                      <a:pt x="4198058" y="141470"/>
                    </a:cubicBezTo>
                    <a:cubicBezTo>
                      <a:pt x="4307389" y="188436"/>
                      <a:pt x="4404235" y="248275"/>
                      <a:pt x="4485924" y="319243"/>
                    </a:cubicBezTo>
                    <a:cubicBezTo>
                      <a:pt x="4670336" y="479505"/>
                      <a:pt x="4787147" y="702951"/>
                      <a:pt x="4843049" y="1002311"/>
                    </a:cubicBezTo>
                    <a:cubicBezTo>
                      <a:pt x="4892119" y="1265218"/>
                      <a:pt x="4888970" y="1547771"/>
                      <a:pt x="4885905" y="1821021"/>
                    </a:cubicBezTo>
                    <a:cubicBezTo>
                      <a:pt x="4882643" y="2112961"/>
                      <a:pt x="4879549" y="2388741"/>
                      <a:pt x="4943494" y="2596587"/>
                    </a:cubicBezTo>
                    <a:cubicBezTo>
                      <a:pt x="5014666" y="2827902"/>
                      <a:pt x="5160216" y="2946679"/>
                      <a:pt x="5401599" y="2970401"/>
                    </a:cubicBezTo>
                    <a:lnTo>
                      <a:pt x="5402190" y="2970458"/>
                    </a:lnTo>
                    <a:lnTo>
                      <a:pt x="5402696" y="2970710"/>
                    </a:lnTo>
                    <a:cubicBezTo>
                      <a:pt x="5667756" y="3106576"/>
                      <a:pt x="5899860" y="3287441"/>
                      <a:pt x="6056263" y="3479969"/>
                    </a:cubicBezTo>
                    <a:cubicBezTo>
                      <a:pt x="6234179" y="3698974"/>
                      <a:pt x="6304143" y="3920592"/>
                      <a:pt x="6258560" y="4120822"/>
                    </a:cubicBezTo>
                    <a:cubicBezTo>
                      <a:pt x="6228190" y="4254215"/>
                      <a:pt x="6146951" y="4378220"/>
                      <a:pt x="6017036" y="4489408"/>
                    </a:cubicBezTo>
                    <a:cubicBezTo>
                      <a:pt x="5875001" y="4610996"/>
                      <a:pt x="5673211" y="4718363"/>
                      <a:pt x="5417346" y="4808500"/>
                    </a:cubicBezTo>
                    <a:cubicBezTo>
                      <a:pt x="4834838" y="5013732"/>
                      <a:pt x="3969160" y="5132875"/>
                      <a:pt x="2844384" y="5162639"/>
                    </a:cubicBezTo>
                    <a:lnTo>
                      <a:pt x="2844384" y="5162639"/>
                    </a:lnTo>
                    <a:cubicBezTo>
                      <a:pt x="2769641" y="5164579"/>
                      <a:pt x="2696106" y="5165534"/>
                      <a:pt x="2623979" y="5165534"/>
                    </a:cubicBezTo>
                    <a:close/>
                    <a:moveTo>
                      <a:pt x="579955" y="2212739"/>
                    </a:moveTo>
                    <a:cubicBezTo>
                      <a:pt x="568257" y="2212739"/>
                      <a:pt x="552707" y="2219709"/>
                      <a:pt x="534063" y="2233453"/>
                    </a:cubicBezTo>
                    <a:cubicBezTo>
                      <a:pt x="481113" y="2272465"/>
                      <a:pt x="410728" y="2359791"/>
                      <a:pt x="340962" y="2472975"/>
                    </a:cubicBezTo>
                    <a:cubicBezTo>
                      <a:pt x="284694" y="2564293"/>
                      <a:pt x="202808" y="2714718"/>
                      <a:pt x="132283" y="2912924"/>
                    </a:cubicBezTo>
                    <a:cubicBezTo>
                      <a:pt x="28913" y="3203431"/>
                      <a:pt x="-64220" y="3637280"/>
                      <a:pt x="79023" y="4054519"/>
                    </a:cubicBezTo>
                    <a:cubicBezTo>
                      <a:pt x="197915" y="4400789"/>
                      <a:pt x="459517" y="4670385"/>
                      <a:pt x="856601" y="4855859"/>
                    </a:cubicBezTo>
                    <a:cubicBezTo>
                      <a:pt x="1330425" y="5077196"/>
                      <a:pt x="1999149" y="5178379"/>
                      <a:pt x="2844215" y="5156568"/>
                    </a:cubicBezTo>
                    <a:lnTo>
                      <a:pt x="2844215" y="5156568"/>
                    </a:lnTo>
                    <a:cubicBezTo>
                      <a:pt x="3968345" y="5126832"/>
                      <a:pt x="4833376" y="5007774"/>
                      <a:pt x="5415294" y="4802766"/>
                    </a:cubicBezTo>
                    <a:cubicBezTo>
                      <a:pt x="5670455" y="4712854"/>
                      <a:pt x="5871571" y="4605881"/>
                      <a:pt x="6013043" y="4484799"/>
                    </a:cubicBezTo>
                    <a:cubicBezTo>
                      <a:pt x="6141918" y="4374481"/>
                      <a:pt x="6222510" y="4251572"/>
                      <a:pt x="6252570" y="4119501"/>
                    </a:cubicBezTo>
                    <a:cubicBezTo>
                      <a:pt x="6297731" y="3921154"/>
                      <a:pt x="6228190" y="3701335"/>
                      <a:pt x="6051483" y="3483848"/>
                    </a:cubicBezTo>
                    <a:cubicBezTo>
                      <a:pt x="5895698" y="3292078"/>
                      <a:pt x="5664466" y="3111889"/>
                      <a:pt x="5400390" y="2976444"/>
                    </a:cubicBezTo>
                    <a:cubicBezTo>
                      <a:pt x="5271909" y="2963712"/>
                      <a:pt x="5171464" y="2924363"/>
                      <a:pt x="5093403" y="2856121"/>
                    </a:cubicBezTo>
                    <a:cubicBezTo>
                      <a:pt x="5022990" y="2794568"/>
                      <a:pt x="4972036" y="2710249"/>
                      <a:pt x="4937617" y="2598386"/>
                    </a:cubicBezTo>
                    <a:cubicBezTo>
                      <a:pt x="4873391" y="2389612"/>
                      <a:pt x="4876484" y="2113383"/>
                      <a:pt x="4879746" y="1820936"/>
                    </a:cubicBezTo>
                    <a:cubicBezTo>
                      <a:pt x="4885736" y="1286495"/>
                      <a:pt x="4892513" y="680719"/>
                      <a:pt x="4481846" y="323852"/>
                    </a:cubicBezTo>
                    <a:cubicBezTo>
                      <a:pt x="4237230" y="111256"/>
                      <a:pt x="3869025" y="5717"/>
                      <a:pt x="3366068" y="5717"/>
                    </a:cubicBezTo>
                    <a:cubicBezTo>
                      <a:pt x="3138492" y="5717"/>
                      <a:pt x="2883415" y="27303"/>
                      <a:pt x="2599514" y="70361"/>
                    </a:cubicBezTo>
                    <a:cubicBezTo>
                      <a:pt x="2340275" y="109682"/>
                      <a:pt x="2121978" y="284054"/>
                      <a:pt x="1932111" y="603454"/>
                    </a:cubicBezTo>
                    <a:cubicBezTo>
                      <a:pt x="1765471" y="883787"/>
                      <a:pt x="1645230" y="1228933"/>
                      <a:pt x="1528981" y="1562724"/>
                    </a:cubicBezTo>
                    <a:cubicBezTo>
                      <a:pt x="1444002" y="1806659"/>
                      <a:pt x="1363747" y="2037074"/>
                      <a:pt x="1273088" y="2215774"/>
                    </a:cubicBezTo>
                    <a:cubicBezTo>
                      <a:pt x="1171293" y="2416454"/>
                      <a:pt x="1069892" y="2525225"/>
                      <a:pt x="953925" y="2558081"/>
                    </a:cubicBezTo>
                    <a:cubicBezTo>
                      <a:pt x="840657" y="2590179"/>
                      <a:pt x="714932" y="2548328"/>
                      <a:pt x="569635" y="2430113"/>
                    </a:cubicBezTo>
                    <a:lnTo>
                      <a:pt x="568004" y="2428764"/>
                    </a:lnTo>
                    <a:lnTo>
                      <a:pt x="568679" y="2426769"/>
                    </a:lnTo>
                    <a:cubicBezTo>
                      <a:pt x="622417" y="2267827"/>
                      <a:pt x="606838" y="2226904"/>
                      <a:pt x="592778" y="2216646"/>
                    </a:cubicBezTo>
                    <a:cubicBezTo>
                      <a:pt x="589235" y="2214060"/>
                      <a:pt x="584932" y="2212767"/>
                      <a:pt x="579927" y="2212767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FDD83DBB-72EE-3C79-EA9A-94CBBC5399A6}"/>
                  </a:ext>
                </a:extLst>
              </p:cNvPr>
              <p:cNvSpPr/>
              <p:nvPr/>
            </p:nvSpPr>
            <p:spPr>
              <a:xfrm>
                <a:off x="-1114357" y="900164"/>
                <a:ext cx="6450904" cy="5174511"/>
              </a:xfrm>
              <a:custGeom>
                <a:avLst/>
                <a:gdLst>
                  <a:gd name="connsiteX0" fmla="*/ 2681393 w 6450904"/>
                  <a:gd name="connsiteY0" fmla="*/ 5174484 h 5174511"/>
                  <a:gd name="connsiteX1" fmla="*/ 1684310 w 6450904"/>
                  <a:gd name="connsiteY1" fmla="*/ 5107787 h 5174511"/>
                  <a:gd name="connsiteX2" fmla="*/ 836601 w 6450904"/>
                  <a:gd name="connsiteY2" fmla="*/ 4875207 h 5174511"/>
                  <a:gd name="connsiteX3" fmla="*/ 55003 w 6450904"/>
                  <a:gd name="connsiteY3" fmla="*/ 4077325 h 5174511"/>
                  <a:gd name="connsiteX4" fmla="*/ 17856 w 6450904"/>
                  <a:gd name="connsiteY4" fmla="*/ 3464045 h 5174511"/>
                  <a:gd name="connsiteX5" fmla="*/ 194619 w 6450904"/>
                  <a:gd name="connsiteY5" fmla="*/ 2880838 h 5174511"/>
                  <a:gd name="connsiteX6" fmla="*/ 460185 w 6450904"/>
                  <a:gd name="connsiteY6" fmla="*/ 2419276 h 5174511"/>
                  <a:gd name="connsiteX7" fmla="*/ 690039 w 6450904"/>
                  <a:gd name="connsiteY7" fmla="*/ 2170732 h 5174511"/>
                  <a:gd name="connsiteX8" fmla="*/ 756712 w 6450904"/>
                  <a:gd name="connsiteY8" fmla="*/ 2156763 h 5174511"/>
                  <a:gd name="connsiteX9" fmla="*/ 700219 w 6450904"/>
                  <a:gd name="connsiteY9" fmla="*/ 2396004 h 5174511"/>
                  <a:gd name="connsiteX10" fmla="*/ 971634 w 6450904"/>
                  <a:gd name="connsiteY10" fmla="*/ 2527963 h 5174511"/>
                  <a:gd name="connsiteX11" fmla="*/ 1517980 w 6450904"/>
                  <a:gd name="connsiteY11" fmla="*/ 1627689 h 5174511"/>
                  <a:gd name="connsiteX12" fmla="*/ 1975241 w 6450904"/>
                  <a:gd name="connsiteY12" fmla="*/ 640679 h 5174511"/>
                  <a:gd name="connsiteX13" fmla="*/ 2685837 w 6450904"/>
                  <a:gd name="connsiteY13" fmla="*/ 77737 h 5174511"/>
                  <a:gd name="connsiteX14" fmla="*/ 3434450 w 6450904"/>
                  <a:gd name="connsiteY14" fmla="*/ 2187 h 5174511"/>
                  <a:gd name="connsiteX15" fmla="*/ 4013190 w 6450904"/>
                  <a:gd name="connsiteY15" fmla="*/ 30153 h 5174511"/>
                  <a:gd name="connsiteX16" fmla="*/ 4443400 w 6450904"/>
                  <a:gd name="connsiteY16" fmla="*/ 146879 h 5174511"/>
                  <a:gd name="connsiteX17" fmla="*/ 4746254 w 6450904"/>
                  <a:gd name="connsiteY17" fmla="*/ 337664 h 5174511"/>
                  <a:gd name="connsiteX18" fmla="*/ 5085157 w 6450904"/>
                  <a:gd name="connsiteY18" fmla="*/ 1044511 h 5174511"/>
                  <a:gd name="connsiteX19" fmla="*/ 5090950 w 6450904"/>
                  <a:gd name="connsiteY19" fmla="*/ 1886773 h 5174511"/>
                  <a:gd name="connsiteX20" fmla="*/ 5106191 w 6450904"/>
                  <a:gd name="connsiteY20" fmla="*/ 2646544 h 5174511"/>
                  <a:gd name="connsiteX21" fmla="*/ 5493630 w 6450904"/>
                  <a:gd name="connsiteY21" fmla="*/ 3043546 h 5174511"/>
                  <a:gd name="connsiteX22" fmla="*/ 5494165 w 6450904"/>
                  <a:gd name="connsiteY22" fmla="*/ 3043630 h 5174511"/>
                  <a:gd name="connsiteX23" fmla="*/ 5494614 w 6450904"/>
                  <a:gd name="connsiteY23" fmla="*/ 3043911 h 5174511"/>
                  <a:gd name="connsiteX24" fmla="*/ 6200795 w 6450904"/>
                  <a:gd name="connsiteY24" fmla="*/ 3618854 h 5174511"/>
                  <a:gd name="connsiteX25" fmla="*/ 6434895 w 6450904"/>
                  <a:gd name="connsiteY25" fmla="*/ 4267858 h 5174511"/>
                  <a:gd name="connsiteX26" fmla="*/ 5567052 w 6450904"/>
                  <a:gd name="connsiteY26" fmla="*/ 4866916 h 5174511"/>
                  <a:gd name="connsiteX27" fmla="*/ 2915437 w 6450904"/>
                  <a:gd name="connsiteY27" fmla="*/ 5171617 h 5174511"/>
                  <a:gd name="connsiteX28" fmla="*/ 2915437 w 6450904"/>
                  <a:gd name="connsiteY28" fmla="*/ 5171617 h 5174511"/>
                  <a:gd name="connsiteX29" fmla="*/ 2681450 w 6450904"/>
                  <a:gd name="connsiteY29" fmla="*/ 5174512 h 5174511"/>
                  <a:gd name="connsiteX30" fmla="*/ 739446 w 6450904"/>
                  <a:gd name="connsiteY30" fmla="*/ 2156510 h 5174511"/>
                  <a:gd name="connsiteX31" fmla="*/ 693076 w 6450904"/>
                  <a:gd name="connsiteY31" fmla="*/ 2175454 h 5174511"/>
                  <a:gd name="connsiteX32" fmla="*/ 199737 w 6450904"/>
                  <a:gd name="connsiteY32" fmla="*/ 2883143 h 5174511"/>
                  <a:gd name="connsiteX33" fmla="*/ 60346 w 6450904"/>
                  <a:gd name="connsiteY33" fmla="*/ 4075638 h 5174511"/>
                  <a:gd name="connsiteX34" fmla="*/ 838879 w 6450904"/>
                  <a:gd name="connsiteY34" fmla="*/ 4870064 h 5174511"/>
                  <a:gd name="connsiteX35" fmla="*/ 2915212 w 6450904"/>
                  <a:gd name="connsiteY35" fmla="*/ 5165968 h 5174511"/>
                  <a:gd name="connsiteX36" fmla="*/ 2915212 w 6450904"/>
                  <a:gd name="connsiteY36" fmla="*/ 5165968 h 5174511"/>
                  <a:gd name="connsiteX37" fmla="*/ 5565393 w 6450904"/>
                  <a:gd name="connsiteY37" fmla="*/ 4861492 h 5174511"/>
                  <a:gd name="connsiteX38" fmla="*/ 6429383 w 6450904"/>
                  <a:gd name="connsiteY38" fmla="*/ 4266340 h 5174511"/>
                  <a:gd name="connsiteX39" fmla="*/ 6196465 w 6450904"/>
                  <a:gd name="connsiteY39" fmla="*/ 3622536 h 5174511"/>
                  <a:gd name="connsiteX40" fmla="*/ 5491971 w 6450904"/>
                  <a:gd name="connsiteY40" fmla="*/ 3048914 h 5174511"/>
                  <a:gd name="connsiteX41" fmla="*/ 5226321 w 6450904"/>
                  <a:gd name="connsiteY41" fmla="*/ 2909816 h 5174511"/>
                  <a:gd name="connsiteX42" fmla="*/ 5100651 w 6450904"/>
                  <a:gd name="connsiteY42" fmla="*/ 2647753 h 5174511"/>
                  <a:gd name="connsiteX43" fmla="*/ 5085298 w 6450904"/>
                  <a:gd name="connsiteY43" fmla="*/ 1886408 h 5174511"/>
                  <a:gd name="connsiteX44" fmla="*/ 4742430 w 6450904"/>
                  <a:gd name="connsiteY44" fmla="*/ 341796 h 5174511"/>
                  <a:gd name="connsiteX45" fmla="*/ 4012319 w 6450904"/>
                  <a:gd name="connsiteY45" fmla="*/ 35662 h 5174511"/>
                  <a:gd name="connsiteX46" fmla="*/ 2686652 w 6450904"/>
                  <a:gd name="connsiteY46" fmla="*/ 83246 h 5174511"/>
                  <a:gd name="connsiteX47" fmla="*/ 1979937 w 6450904"/>
                  <a:gd name="connsiteY47" fmla="*/ 643658 h 5174511"/>
                  <a:gd name="connsiteX48" fmla="*/ 1523154 w 6450904"/>
                  <a:gd name="connsiteY48" fmla="*/ 1629741 h 5174511"/>
                  <a:gd name="connsiteX49" fmla="*/ 972646 w 6450904"/>
                  <a:gd name="connsiteY49" fmla="*/ 2533472 h 5174511"/>
                  <a:gd name="connsiteX50" fmla="*/ 694763 w 6450904"/>
                  <a:gd name="connsiteY50" fmla="*/ 2398449 h 5174511"/>
                  <a:gd name="connsiteX51" fmla="*/ 693470 w 6450904"/>
                  <a:gd name="connsiteY51" fmla="*/ 2397072 h 5174511"/>
                  <a:gd name="connsiteX52" fmla="*/ 694285 w 6450904"/>
                  <a:gd name="connsiteY52" fmla="*/ 2395357 h 5174511"/>
                  <a:gd name="connsiteX53" fmla="*/ 753000 w 6450904"/>
                  <a:gd name="connsiteY53" fmla="*/ 2161035 h 5174511"/>
                  <a:gd name="connsiteX54" fmla="*/ 739446 w 6450904"/>
                  <a:gd name="connsiteY54" fmla="*/ 2156538 h 5174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450904" h="5174511">
                    <a:moveTo>
                      <a:pt x="2681393" y="5174484"/>
                    </a:moveTo>
                    <a:cubicBezTo>
                      <a:pt x="2312654" y="5174484"/>
                      <a:pt x="1978137" y="5152139"/>
                      <a:pt x="1684310" y="5107787"/>
                    </a:cubicBezTo>
                    <a:cubicBezTo>
                      <a:pt x="1355755" y="5058180"/>
                      <a:pt x="1070561" y="4979932"/>
                      <a:pt x="836601" y="4875207"/>
                    </a:cubicBezTo>
                    <a:cubicBezTo>
                      <a:pt x="425401" y="4691139"/>
                      <a:pt x="162450" y="4422695"/>
                      <a:pt x="55003" y="4077325"/>
                    </a:cubicBezTo>
                    <a:cubicBezTo>
                      <a:pt x="-2475" y="3892526"/>
                      <a:pt x="-14988" y="3686197"/>
                      <a:pt x="17856" y="3464045"/>
                    </a:cubicBezTo>
                    <a:cubicBezTo>
                      <a:pt x="45667" y="3275845"/>
                      <a:pt x="105141" y="3079634"/>
                      <a:pt x="194619" y="2880838"/>
                    </a:cubicBezTo>
                    <a:cubicBezTo>
                      <a:pt x="288034" y="2673301"/>
                      <a:pt x="390588" y="2515287"/>
                      <a:pt x="460185" y="2419276"/>
                    </a:cubicBezTo>
                    <a:cubicBezTo>
                      <a:pt x="546289" y="2300470"/>
                      <a:pt x="630059" y="2209884"/>
                      <a:pt x="690039" y="2170732"/>
                    </a:cubicBezTo>
                    <a:cubicBezTo>
                      <a:pt x="721393" y="2150270"/>
                      <a:pt x="743805" y="2145576"/>
                      <a:pt x="756712" y="2156763"/>
                    </a:cubicBezTo>
                    <a:cubicBezTo>
                      <a:pt x="782442" y="2179079"/>
                      <a:pt x="762899" y="2261796"/>
                      <a:pt x="700219" y="2396004"/>
                    </a:cubicBezTo>
                    <a:cubicBezTo>
                      <a:pt x="798245" y="2500840"/>
                      <a:pt x="887049" y="2544012"/>
                      <a:pt x="971634" y="2527963"/>
                    </a:cubicBezTo>
                    <a:cubicBezTo>
                      <a:pt x="1180117" y="2488361"/>
                      <a:pt x="1336690" y="2089532"/>
                      <a:pt x="1517980" y="1627689"/>
                    </a:cubicBezTo>
                    <a:cubicBezTo>
                      <a:pt x="1645673" y="1302415"/>
                      <a:pt x="1790379" y="933772"/>
                      <a:pt x="1975241" y="640679"/>
                    </a:cubicBezTo>
                    <a:cubicBezTo>
                      <a:pt x="2187801" y="303656"/>
                      <a:pt x="2420242" y="119503"/>
                      <a:pt x="2685837" y="77737"/>
                    </a:cubicBezTo>
                    <a:cubicBezTo>
                      <a:pt x="2958517" y="34847"/>
                      <a:pt x="3210389" y="9439"/>
                      <a:pt x="3434450" y="2187"/>
                    </a:cubicBezTo>
                    <a:cubicBezTo>
                      <a:pt x="3647994" y="-4699"/>
                      <a:pt x="3842726" y="4689"/>
                      <a:pt x="4013190" y="30153"/>
                    </a:cubicBezTo>
                    <a:cubicBezTo>
                      <a:pt x="4174712" y="54268"/>
                      <a:pt x="4319447" y="93533"/>
                      <a:pt x="4443400" y="146879"/>
                    </a:cubicBezTo>
                    <a:cubicBezTo>
                      <a:pt x="4559902" y="197020"/>
                      <a:pt x="4661781" y="261187"/>
                      <a:pt x="4746254" y="337664"/>
                    </a:cubicBezTo>
                    <a:cubicBezTo>
                      <a:pt x="4930384" y="504363"/>
                      <a:pt x="5041234" y="735566"/>
                      <a:pt x="5085157" y="1044511"/>
                    </a:cubicBezTo>
                    <a:cubicBezTo>
                      <a:pt x="5123710" y="1315681"/>
                      <a:pt x="5107063" y="1605991"/>
                      <a:pt x="5090950" y="1886773"/>
                    </a:cubicBezTo>
                    <a:cubicBezTo>
                      <a:pt x="5074641" y="2170956"/>
                      <a:pt x="5059230" y="2439400"/>
                      <a:pt x="5106191" y="2646544"/>
                    </a:cubicBezTo>
                    <a:cubicBezTo>
                      <a:pt x="5158438" y="2877100"/>
                      <a:pt x="5281548" y="3003270"/>
                      <a:pt x="5493630" y="3043546"/>
                    </a:cubicBezTo>
                    <a:lnTo>
                      <a:pt x="5494165" y="3043630"/>
                    </a:lnTo>
                    <a:lnTo>
                      <a:pt x="5494614" y="3043911"/>
                    </a:lnTo>
                    <a:cubicBezTo>
                      <a:pt x="5702450" y="3175196"/>
                      <a:pt x="5993690" y="3381496"/>
                      <a:pt x="6200795" y="3618854"/>
                    </a:cubicBezTo>
                    <a:cubicBezTo>
                      <a:pt x="6409137" y="3857618"/>
                      <a:pt x="6487901" y="4075976"/>
                      <a:pt x="6434895" y="4267858"/>
                    </a:cubicBezTo>
                    <a:cubicBezTo>
                      <a:pt x="6366085" y="4516964"/>
                      <a:pt x="6074114" y="4718515"/>
                      <a:pt x="5567052" y="4866916"/>
                    </a:cubicBezTo>
                    <a:cubicBezTo>
                      <a:pt x="4975376" y="5040079"/>
                      <a:pt x="4083266" y="5142583"/>
                      <a:pt x="2915437" y="5171617"/>
                    </a:cubicBezTo>
                    <a:lnTo>
                      <a:pt x="2915437" y="5171617"/>
                    </a:lnTo>
                    <a:cubicBezTo>
                      <a:pt x="2836026" y="5173556"/>
                      <a:pt x="2757993" y="5174512"/>
                      <a:pt x="2681450" y="5174512"/>
                    </a:cubicBezTo>
                    <a:close/>
                    <a:moveTo>
                      <a:pt x="739446" y="2156510"/>
                    </a:moveTo>
                    <a:cubicBezTo>
                      <a:pt x="728001" y="2156510"/>
                      <a:pt x="712339" y="2162862"/>
                      <a:pt x="693076" y="2175454"/>
                    </a:cubicBezTo>
                    <a:cubicBezTo>
                      <a:pt x="590269" y="2242571"/>
                      <a:pt x="369245" y="2506518"/>
                      <a:pt x="199737" y="2883143"/>
                    </a:cubicBezTo>
                    <a:cubicBezTo>
                      <a:pt x="62061" y="3189024"/>
                      <a:pt x="-73872" y="3644206"/>
                      <a:pt x="60346" y="4075638"/>
                    </a:cubicBezTo>
                    <a:cubicBezTo>
                      <a:pt x="167286" y="4419407"/>
                      <a:pt x="429225" y="4686698"/>
                      <a:pt x="838879" y="4870064"/>
                    </a:cubicBezTo>
                    <a:cubicBezTo>
                      <a:pt x="1325807" y="5088029"/>
                      <a:pt x="2024395" y="5187581"/>
                      <a:pt x="2915212" y="5165968"/>
                    </a:cubicBezTo>
                    <a:lnTo>
                      <a:pt x="2915212" y="5165968"/>
                    </a:lnTo>
                    <a:cubicBezTo>
                      <a:pt x="4082534" y="5136962"/>
                      <a:pt x="4974195" y="5034514"/>
                      <a:pt x="5565393" y="4861492"/>
                    </a:cubicBezTo>
                    <a:cubicBezTo>
                      <a:pt x="6070458" y="4713680"/>
                      <a:pt x="6361136" y="4513451"/>
                      <a:pt x="6429383" y="4266340"/>
                    </a:cubicBezTo>
                    <a:cubicBezTo>
                      <a:pt x="6481856" y="4076397"/>
                      <a:pt x="6403485" y="3859810"/>
                      <a:pt x="6196465" y="3622536"/>
                    </a:cubicBezTo>
                    <a:cubicBezTo>
                      <a:pt x="5989950" y="3385853"/>
                      <a:pt x="5699470" y="3180002"/>
                      <a:pt x="5491971" y="3048914"/>
                    </a:cubicBezTo>
                    <a:cubicBezTo>
                      <a:pt x="5379041" y="3027385"/>
                      <a:pt x="5292121" y="2981880"/>
                      <a:pt x="5226321" y="2909816"/>
                    </a:cubicBezTo>
                    <a:cubicBezTo>
                      <a:pt x="5166987" y="2844862"/>
                      <a:pt x="5125875" y="2759138"/>
                      <a:pt x="5100651" y="2647753"/>
                    </a:cubicBezTo>
                    <a:cubicBezTo>
                      <a:pt x="5053551" y="2439822"/>
                      <a:pt x="5068960" y="2171013"/>
                      <a:pt x="5085298" y="1886408"/>
                    </a:cubicBezTo>
                    <a:cubicBezTo>
                      <a:pt x="5116849" y="1336479"/>
                      <a:pt x="5152617" y="713165"/>
                      <a:pt x="4742430" y="341796"/>
                    </a:cubicBezTo>
                    <a:cubicBezTo>
                      <a:pt x="4566988" y="182967"/>
                      <a:pt x="4328164" y="82824"/>
                      <a:pt x="4012319" y="35662"/>
                    </a:cubicBezTo>
                    <a:cubicBezTo>
                      <a:pt x="3664051" y="-16335"/>
                      <a:pt x="3218010" y="-342"/>
                      <a:pt x="2686652" y="83246"/>
                    </a:cubicBezTo>
                    <a:cubicBezTo>
                      <a:pt x="2422745" y="124759"/>
                      <a:pt x="2191569" y="308068"/>
                      <a:pt x="1979937" y="643658"/>
                    </a:cubicBezTo>
                    <a:cubicBezTo>
                      <a:pt x="1795385" y="936301"/>
                      <a:pt x="1650763" y="1304691"/>
                      <a:pt x="1523154" y="1629741"/>
                    </a:cubicBezTo>
                    <a:cubicBezTo>
                      <a:pt x="1341245" y="2093102"/>
                      <a:pt x="1184166" y="2493308"/>
                      <a:pt x="972646" y="2533472"/>
                    </a:cubicBezTo>
                    <a:cubicBezTo>
                      <a:pt x="885643" y="2549999"/>
                      <a:pt x="794730" y="2505815"/>
                      <a:pt x="694763" y="2398449"/>
                    </a:cubicBezTo>
                    <a:lnTo>
                      <a:pt x="693470" y="2397072"/>
                    </a:lnTo>
                    <a:lnTo>
                      <a:pt x="694285" y="2395357"/>
                    </a:lnTo>
                    <a:cubicBezTo>
                      <a:pt x="780024" y="2212273"/>
                      <a:pt x="763911" y="2170507"/>
                      <a:pt x="753000" y="2161035"/>
                    </a:cubicBezTo>
                    <a:cubicBezTo>
                      <a:pt x="749541" y="2158028"/>
                      <a:pt x="744986" y="2156538"/>
                      <a:pt x="739446" y="2156538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382C0D50-D864-80F3-9FCE-A59FE8C64411}"/>
                  </a:ext>
                </a:extLst>
              </p:cNvPr>
              <p:cNvSpPr/>
              <p:nvPr/>
            </p:nvSpPr>
            <p:spPr>
              <a:xfrm>
                <a:off x="-1209329" y="926615"/>
                <a:ext cx="6645964" cy="5184963"/>
              </a:xfrm>
              <a:custGeom>
                <a:avLst/>
                <a:gdLst>
                  <a:gd name="connsiteX0" fmla="*/ 2750073 w 6645964"/>
                  <a:gd name="connsiteY0" fmla="*/ 5184964 h 5184963"/>
                  <a:gd name="connsiteX1" fmla="*/ 1710388 w 6645964"/>
                  <a:gd name="connsiteY1" fmla="*/ 5119505 h 5184963"/>
                  <a:gd name="connsiteX2" fmla="*/ 830819 w 6645964"/>
                  <a:gd name="connsiteY2" fmla="*/ 4890269 h 5184963"/>
                  <a:gd name="connsiteX3" fmla="*/ 42809 w 6645964"/>
                  <a:gd name="connsiteY3" fmla="*/ 4099048 h 5184963"/>
                  <a:gd name="connsiteX4" fmla="*/ 35441 w 6645964"/>
                  <a:gd name="connsiteY4" fmla="*/ 3463170 h 5184963"/>
                  <a:gd name="connsiteX5" fmla="*/ 267292 w 6645964"/>
                  <a:gd name="connsiteY5" fmla="*/ 2855118 h 5184963"/>
                  <a:gd name="connsiteX6" fmla="*/ 590589 w 6645964"/>
                  <a:gd name="connsiteY6" fmla="*/ 2373150 h 5184963"/>
                  <a:gd name="connsiteX7" fmla="*/ 858208 w 6645964"/>
                  <a:gd name="connsiteY7" fmla="*/ 2115443 h 5184963"/>
                  <a:gd name="connsiteX8" fmla="*/ 928452 w 6645964"/>
                  <a:gd name="connsiteY8" fmla="*/ 2102936 h 5184963"/>
                  <a:gd name="connsiteX9" fmla="*/ 836021 w 6645964"/>
                  <a:gd name="connsiteY9" fmla="*/ 2366911 h 5184963"/>
                  <a:gd name="connsiteX10" fmla="*/ 1013881 w 6645964"/>
                  <a:gd name="connsiteY10" fmla="*/ 2501399 h 5184963"/>
                  <a:gd name="connsiteX11" fmla="*/ 1250455 w 6645964"/>
                  <a:gd name="connsiteY11" fmla="*/ 2264013 h 5184963"/>
                  <a:gd name="connsiteX12" fmla="*/ 1509695 w 6645964"/>
                  <a:gd name="connsiteY12" fmla="*/ 1712511 h 5184963"/>
                  <a:gd name="connsiteX13" fmla="*/ 2025052 w 6645964"/>
                  <a:gd name="connsiteY13" fmla="*/ 691492 h 5184963"/>
                  <a:gd name="connsiteX14" fmla="*/ 2783930 w 6645964"/>
                  <a:gd name="connsiteY14" fmla="*/ 92714 h 5184963"/>
                  <a:gd name="connsiteX15" fmla="*/ 3608411 w 6645964"/>
                  <a:gd name="connsiteY15" fmla="*/ 3758 h 5184963"/>
                  <a:gd name="connsiteX16" fmla="*/ 4238611 w 6645964"/>
                  <a:gd name="connsiteY16" fmla="*/ 28660 h 5184963"/>
                  <a:gd name="connsiteX17" fmla="*/ 4699444 w 6645964"/>
                  <a:gd name="connsiteY17" fmla="*/ 150895 h 5184963"/>
                  <a:gd name="connsiteX18" fmla="*/ 5015711 w 6645964"/>
                  <a:gd name="connsiteY18" fmla="*/ 353907 h 5184963"/>
                  <a:gd name="connsiteX19" fmla="*/ 5300174 w 6645964"/>
                  <a:gd name="connsiteY19" fmla="*/ 1951583 h 5184963"/>
                  <a:gd name="connsiteX20" fmla="*/ 5274922 w 6645964"/>
                  <a:gd name="connsiteY20" fmla="*/ 2698734 h 5184963"/>
                  <a:gd name="connsiteX21" fmla="*/ 5596476 w 6645964"/>
                  <a:gd name="connsiteY21" fmla="*/ 3118221 h 5184963"/>
                  <a:gd name="connsiteX22" fmla="*/ 5596925 w 6645964"/>
                  <a:gd name="connsiteY22" fmla="*/ 3118362 h 5184963"/>
                  <a:gd name="connsiteX23" fmla="*/ 5606515 w 6645964"/>
                  <a:gd name="connsiteY23" fmla="*/ 3125613 h 5184963"/>
                  <a:gd name="connsiteX24" fmla="*/ 6359487 w 6645964"/>
                  <a:gd name="connsiteY24" fmla="*/ 3757668 h 5184963"/>
                  <a:gd name="connsiteX25" fmla="*/ 6628933 w 6645964"/>
                  <a:gd name="connsiteY25" fmla="*/ 4397762 h 5184963"/>
                  <a:gd name="connsiteX26" fmla="*/ 6370341 w 6645964"/>
                  <a:gd name="connsiteY26" fmla="*/ 4682648 h 5184963"/>
                  <a:gd name="connsiteX27" fmla="*/ 5735557 w 6645964"/>
                  <a:gd name="connsiteY27" fmla="*/ 4918825 h 5184963"/>
                  <a:gd name="connsiteX28" fmla="*/ 4639604 w 6645964"/>
                  <a:gd name="connsiteY28" fmla="*/ 5090724 h 5184963"/>
                  <a:gd name="connsiteX29" fmla="*/ 2997305 w 6645964"/>
                  <a:gd name="connsiteY29" fmla="*/ 5182041 h 5184963"/>
                  <a:gd name="connsiteX30" fmla="*/ 2997305 w 6645964"/>
                  <a:gd name="connsiteY30" fmla="*/ 5182041 h 5184963"/>
                  <a:gd name="connsiteX31" fmla="*/ 2750045 w 6645964"/>
                  <a:gd name="connsiteY31" fmla="*/ 5184936 h 5184963"/>
                  <a:gd name="connsiteX32" fmla="*/ 910146 w 6645964"/>
                  <a:gd name="connsiteY32" fmla="*/ 2101362 h 5184963"/>
                  <a:gd name="connsiteX33" fmla="*/ 860823 w 6645964"/>
                  <a:gd name="connsiteY33" fmla="*/ 2119856 h 5184963"/>
                  <a:gd name="connsiteX34" fmla="*/ 594525 w 6645964"/>
                  <a:gd name="connsiteY34" fmla="*/ 2376410 h 5184963"/>
                  <a:gd name="connsiteX35" fmla="*/ 271791 w 6645964"/>
                  <a:gd name="connsiteY35" fmla="*/ 2857535 h 5184963"/>
                  <a:gd name="connsiteX36" fmla="*/ 47730 w 6645964"/>
                  <a:gd name="connsiteY36" fmla="*/ 4097642 h 5184963"/>
                  <a:gd name="connsiteX37" fmla="*/ 832843 w 6645964"/>
                  <a:gd name="connsiteY37" fmla="*/ 4885548 h 5184963"/>
                  <a:gd name="connsiteX38" fmla="*/ 2997193 w 6645964"/>
                  <a:gd name="connsiteY38" fmla="*/ 5176926 h 5184963"/>
                  <a:gd name="connsiteX39" fmla="*/ 2997193 w 6645964"/>
                  <a:gd name="connsiteY39" fmla="*/ 5176926 h 5184963"/>
                  <a:gd name="connsiteX40" fmla="*/ 5734349 w 6645964"/>
                  <a:gd name="connsiteY40" fmla="*/ 4913850 h 5184963"/>
                  <a:gd name="connsiteX41" fmla="*/ 6367670 w 6645964"/>
                  <a:gd name="connsiteY41" fmla="*/ 4678263 h 5184963"/>
                  <a:gd name="connsiteX42" fmla="*/ 6624041 w 6645964"/>
                  <a:gd name="connsiteY42" fmla="*/ 4396188 h 5184963"/>
                  <a:gd name="connsiteX43" fmla="*/ 6355747 w 6645964"/>
                  <a:gd name="connsiteY43" fmla="*/ 3761181 h 5184963"/>
                  <a:gd name="connsiteX44" fmla="*/ 5603421 w 6645964"/>
                  <a:gd name="connsiteY44" fmla="*/ 3129688 h 5184963"/>
                  <a:gd name="connsiteX45" fmla="*/ 5594564 w 6645964"/>
                  <a:gd name="connsiteY45" fmla="*/ 3122999 h 5184963"/>
                  <a:gd name="connsiteX46" fmla="*/ 5367268 w 6645964"/>
                  <a:gd name="connsiteY46" fmla="*/ 2966334 h 5184963"/>
                  <a:gd name="connsiteX47" fmla="*/ 5269861 w 6645964"/>
                  <a:gd name="connsiteY47" fmla="*/ 2699521 h 5184963"/>
                  <a:gd name="connsiteX48" fmla="*/ 5295084 w 6645964"/>
                  <a:gd name="connsiteY48" fmla="*/ 1951077 h 5184963"/>
                  <a:gd name="connsiteX49" fmla="*/ 5012196 w 6645964"/>
                  <a:gd name="connsiteY49" fmla="*/ 357645 h 5184963"/>
                  <a:gd name="connsiteX50" fmla="*/ 4237880 w 6645964"/>
                  <a:gd name="connsiteY50" fmla="*/ 33747 h 5184963"/>
                  <a:gd name="connsiteX51" fmla="*/ 2784745 w 6645964"/>
                  <a:gd name="connsiteY51" fmla="*/ 97774 h 5184963"/>
                  <a:gd name="connsiteX52" fmla="*/ 2029326 w 6645964"/>
                  <a:gd name="connsiteY52" fmla="*/ 694331 h 5184963"/>
                  <a:gd name="connsiteX53" fmla="*/ 1514391 w 6645964"/>
                  <a:gd name="connsiteY53" fmla="*/ 1714534 h 5184963"/>
                  <a:gd name="connsiteX54" fmla="*/ 1014274 w 6645964"/>
                  <a:gd name="connsiteY54" fmla="*/ 2506487 h 5184963"/>
                  <a:gd name="connsiteX55" fmla="*/ 830847 w 6645964"/>
                  <a:gd name="connsiteY55" fmla="*/ 2368316 h 5184963"/>
                  <a:gd name="connsiteX56" fmla="*/ 830031 w 6645964"/>
                  <a:gd name="connsiteY56" fmla="*/ 2366995 h 5184963"/>
                  <a:gd name="connsiteX57" fmla="*/ 830819 w 6645964"/>
                  <a:gd name="connsiteY57" fmla="*/ 2365646 h 5184963"/>
                  <a:gd name="connsiteX58" fmla="*/ 924852 w 6645964"/>
                  <a:gd name="connsiteY58" fmla="*/ 2106533 h 5184963"/>
                  <a:gd name="connsiteX59" fmla="*/ 910146 w 6645964"/>
                  <a:gd name="connsiteY59" fmla="*/ 2101334 h 5184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645964" h="5184963">
                    <a:moveTo>
                      <a:pt x="2750073" y="5184964"/>
                    </a:moveTo>
                    <a:cubicBezTo>
                      <a:pt x="2364603" y="5184964"/>
                      <a:pt x="2015800" y="5163041"/>
                      <a:pt x="1710388" y="5119505"/>
                    </a:cubicBezTo>
                    <a:cubicBezTo>
                      <a:pt x="1367772" y="5070684"/>
                      <a:pt x="1071836" y="4993560"/>
                      <a:pt x="830819" y="4890269"/>
                    </a:cubicBezTo>
                    <a:cubicBezTo>
                      <a:pt x="405980" y="4708197"/>
                      <a:pt x="140835" y="4441973"/>
                      <a:pt x="42809" y="4099048"/>
                    </a:cubicBezTo>
                    <a:cubicBezTo>
                      <a:pt x="-11688" y="3908431"/>
                      <a:pt x="-14163" y="3694485"/>
                      <a:pt x="35441" y="3463170"/>
                    </a:cubicBezTo>
                    <a:cubicBezTo>
                      <a:pt x="77396" y="3267578"/>
                      <a:pt x="155402" y="3062992"/>
                      <a:pt x="267292" y="2855118"/>
                    </a:cubicBezTo>
                    <a:cubicBezTo>
                      <a:pt x="383737" y="2638755"/>
                      <a:pt x="507381" y="2473602"/>
                      <a:pt x="590589" y="2373150"/>
                    </a:cubicBezTo>
                    <a:cubicBezTo>
                      <a:pt x="691793" y="2250972"/>
                      <a:pt x="791844" y="2154652"/>
                      <a:pt x="858208" y="2115443"/>
                    </a:cubicBezTo>
                    <a:cubicBezTo>
                      <a:pt x="892655" y="2095094"/>
                      <a:pt x="916304" y="2090878"/>
                      <a:pt x="928452" y="2102936"/>
                    </a:cubicBezTo>
                    <a:cubicBezTo>
                      <a:pt x="953704" y="2128007"/>
                      <a:pt x="921759" y="2219268"/>
                      <a:pt x="836021" y="2366911"/>
                    </a:cubicBezTo>
                    <a:cubicBezTo>
                      <a:pt x="895889" y="2461882"/>
                      <a:pt x="954097" y="2505896"/>
                      <a:pt x="1013881" y="2501399"/>
                    </a:cubicBezTo>
                    <a:cubicBezTo>
                      <a:pt x="1086009" y="2495975"/>
                      <a:pt x="1161174" y="2420566"/>
                      <a:pt x="1250455" y="2264013"/>
                    </a:cubicBezTo>
                    <a:cubicBezTo>
                      <a:pt x="1331610" y="2121683"/>
                      <a:pt x="1418107" y="1922943"/>
                      <a:pt x="1509695" y="1712511"/>
                    </a:cubicBezTo>
                    <a:cubicBezTo>
                      <a:pt x="1654851" y="1378945"/>
                      <a:pt x="1819382" y="1000886"/>
                      <a:pt x="2025052" y="691492"/>
                    </a:cubicBezTo>
                    <a:cubicBezTo>
                      <a:pt x="2263454" y="332911"/>
                      <a:pt x="2511671" y="137038"/>
                      <a:pt x="2783930" y="92714"/>
                    </a:cubicBezTo>
                    <a:cubicBezTo>
                      <a:pt x="3085405" y="43613"/>
                      <a:pt x="3362810" y="13708"/>
                      <a:pt x="3608411" y="3758"/>
                    </a:cubicBezTo>
                    <a:cubicBezTo>
                      <a:pt x="3842230" y="-5686"/>
                      <a:pt x="4054256" y="2690"/>
                      <a:pt x="4238611" y="28660"/>
                    </a:cubicBezTo>
                    <a:cubicBezTo>
                      <a:pt x="4413041" y="53253"/>
                      <a:pt x="4568067" y="94373"/>
                      <a:pt x="4699444" y="150895"/>
                    </a:cubicBezTo>
                    <a:cubicBezTo>
                      <a:pt x="4822695" y="203903"/>
                      <a:pt x="4929101" y="272230"/>
                      <a:pt x="5015711" y="353907"/>
                    </a:cubicBezTo>
                    <a:cubicBezTo>
                      <a:pt x="5425955" y="740847"/>
                      <a:pt x="5359142" y="1384088"/>
                      <a:pt x="5300174" y="1951583"/>
                    </a:cubicBezTo>
                    <a:cubicBezTo>
                      <a:pt x="5271323" y="2229302"/>
                      <a:pt x="5244074" y="2491590"/>
                      <a:pt x="5274922" y="2698734"/>
                    </a:cubicBezTo>
                    <a:cubicBezTo>
                      <a:pt x="5309285" y="2929459"/>
                      <a:pt x="5411445" y="3062739"/>
                      <a:pt x="5596476" y="3118221"/>
                    </a:cubicBezTo>
                    <a:lnTo>
                      <a:pt x="5596925" y="3118362"/>
                    </a:lnTo>
                    <a:lnTo>
                      <a:pt x="5606515" y="3125613"/>
                    </a:lnTo>
                    <a:cubicBezTo>
                      <a:pt x="5862379" y="3319322"/>
                      <a:pt x="6152382" y="3538860"/>
                      <a:pt x="6359487" y="3757668"/>
                    </a:cubicBezTo>
                    <a:cubicBezTo>
                      <a:pt x="6598395" y="4010119"/>
                      <a:pt x="6686524" y="4219484"/>
                      <a:pt x="6628933" y="4397762"/>
                    </a:cubicBezTo>
                    <a:cubicBezTo>
                      <a:pt x="6594880" y="4503189"/>
                      <a:pt x="6507877" y="4599031"/>
                      <a:pt x="6370341" y="4682648"/>
                    </a:cubicBezTo>
                    <a:cubicBezTo>
                      <a:pt x="6221304" y="4773263"/>
                      <a:pt x="6007732" y="4852719"/>
                      <a:pt x="5735557" y="4918825"/>
                    </a:cubicBezTo>
                    <a:cubicBezTo>
                      <a:pt x="5443643" y="4989709"/>
                      <a:pt x="5074904" y="5047553"/>
                      <a:pt x="4639604" y="5090724"/>
                    </a:cubicBezTo>
                    <a:cubicBezTo>
                      <a:pt x="4176607" y="5136621"/>
                      <a:pt x="3624074" y="5167370"/>
                      <a:pt x="2997305" y="5182041"/>
                    </a:cubicBezTo>
                    <a:lnTo>
                      <a:pt x="2997305" y="5182041"/>
                    </a:lnTo>
                    <a:cubicBezTo>
                      <a:pt x="2913310" y="5183980"/>
                      <a:pt x="2830890" y="5184936"/>
                      <a:pt x="2750045" y="5184936"/>
                    </a:cubicBezTo>
                    <a:close/>
                    <a:moveTo>
                      <a:pt x="910146" y="2101362"/>
                    </a:moveTo>
                    <a:cubicBezTo>
                      <a:pt x="898279" y="2101362"/>
                      <a:pt x="881604" y="2107573"/>
                      <a:pt x="860823" y="2119856"/>
                    </a:cubicBezTo>
                    <a:cubicBezTo>
                      <a:pt x="794937" y="2158783"/>
                      <a:pt x="695392" y="2254682"/>
                      <a:pt x="594525" y="2376410"/>
                    </a:cubicBezTo>
                    <a:cubicBezTo>
                      <a:pt x="511459" y="2476694"/>
                      <a:pt x="388039" y="2641566"/>
                      <a:pt x="271791" y="2857535"/>
                    </a:cubicBezTo>
                    <a:cubicBezTo>
                      <a:pt x="99415" y="3177834"/>
                      <a:pt x="-79401" y="3652972"/>
                      <a:pt x="47730" y="4097642"/>
                    </a:cubicBezTo>
                    <a:cubicBezTo>
                      <a:pt x="145335" y="4439022"/>
                      <a:pt x="409467" y="4704121"/>
                      <a:pt x="832843" y="4885548"/>
                    </a:cubicBezTo>
                    <a:cubicBezTo>
                      <a:pt x="1334141" y="5100392"/>
                      <a:pt x="2062339" y="5198427"/>
                      <a:pt x="2997193" y="5176926"/>
                    </a:cubicBezTo>
                    <a:lnTo>
                      <a:pt x="2997193" y="5176926"/>
                    </a:lnTo>
                    <a:cubicBezTo>
                      <a:pt x="4211954" y="5148454"/>
                      <a:pt x="5132859" y="5059919"/>
                      <a:pt x="5734349" y="4913850"/>
                    </a:cubicBezTo>
                    <a:cubicBezTo>
                      <a:pt x="6005989" y="4847885"/>
                      <a:pt x="6219083" y="4768597"/>
                      <a:pt x="6367670" y="4678263"/>
                    </a:cubicBezTo>
                    <a:cubicBezTo>
                      <a:pt x="6504109" y="4595293"/>
                      <a:pt x="6590353" y="4500406"/>
                      <a:pt x="6624041" y="4396188"/>
                    </a:cubicBezTo>
                    <a:cubicBezTo>
                      <a:pt x="6681012" y="4219849"/>
                      <a:pt x="6593249" y="4012143"/>
                      <a:pt x="6355747" y="3761181"/>
                    </a:cubicBezTo>
                    <a:cubicBezTo>
                      <a:pt x="6148951" y="3542683"/>
                      <a:pt x="5859118" y="3323257"/>
                      <a:pt x="5603421" y="3129688"/>
                    </a:cubicBezTo>
                    <a:lnTo>
                      <a:pt x="5594564" y="3122999"/>
                    </a:lnTo>
                    <a:cubicBezTo>
                      <a:pt x="5496031" y="3093375"/>
                      <a:pt x="5421653" y="3042109"/>
                      <a:pt x="5367268" y="2966334"/>
                    </a:cubicBezTo>
                    <a:cubicBezTo>
                      <a:pt x="5318283" y="2898092"/>
                      <a:pt x="5286423" y="2810794"/>
                      <a:pt x="5269861" y="2699521"/>
                    </a:cubicBezTo>
                    <a:cubicBezTo>
                      <a:pt x="5238929" y="2491731"/>
                      <a:pt x="5266205" y="2229105"/>
                      <a:pt x="5295084" y="1951077"/>
                    </a:cubicBezTo>
                    <a:cubicBezTo>
                      <a:pt x="5353911" y="1384735"/>
                      <a:pt x="5420612" y="742842"/>
                      <a:pt x="5012196" y="357645"/>
                    </a:cubicBezTo>
                    <a:cubicBezTo>
                      <a:pt x="4832058" y="187770"/>
                      <a:pt x="4578781" y="81809"/>
                      <a:pt x="4237880" y="33747"/>
                    </a:cubicBezTo>
                    <a:cubicBezTo>
                      <a:pt x="3860930" y="-19402"/>
                      <a:pt x="3372006" y="2128"/>
                      <a:pt x="2784745" y="97774"/>
                    </a:cubicBezTo>
                    <a:cubicBezTo>
                      <a:pt x="2513977" y="141872"/>
                      <a:pt x="2266885" y="336987"/>
                      <a:pt x="2029326" y="694331"/>
                    </a:cubicBezTo>
                    <a:cubicBezTo>
                      <a:pt x="1823881" y="1003332"/>
                      <a:pt x="1659462" y="1381165"/>
                      <a:pt x="1514391" y="1714534"/>
                    </a:cubicBezTo>
                    <a:cubicBezTo>
                      <a:pt x="1324777" y="2150267"/>
                      <a:pt x="1175009" y="2494429"/>
                      <a:pt x="1014274" y="2506487"/>
                    </a:cubicBezTo>
                    <a:cubicBezTo>
                      <a:pt x="952129" y="2511124"/>
                      <a:pt x="892121" y="2465957"/>
                      <a:pt x="830847" y="2368316"/>
                    </a:cubicBezTo>
                    <a:lnTo>
                      <a:pt x="830031" y="2366995"/>
                    </a:lnTo>
                    <a:lnTo>
                      <a:pt x="830819" y="2365646"/>
                    </a:lnTo>
                    <a:cubicBezTo>
                      <a:pt x="948080" y="2163955"/>
                      <a:pt x="935651" y="2117270"/>
                      <a:pt x="924852" y="2106533"/>
                    </a:cubicBezTo>
                    <a:cubicBezTo>
                      <a:pt x="921337" y="2103048"/>
                      <a:pt x="916416" y="2101334"/>
                      <a:pt x="910146" y="2101334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92D9C39-496A-8207-D049-C63539E83F42}"/>
                  </a:ext>
                </a:extLst>
              </p:cNvPr>
              <p:cNvSpPr/>
              <p:nvPr/>
            </p:nvSpPr>
            <p:spPr>
              <a:xfrm>
                <a:off x="-1312493" y="946649"/>
                <a:ext cx="6905449" cy="5201861"/>
              </a:xfrm>
              <a:custGeom>
                <a:avLst/>
                <a:gdLst>
                  <a:gd name="connsiteX0" fmla="*/ 2827170 w 6905449"/>
                  <a:gd name="connsiteY0" fmla="*/ 5201862 h 5201861"/>
                  <a:gd name="connsiteX1" fmla="*/ 1745445 w 6905449"/>
                  <a:gd name="connsiteY1" fmla="*/ 5137498 h 5201861"/>
                  <a:gd name="connsiteX2" fmla="*/ 833229 w 6905449"/>
                  <a:gd name="connsiteY2" fmla="*/ 4911130 h 5201861"/>
                  <a:gd name="connsiteX3" fmla="*/ 34421 w 6905449"/>
                  <a:gd name="connsiteY3" fmla="*/ 4125529 h 5201861"/>
                  <a:gd name="connsiteX4" fmla="*/ 55455 w 6905449"/>
                  <a:gd name="connsiteY4" fmla="*/ 3468909 h 5201861"/>
                  <a:gd name="connsiteX5" fmla="*/ 342111 w 6905449"/>
                  <a:gd name="connsiteY5" fmla="*/ 2837416 h 5201861"/>
                  <a:gd name="connsiteX6" fmla="*/ 724235 w 6905449"/>
                  <a:gd name="connsiteY6" fmla="*/ 2335381 h 5201861"/>
                  <a:gd name="connsiteX7" fmla="*/ 1032291 w 6905449"/>
                  <a:gd name="connsiteY7" fmla="*/ 2067078 h 5201861"/>
                  <a:gd name="connsiteX8" fmla="*/ 1108862 w 6905449"/>
                  <a:gd name="connsiteY8" fmla="*/ 2055076 h 5201861"/>
                  <a:gd name="connsiteX9" fmla="*/ 979960 w 6905449"/>
                  <a:gd name="connsiteY9" fmla="*/ 2344122 h 5201861"/>
                  <a:gd name="connsiteX10" fmla="*/ 1077930 w 6905449"/>
                  <a:gd name="connsiteY10" fmla="*/ 2478470 h 5201861"/>
                  <a:gd name="connsiteX11" fmla="*/ 1489609 w 6905449"/>
                  <a:gd name="connsiteY11" fmla="*/ 1829045 h 5201861"/>
                  <a:gd name="connsiteX12" fmla="*/ 2068124 w 6905449"/>
                  <a:gd name="connsiteY12" fmla="*/ 763759 h 5201861"/>
                  <a:gd name="connsiteX13" fmla="*/ 2445946 w 6905449"/>
                  <a:gd name="connsiteY13" fmla="*/ 334463 h 5201861"/>
                  <a:gd name="connsiteX14" fmla="*/ 2890244 w 6905449"/>
                  <a:gd name="connsiteY14" fmla="*/ 114081 h 5201861"/>
                  <a:gd name="connsiteX15" fmla="*/ 5331407 w 6905449"/>
                  <a:gd name="connsiteY15" fmla="*/ 364368 h 5201861"/>
                  <a:gd name="connsiteX16" fmla="*/ 5619920 w 6905449"/>
                  <a:gd name="connsiteY16" fmla="*/ 1099658 h 5201861"/>
                  <a:gd name="connsiteX17" fmla="*/ 5544670 w 6905449"/>
                  <a:gd name="connsiteY17" fmla="*/ 1979639 h 5201861"/>
                  <a:gd name="connsiteX18" fmla="*/ 5477744 w 6905449"/>
                  <a:gd name="connsiteY18" fmla="*/ 2714395 h 5201861"/>
                  <a:gd name="connsiteX19" fmla="*/ 5707879 w 6905449"/>
                  <a:gd name="connsiteY19" fmla="*/ 3199538 h 5201861"/>
                  <a:gd name="connsiteX20" fmla="*/ 6555898 w 6905449"/>
                  <a:gd name="connsiteY20" fmla="*/ 3801829 h 5201861"/>
                  <a:gd name="connsiteX21" fmla="*/ 6894098 w 6905449"/>
                  <a:gd name="connsiteY21" fmla="*/ 4427897 h 5201861"/>
                  <a:gd name="connsiteX22" fmla="*/ 6639555 w 6905449"/>
                  <a:gd name="connsiteY22" fmla="*/ 4706178 h 5201861"/>
                  <a:gd name="connsiteX23" fmla="*/ 5981741 w 6905449"/>
                  <a:gd name="connsiteY23" fmla="*/ 4938168 h 5201861"/>
                  <a:gd name="connsiteX24" fmla="*/ 4828479 w 6905449"/>
                  <a:gd name="connsiteY24" fmla="*/ 5107959 h 5201861"/>
                  <a:gd name="connsiteX25" fmla="*/ 3087478 w 6905449"/>
                  <a:gd name="connsiteY25" fmla="*/ 5198882 h 5201861"/>
                  <a:gd name="connsiteX26" fmla="*/ 2827170 w 6905449"/>
                  <a:gd name="connsiteY26" fmla="*/ 5201778 h 5201861"/>
                  <a:gd name="connsiteX27" fmla="*/ 1089066 w 6905449"/>
                  <a:gd name="connsiteY27" fmla="*/ 2052181 h 5201861"/>
                  <a:gd name="connsiteX28" fmla="*/ 1034513 w 6905449"/>
                  <a:gd name="connsiteY28" fmla="*/ 2071181 h 5201861"/>
                  <a:gd name="connsiteX29" fmla="*/ 346048 w 6905449"/>
                  <a:gd name="connsiteY29" fmla="*/ 2839889 h 5201861"/>
                  <a:gd name="connsiteX30" fmla="*/ 38892 w 6905449"/>
                  <a:gd name="connsiteY30" fmla="*/ 4124349 h 5201861"/>
                  <a:gd name="connsiteX31" fmla="*/ 834972 w 6905449"/>
                  <a:gd name="connsiteY31" fmla="*/ 4906858 h 5201861"/>
                  <a:gd name="connsiteX32" fmla="*/ 3087366 w 6905449"/>
                  <a:gd name="connsiteY32" fmla="*/ 5194357 h 5201861"/>
                  <a:gd name="connsiteX33" fmla="*/ 3087366 w 6905449"/>
                  <a:gd name="connsiteY33" fmla="*/ 5194357 h 5201861"/>
                  <a:gd name="connsiteX34" fmla="*/ 5980700 w 6905449"/>
                  <a:gd name="connsiteY34" fmla="*/ 4933755 h 5201861"/>
                  <a:gd name="connsiteX35" fmla="*/ 6637221 w 6905449"/>
                  <a:gd name="connsiteY35" fmla="*/ 4702271 h 5201861"/>
                  <a:gd name="connsiteX36" fmla="*/ 6889655 w 6905449"/>
                  <a:gd name="connsiteY36" fmla="*/ 4426717 h 5201861"/>
                  <a:gd name="connsiteX37" fmla="*/ 5705405 w 6905449"/>
                  <a:gd name="connsiteY37" fmla="*/ 3203473 h 5201861"/>
                  <a:gd name="connsiteX38" fmla="*/ 5533703 w 6905449"/>
                  <a:gd name="connsiteY38" fmla="*/ 3001051 h 5201861"/>
                  <a:gd name="connsiteX39" fmla="*/ 5473132 w 6905449"/>
                  <a:gd name="connsiteY39" fmla="*/ 2714676 h 5201861"/>
                  <a:gd name="connsiteX40" fmla="*/ 5540086 w 6905449"/>
                  <a:gd name="connsiteY40" fmla="*/ 1978992 h 5201861"/>
                  <a:gd name="connsiteX41" fmla="*/ 5328146 w 6905449"/>
                  <a:gd name="connsiteY41" fmla="*/ 367712 h 5201861"/>
                  <a:gd name="connsiteX42" fmla="*/ 2890975 w 6905449"/>
                  <a:gd name="connsiteY42" fmla="*/ 118690 h 5201861"/>
                  <a:gd name="connsiteX43" fmla="*/ 2071892 w 6905449"/>
                  <a:gd name="connsiteY43" fmla="*/ 766457 h 5201861"/>
                  <a:gd name="connsiteX44" fmla="*/ 1493770 w 6905449"/>
                  <a:gd name="connsiteY44" fmla="*/ 1831097 h 5201861"/>
                  <a:gd name="connsiteX45" fmla="*/ 1081445 w 6905449"/>
                  <a:gd name="connsiteY45" fmla="*/ 2483276 h 5201861"/>
                  <a:gd name="connsiteX46" fmla="*/ 1077593 w 6905449"/>
                  <a:gd name="connsiteY46" fmla="*/ 2483136 h 5201861"/>
                  <a:gd name="connsiteX47" fmla="*/ 975179 w 6905449"/>
                  <a:gd name="connsiteY47" fmla="*/ 2344515 h 5201861"/>
                  <a:gd name="connsiteX48" fmla="*/ 974842 w 6905449"/>
                  <a:gd name="connsiteY48" fmla="*/ 2343447 h 5201861"/>
                  <a:gd name="connsiteX49" fmla="*/ 975489 w 6905449"/>
                  <a:gd name="connsiteY49" fmla="*/ 2342520 h 5201861"/>
                  <a:gd name="connsiteX50" fmla="*/ 1092524 w 6905449"/>
                  <a:gd name="connsiteY50" fmla="*/ 2143443 h 5201861"/>
                  <a:gd name="connsiteX51" fmla="*/ 1105432 w 6905449"/>
                  <a:gd name="connsiteY51" fmla="*/ 2058252 h 5201861"/>
                  <a:gd name="connsiteX52" fmla="*/ 1089066 w 6905449"/>
                  <a:gd name="connsiteY52" fmla="*/ 2052209 h 5201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6905449" h="5201861">
                    <a:moveTo>
                      <a:pt x="2827170" y="5201862"/>
                    </a:moveTo>
                    <a:cubicBezTo>
                      <a:pt x="2425362" y="5201862"/>
                      <a:pt x="2062444" y="5180304"/>
                      <a:pt x="1745445" y="5137498"/>
                    </a:cubicBezTo>
                    <a:cubicBezTo>
                      <a:pt x="1388714" y="5089324"/>
                      <a:pt x="1081783" y="5013184"/>
                      <a:pt x="833229" y="4911130"/>
                    </a:cubicBezTo>
                    <a:cubicBezTo>
                      <a:pt x="393824" y="4730715"/>
                      <a:pt x="125080" y="4466403"/>
                      <a:pt x="34421" y="4125529"/>
                    </a:cubicBezTo>
                    <a:cubicBezTo>
                      <a:pt x="-17686" y="3929600"/>
                      <a:pt x="-10600" y="3708684"/>
                      <a:pt x="55455" y="3468909"/>
                    </a:cubicBezTo>
                    <a:cubicBezTo>
                      <a:pt x="111273" y="3266319"/>
                      <a:pt x="207725" y="3053863"/>
                      <a:pt x="342111" y="2837416"/>
                    </a:cubicBezTo>
                    <a:cubicBezTo>
                      <a:pt x="481812" y="2612397"/>
                      <a:pt x="627024" y="2440189"/>
                      <a:pt x="724235" y="2335381"/>
                    </a:cubicBezTo>
                    <a:cubicBezTo>
                      <a:pt x="842368" y="2207975"/>
                      <a:pt x="957548" y="2107691"/>
                      <a:pt x="1032291" y="2067078"/>
                    </a:cubicBezTo>
                    <a:cubicBezTo>
                      <a:pt x="1071181" y="2045942"/>
                      <a:pt x="1096939" y="2041922"/>
                      <a:pt x="1108862" y="2055076"/>
                    </a:cubicBezTo>
                    <a:cubicBezTo>
                      <a:pt x="1134142" y="2082986"/>
                      <a:pt x="1089572" y="2182932"/>
                      <a:pt x="979960" y="2344122"/>
                    </a:cubicBezTo>
                    <a:cubicBezTo>
                      <a:pt x="1008052" y="2431982"/>
                      <a:pt x="1040109" y="2475913"/>
                      <a:pt x="1077930" y="2478470"/>
                    </a:cubicBezTo>
                    <a:cubicBezTo>
                      <a:pt x="1178375" y="2485216"/>
                      <a:pt x="1315770" y="2195664"/>
                      <a:pt x="1489609" y="1829045"/>
                    </a:cubicBezTo>
                    <a:cubicBezTo>
                      <a:pt x="1644466" y="1502534"/>
                      <a:pt x="1837173" y="1096144"/>
                      <a:pt x="2068124" y="763759"/>
                    </a:cubicBezTo>
                    <a:cubicBezTo>
                      <a:pt x="2194889" y="581321"/>
                      <a:pt x="2318477" y="440901"/>
                      <a:pt x="2445946" y="334463"/>
                    </a:cubicBezTo>
                    <a:cubicBezTo>
                      <a:pt x="2590877" y="213465"/>
                      <a:pt x="2740363" y="139320"/>
                      <a:pt x="2890244" y="114081"/>
                    </a:cubicBezTo>
                    <a:cubicBezTo>
                      <a:pt x="4146032" y="-97335"/>
                      <a:pt x="4944559" y="-15461"/>
                      <a:pt x="5331407" y="364368"/>
                    </a:cubicBezTo>
                    <a:cubicBezTo>
                      <a:pt x="5508985" y="538711"/>
                      <a:pt x="5603357" y="779245"/>
                      <a:pt x="5619920" y="1099658"/>
                    </a:cubicBezTo>
                    <a:cubicBezTo>
                      <a:pt x="5634486" y="1381620"/>
                      <a:pt x="5588819" y="1685646"/>
                      <a:pt x="5544670" y="1979639"/>
                    </a:cubicBezTo>
                    <a:cubicBezTo>
                      <a:pt x="5504402" y="2247801"/>
                      <a:pt x="5466356" y="2501096"/>
                      <a:pt x="5477744" y="2714395"/>
                    </a:cubicBezTo>
                    <a:cubicBezTo>
                      <a:pt x="5490511" y="2953299"/>
                      <a:pt x="5563623" y="3107462"/>
                      <a:pt x="5707879" y="3199538"/>
                    </a:cubicBezTo>
                    <a:cubicBezTo>
                      <a:pt x="5976567" y="3371071"/>
                      <a:pt x="6310972" y="3584567"/>
                      <a:pt x="6555898" y="3801829"/>
                    </a:cubicBezTo>
                    <a:cubicBezTo>
                      <a:pt x="6832712" y="4047394"/>
                      <a:pt x="6943337" y="4252177"/>
                      <a:pt x="6894098" y="4427897"/>
                    </a:cubicBezTo>
                    <a:cubicBezTo>
                      <a:pt x="6865303" y="4530682"/>
                      <a:pt x="6779649" y="4624305"/>
                      <a:pt x="6639555" y="4706178"/>
                    </a:cubicBezTo>
                    <a:cubicBezTo>
                      <a:pt x="6487481" y="4795051"/>
                      <a:pt x="6266148" y="4873102"/>
                      <a:pt x="5981741" y="4938168"/>
                    </a:cubicBezTo>
                    <a:cubicBezTo>
                      <a:pt x="5676104" y="5008097"/>
                      <a:pt x="5288102" y="5065209"/>
                      <a:pt x="4828479" y="5107959"/>
                    </a:cubicBezTo>
                    <a:cubicBezTo>
                      <a:pt x="4338739" y="5153491"/>
                      <a:pt x="3752969" y="5184099"/>
                      <a:pt x="3087478" y="5198882"/>
                    </a:cubicBezTo>
                    <a:cubicBezTo>
                      <a:pt x="2999012" y="5200822"/>
                      <a:pt x="2912205" y="5201778"/>
                      <a:pt x="2827170" y="5201778"/>
                    </a:cubicBezTo>
                    <a:close/>
                    <a:moveTo>
                      <a:pt x="1089066" y="2052181"/>
                    </a:moveTo>
                    <a:cubicBezTo>
                      <a:pt x="1076159" y="2052181"/>
                      <a:pt x="1057740" y="2058561"/>
                      <a:pt x="1034513" y="2071181"/>
                    </a:cubicBezTo>
                    <a:cubicBezTo>
                      <a:pt x="881286" y="2154376"/>
                      <a:pt x="574496" y="2471949"/>
                      <a:pt x="346048" y="2839889"/>
                    </a:cubicBezTo>
                    <a:cubicBezTo>
                      <a:pt x="138859" y="3173596"/>
                      <a:pt x="-82643" y="3667340"/>
                      <a:pt x="38892" y="4124349"/>
                    </a:cubicBezTo>
                    <a:cubicBezTo>
                      <a:pt x="129157" y="4463761"/>
                      <a:pt x="397002" y="4727033"/>
                      <a:pt x="834972" y="4906858"/>
                    </a:cubicBezTo>
                    <a:cubicBezTo>
                      <a:pt x="1351708" y="5119004"/>
                      <a:pt x="2109545" y="5215746"/>
                      <a:pt x="3087366" y="5194357"/>
                    </a:cubicBezTo>
                    <a:lnTo>
                      <a:pt x="3087366" y="5194357"/>
                    </a:lnTo>
                    <a:cubicBezTo>
                      <a:pt x="4376617" y="5165717"/>
                      <a:pt x="5350051" y="5078053"/>
                      <a:pt x="5980700" y="4933755"/>
                    </a:cubicBezTo>
                    <a:cubicBezTo>
                      <a:pt x="6264657" y="4868802"/>
                      <a:pt x="6485569" y="4790919"/>
                      <a:pt x="6637221" y="4702271"/>
                    </a:cubicBezTo>
                    <a:cubicBezTo>
                      <a:pt x="6776247" y="4621016"/>
                      <a:pt x="6861198" y="4528321"/>
                      <a:pt x="6889655" y="4426717"/>
                    </a:cubicBezTo>
                    <a:cubicBezTo>
                      <a:pt x="7000701" y="4030418"/>
                      <a:pt x="6252060" y="3552469"/>
                      <a:pt x="5705405" y="3203473"/>
                    </a:cubicBezTo>
                    <a:cubicBezTo>
                      <a:pt x="5628496" y="3154371"/>
                      <a:pt x="5572340" y="3088181"/>
                      <a:pt x="5533703" y="3001051"/>
                    </a:cubicBezTo>
                    <a:cubicBezTo>
                      <a:pt x="5499087" y="2922972"/>
                      <a:pt x="5479263" y="2829293"/>
                      <a:pt x="5473132" y="2714676"/>
                    </a:cubicBezTo>
                    <a:cubicBezTo>
                      <a:pt x="5461716" y="2500927"/>
                      <a:pt x="5499790" y="2247408"/>
                      <a:pt x="5540086" y="1978992"/>
                    </a:cubicBezTo>
                    <a:cubicBezTo>
                      <a:pt x="5626162" y="1405792"/>
                      <a:pt x="5723739" y="756086"/>
                      <a:pt x="5328146" y="367712"/>
                    </a:cubicBezTo>
                    <a:cubicBezTo>
                      <a:pt x="4942421" y="-10992"/>
                      <a:pt x="4145216" y="-92445"/>
                      <a:pt x="2890975" y="118690"/>
                    </a:cubicBezTo>
                    <a:cubicBezTo>
                      <a:pt x="2609774" y="166021"/>
                      <a:pt x="2341845" y="377915"/>
                      <a:pt x="2071892" y="766457"/>
                    </a:cubicBezTo>
                    <a:cubicBezTo>
                      <a:pt x="1841166" y="1098533"/>
                      <a:pt x="1648544" y="1504698"/>
                      <a:pt x="1493770" y="1831097"/>
                    </a:cubicBezTo>
                    <a:cubicBezTo>
                      <a:pt x="1314589" y="2208958"/>
                      <a:pt x="1184477" y="2483248"/>
                      <a:pt x="1081445" y="2483276"/>
                    </a:cubicBezTo>
                    <a:cubicBezTo>
                      <a:pt x="1080152" y="2483276"/>
                      <a:pt x="1078858" y="2483220"/>
                      <a:pt x="1077593" y="2483136"/>
                    </a:cubicBezTo>
                    <a:cubicBezTo>
                      <a:pt x="1037521" y="2480438"/>
                      <a:pt x="1004002" y="2435074"/>
                      <a:pt x="975179" y="2344515"/>
                    </a:cubicBezTo>
                    <a:lnTo>
                      <a:pt x="974842" y="2343447"/>
                    </a:lnTo>
                    <a:lnTo>
                      <a:pt x="975489" y="2342520"/>
                    </a:lnTo>
                    <a:cubicBezTo>
                      <a:pt x="1031673" y="2259971"/>
                      <a:pt x="1071041" y="2192994"/>
                      <a:pt x="1092524" y="2143443"/>
                    </a:cubicBezTo>
                    <a:cubicBezTo>
                      <a:pt x="1116623" y="2087876"/>
                      <a:pt x="1112827" y="2066431"/>
                      <a:pt x="1105432" y="2058252"/>
                    </a:cubicBezTo>
                    <a:cubicBezTo>
                      <a:pt x="1101776" y="2054233"/>
                      <a:pt x="1096293" y="2052209"/>
                      <a:pt x="1089066" y="205220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686788A6-C184-2DE0-663F-DC04E06A0D61}"/>
                  </a:ext>
                </a:extLst>
              </p:cNvPr>
              <p:cNvSpPr/>
              <p:nvPr/>
            </p:nvSpPr>
            <p:spPr>
              <a:xfrm>
                <a:off x="-1421884" y="970509"/>
                <a:ext cx="7119819" cy="5214933"/>
              </a:xfrm>
              <a:custGeom>
                <a:avLst/>
                <a:gdLst>
                  <a:gd name="connsiteX0" fmla="*/ 2910747 w 7119819"/>
                  <a:gd name="connsiteY0" fmla="*/ 5214934 h 5214933"/>
                  <a:gd name="connsiteX1" fmla="*/ 1787039 w 7119819"/>
                  <a:gd name="connsiteY1" fmla="*/ 5151470 h 5214933"/>
                  <a:gd name="connsiteX2" fmla="*/ 841388 w 7119819"/>
                  <a:gd name="connsiteY2" fmla="*/ 4927406 h 5214933"/>
                  <a:gd name="connsiteX3" fmla="*/ 28463 w 7119819"/>
                  <a:gd name="connsiteY3" fmla="*/ 4146078 h 5214933"/>
                  <a:gd name="connsiteX4" fmla="*/ 76661 w 7119819"/>
                  <a:gd name="connsiteY4" fmla="*/ 3470374 h 5214933"/>
                  <a:gd name="connsiteX5" fmla="*/ 417617 w 7119819"/>
                  <a:gd name="connsiteY5" fmla="*/ 2816845 h 5214933"/>
                  <a:gd name="connsiteX6" fmla="*/ 859328 w 7119819"/>
                  <a:gd name="connsiteY6" fmla="*/ 2295220 h 5214933"/>
                  <a:gd name="connsiteX7" fmla="*/ 1210295 w 7119819"/>
                  <a:gd name="connsiteY7" fmla="*/ 2015309 h 5214933"/>
                  <a:gd name="connsiteX8" fmla="*/ 1295893 w 7119819"/>
                  <a:gd name="connsiteY8" fmla="*/ 2003139 h 5214933"/>
                  <a:gd name="connsiteX9" fmla="*/ 1130097 w 7119819"/>
                  <a:gd name="connsiteY9" fmla="*/ 2317480 h 5214933"/>
                  <a:gd name="connsiteX10" fmla="*/ 1159145 w 7119819"/>
                  <a:gd name="connsiteY10" fmla="*/ 2451350 h 5214933"/>
                  <a:gd name="connsiteX11" fmla="*/ 1444086 w 7119819"/>
                  <a:gd name="connsiteY11" fmla="*/ 1986893 h 5214933"/>
                  <a:gd name="connsiteX12" fmla="*/ 2089330 w 7119819"/>
                  <a:gd name="connsiteY12" fmla="*/ 862977 h 5214933"/>
                  <a:gd name="connsiteX13" fmla="*/ 2517009 w 7119819"/>
                  <a:gd name="connsiteY13" fmla="*/ 381431 h 5214933"/>
                  <a:gd name="connsiteX14" fmla="*/ 3002840 w 7119819"/>
                  <a:gd name="connsiteY14" fmla="*/ 131706 h 5214933"/>
                  <a:gd name="connsiteX15" fmla="*/ 4309188 w 7119819"/>
                  <a:gd name="connsiteY15" fmla="*/ 0 h 5214933"/>
                  <a:gd name="connsiteX16" fmla="*/ 5604907 w 7119819"/>
                  <a:gd name="connsiteY16" fmla="*/ 378171 h 5214933"/>
                  <a:gd name="connsiteX17" fmla="*/ 5872920 w 7119819"/>
                  <a:gd name="connsiteY17" fmla="*/ 1145839 h 5214933"/>
                  <a:gd name="connsiteX18" fmla="*/ 5752678 w 7119819"/>
                  <a:gd name="connsiteY18" fmla="*/ 2061909 h 5214933"/>
                  <a:gd name="connsiteX19" fmla="*/ 5649252 w 7119819"/>
                  <a:gd name="connsiteY19" fmla="*/ 2786772 h 5214933"/>
                  <a:gd name="connsiteX20" fmla="*/ 5825059 w 7119819"/>
                  <a:gd name="connsiteY20" fmla="*/ 3276918 h 5214933"/>
                  <a:gd name="connsiteX21" fmla="*/ 6249223 w 7119819"/>
                  <a:gd name="connsiteY21" fmla="*/ 3592186 h 5214933"/>
                  <a:gd name="connsiteX22" fmla="*/ 6890672 w 7119819"/>
                  <a:gd name="connsiteY22" fmla="*/ 4096920 h 5214933"/>
                  <a:gd name="connsiteX23" fmla="*/ 7078485 w 7119819"/>
                  <a:gd name="connsiteY23" fmla="*/ 4333379 h 5214933"/>
                  <a:gd name="connsiteX24" fmla="*/ 7109221 w 7119819"/>
                  <a:gd name="connsiteY24" fmla="*/ 4553395 h 5214933"/>
                  <a:gd name="connsiteX25" fmla="*/ 6176393 w 7119819"/>
                  <a:gd name="connsiteY25" fmla="*/ 4989915 h 5214933"/>
                  <a:gd name="connsiteX26" fmla="*/ 4986461 w 7119819"/>
                  <a:gd name="connsiteY26" fmla="*/ 5132301 h 5214933"/>
                  <a:gd name="connsiteX27" fmla="*/ 3183850 w 7119819"/>
                  <a:gd name="connsiteY27" fmla="*/ 5212011 h 5214933"/>
                  <a:gd name="connsiteX28" fmla="*/ 3183850 w 7119819"/>
                  <a:gd name="connsiteY28" fmla="*/ 5212011 h 5214933"/>
                  <a:gd name="connsiteX29" fmla="*/ 2910719 w 7119819"/>
                  <a:gd name="connsiteY29" fmla="*/ 5214906 h 5214933"/>
                  <a:gd name="connsiteX30" fmla="*/ 1274128 w 7119819"/>
                  <a:gd name="connsiteY30" fmla="*/ 1998782 h 5214933"/>
                  <a:gd name="connsiteX31" fmla="*/ 1212179 w 7119819"/>
                  <a:gd name="connsiteY31" fmla="*/ 2019019 h 5214933"/>
                  <a:gd name="connsiteX32" fmla="*/ 420992 w 7119819"/>
                  <a:gd name="connsiteY32" fmla="*/ 2819206 h 5214933"/>
                  <a:gd name="connsiteX33" fmla="*/ 32456 w 7119819"/>
                  <a:gd name="connsiteY33" fmla="*/ 4145066 h 5214933"/>
                  <a:gd name="connsiteX34" fmla="*/ 842878 w 7119819"/>
                  <a:gd name="connsiteY34" fmla="*/ 4923556 h 5214933"/>
                  <a:gd name="connsiteX35" fmla="*/ 3183737 w 7119819"/>
                  <a:gd name="connsiteY35" fmla="*/ 5207879 h 5214933"/>
                  <a:gd name="connsiteX36" fmla="*/ 3183793 w 7119819"/>
                  <a:gd name="connsiteY36" fmla="*/ 5209931 h 5214933"/>
                  <a:gd name="connsiteX37" fmla="*/ 3183737 w 7119819"/>
                  <a:gd name="connsiteY37" fmla="*/ 5207879 h 5214933"/>
                  <a:gd name="connsiteX38" fmla="*/ 6175633 w 7119819"/>
                  <a:gd name="connsiteY38" fmla="*/ 4985839 h 5214933"/>
                  <a:gd name="connsiteX39" fmla="*/ 7105284 w 7119819"/>
                  <a:gd name="connsiteY39" fmla="*/ 4552159 h 5214933"/>
                  <a:gd name="connsiteX40" fmla="*/ 7074802 w 7119819"/>
                  <a:gd name="connsiteY40" fmla="*/ 4335262 h 5214933"/>
                  <a:gd name="connsiteX41" fmla="*/ 6887775 w 7119819"/>
                  <a:gd name="connsiteY41" fmla="*/ 4099871 h 5214933"/>
                  <a:gd name="connsiteX42" fmla="*/ 6246777 w 7119819"/>
                  <a:gd name="connsiteY42" fmla="*/ 3595531 h 5214933"/>
                  <a:gd name="connsiteX43" fmla="*/ 5822473 w 7119819"/>
                  <a:gd name="connsiteY43" fmla="*/ 3280150 h 5214933"/>
                  <a:gd name="connsiteX44" fmla="*/ 5681872 w 7119819"/>
                  <a:gd name="connsiteY44" fmla="*/ 3072500 h 5214933"/>
                  <a:gd name="connsiteX45" fmla="*/ 5645091 w 7119819"/>
                  <a:gd name="connsiteY45" fmla="*/ 2786687 h 5214933"/>
                  <a:gd name="connsiteX46" fmla="*/ 5748601 w 7119819"/>
                  <a:gd name="connsiteY46" fmla="*/ 2061094 h 5214933"/>
                  <a:gd name="connsiteX47" fmla="*/ 5868758 w 7119819"/>
                  <a:gd name="connsiteY47" fmla="*/ 1145867 h 5214933"/>
                  <a:gd name="connsiteX48" fmla="*/ 5601899 w 7119819"/>
                  <a:gd name="connsiteY48" fmla="*/ 381066 h 5214933"/>
                  <a:gd name="connsiteX49" fmla="*/ 3003487 w 7119819"/>
                  <a:gd name="connsiteY49" fmla="*/ 135782 h 5214933"/>
                  <a:gd name="connsiteX50" fmla="*/ 2092648 w 7119819"/>
                  <a:gd name="connsiteY50" fmla="*/ 865366 h 5214933"/>
                  <a:gd name="connsiteX51" fmla="*/ 1447742 w 7119819"/>
                  <a:gd name="connsiteY51" fmla="*/ 1988748 h 5214933"/>
                  <a:gd name="connsiteX52" fmla="*/ 1162407 w 7119819"/>
                  <a:gd name="connsiteY52" fmla="*/ 2455847 h 5214933"/>
                  <a:gd name="connsiteX53" fmla="*/ 1158189 w 7119819"/>
                  <a:gd name="connsiteY53" fmla="*/ 2455370 h 5214933"/>
                  <a:gd name="connsiteX54" fmla="*/ 1125963 w 7119819"/>
                  <a:gd name="connsiteY54" fmla="*/ 2316805 h 5214933"/>
                  <a:gd name="connsiteX55" fmla="*/ 1125963 w 7119819"/>
                  <a:gd name="connsiteY55" fmla="*/ 2316103 h 5214933"/>
                  <a:gd name="connsiteX56" fmla="*/ 1126385 w 7119819"/>
                  <a:gd name="connsiteY56" fmla="*/ 2315541 h 5214933"/>
                  <a:gd name="connsiteX57" fmla="*/ 1271766 w 7119819"/>
                  <a:gd name="connsiteY57" fmla="*/ 2099262 h 5214933"/>
                  <a:gd name="connsiteX58" fmla="*/ 1292715 w 7119819"/>
                  <a:gd name="connsiteY58" fmla="*/ 2005809 h 5214933"/>
                  <a:gd name="connsiteX59" fmla="*/ 1274100 w 7119819"/>
                  <a:gd name="connsiteY59" fmla="*/ 1998782 h 5214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7119819" h="5214933">
                    <a:moveTo>
                      <a:pt x="2910747" y="5214934"/>
                    </a:moveTo>
                    <a:cubicBezTo>
                      <a:pt x="2492741" y="5214934"/>
                      <a:pt x="2115763" y="5193686"/>
                      <a:pt x="1787039" y="5151470"/>
                    </a:cubicBezTo>
                    <a:cubicBezTo>
                      <a:pt x="1416106" y="5103858"/>
                      <a:pt x="1097955" y="5028477"/>
                      <a:pt x="841388" y="4927406"/>
                    </a:cubicBezTo>
                    <a:cubicBezTo>
                      <a:pt x="386741" y="4748312"/>
                      <a:pt x="113245" y="4485434"/>
                      <a:pt x="28463" y="4146078"/>
                    </a:cubicBezTo>
                    <a:cubicBezTo>
                      <a:pt x="-21703" y="3945258"/>
                      <a:pt x="-5506" y="3717906"/>
                      <a:pt x="76661" y="3470374"/>
                    </a:cubicBezTo>
                    <a:cubicBezTo>
                      <a:pt x="146089" y="3261178"/>
                      <a:pt x="260791" y="3041302"/>
                      <a:pt x="417617" y="2816845"/>
                    </a:cubicBezTo>
                    <a:cubicBezTo>
                      <a:pt x="580742" y="2583366"/>
                      <a:pt x="747860" y="2404328"/>
                      <a:pt x="859328" y="2295220"/>
                    </a:cubicBezTo>
                    <a:cubicBezTo>
                      <a:pt x="994895" y="2162558"/>
                      <a:pt x="1126104" y="2057918"/>
                      <a:pt x="1210295" y="2015309"/>
                    </a:cubicBezTo>
                    <a:cubicBezTo>
                      <a:pt x="1255034" y="1992683"/>
                      <a:pt x="1283829" y="1988579"/>
                      <a:pt x="1295893" y="2003139"/>
                    </a:cubicBezTo>
                    <a:cubicBezTo>
                      <a:pt x="1321539" y="2034056"/>
                      <a:pt x="1264230" y="2142743"/>
                      <a:pt x="1130097" y="2317480"/>
                    </a:cubicBezTo>
                    <a:cubicBezTo>
                      <a:pt x="1130406" y="2401827"/>
                      <a:pt x="1140192" y="2446853"/>
                      <a:pt x="1159145" y="2451350"/>
                    </a:cubicBezTo>
                    <a:cubicBezTo>
                      <a:pt x="1204165" y="2461946"/>
                      <a:pt x="1304779" y="2262701"/>
                      <a:pt x="1444086" y="1986893"/>
                    </a:cubicBezTo>
                    <a:cubicBezTo>
                      <a:pt x="1605074" y="1668083"/>
                      <a:pt x="1825563" y="1231479"/>
                      <a:pt x="2089330" y="862977"/>
                    </a:cubicBezTo>
                    <a:cubicBezTo>
                      <a:pt x="2233277" y="661848"/>
                      <a:pt x="2377168" y="499843"/>
                      <a:pt x="2517009" y="381431"/>
                    </a:cubicBezTo>
                    <a:cubicBezTo>
                      <a:pt x="2679965" y="243457"/>
                      <a:pt x="2843427" y="159447"/>
                      <a:pt x="3002840" y="131706"/>
                    </a:cubicBezTo>
                    <a:cubicBezTo>
                      <a:pt x="3507343" y="43986"/>
                      <a:pt x="3942052" y="0"/>
                      <a:pt x="4309188" y="0"/>
                    </a:cubicBezTo>
                    <a:cubicBezTo>
                      <a:pt x="4929912" y="0"/>
                      <a:pt x="5357703" y="125663"/>
                      <a:pt x="5604907" y="378171"/>
                    </a:cubicBezTo>
                    <a:cubicBezTo>
                      <a:pt x="5783048" y="560131"/>
                      <a:pt x="5870698" y="811233"/>
                      <a:pt x="5872920" y="1145839"/>
                    </a:cubicBezTo>
                    <a:cubicBezTo>
                      <a:pt x="5874860" y="1440028"/>
                      <a:pt x="5812743" y="1756168"/>
                      <a:pt x="5752678" y="2061909"/>
                    </a:cubicBezTo>
                    <a:cubicBezTo>
                      <a:pt x="5700825" y="2325856"/>
                      <a:pt x="5651840" y="2575187"/>
                      <a:pt x="5649252" y="2786772"/>
                    </a:cubicBezTo>
                    <a:cubicBezTo>
                      <a:pt x="5646357" y="3023708"/>
                      <a:pt x="5702231" y="3179473"/>
                      <a:pt x="5825059" y="3276918"/>
                    </a:cubicBezTo>
                    <a:cubicBezTo>
                      <a:pt x="5957111" y="3381670"/>
                      <a:pt x="6105614" y="3488699"/>
                      <a:pt x="6249223" y="3592186"/>
                    </a:cubicBezTo>
                    <a:cubicBezTo>
                      <a:pt x="6482986" y="3760628"/>
                      <a:pt x="6724679" y="3934831"/>
                      <a:pt x="6890672" y="4096920"/>
                    </a:cubicBezTo>
                    <a:cubicBezTo>
                      <a:pt x="6980009" y="4184190"/>
                      <a:pt x="7041451" y="4261539"/>
                      <a:pt x="7078485" y="4333379"/>
                    </a:cubicBezTo>
                    <a:cubicBezTo>
                      <a:pt x="7120131" y="4414157"/>
                      <a:pt x="7130171" y="4486137"/>
                      <a:pt x="7109221" y="4553395"/>
                    </a:cubicBezTo>
                    <a:cubicBezTo>
                      <a:pt x="7050759" y="4741117"/>
                      <a:pt x="6745628" y="4883897"/>
                      <a:pt x="6176393" y="4989915"/>
                    </a:cubicBezTo>
                    <a:cubicBezTo>
                      <a:pt x="5864034" y="5048095"/>
                      <a:pt x="5463660" y="5095988"/>
                      <a:pt x="4986461" y="5132301"/>
                    </a:cubicBezTo>
                    <a:cubicBezTo>
                      <a:pt x="4483927" y="5170526"/>
                      <a:pt x="3877432" y="5197367"/>
                      <a:pt x="3183850" y="5212011"/>
                    </a:cubicBezTo>
                    <a:lnTo>
                      <a:pt x="3183850" y="5212011"/>
                    </a:lnTo>
                    <a:cubicBezTo>
                      <a:pt x="3090997" y="5213950"/>
                      <a:pt x="2999916" y="5214906"/>
                      <a:pt x="2910719" y="5214906"/>
                    </a:cubicBezTo>
                    <a:close/>
                    <a:moveTo>
                      <a:pt x="1274128" y="1998782"/>
                    </a:moveTo>
                    <a:cubicBezTo>
                      <a:pt x="1259674" y="1998782"/>
                      <a:pt x="1238781" y="2005584"/>
                      <a:pt x="1212179" y="2019019"/>
                    </a:cubicBezTo>
                    <a:cubicBezTo>
                      <a:pt x="1039522" y="2106345"/>
                      <a:pt x="687964" y="2437129"/>
                      <a:pt x="420992" y="2819206"/>
                    </a:cubicBezTo>
                    <a:cubicBezTo>
                      <a:pt x="179131" y="3165392"/>
                      <a:pt x="-84608" y="3676449"/>
                      <a:pt x="32456" y="4145066"/>
                    </a:cubicBezTo>
                    <a:cubicBezTo>
                      <a:pt x="116901" y="4483045"/>
                      <a:pt x="389553" y="4744968"/>
                      <a:pt x="842878" y="4923556"/>
                    </a:cubicBezTo>
                    <a:cubicBezTo>
                      <a:pt x="1375895" y="5133538"/>
                      <a:pt x="2163483" y="5229184"/>
                      <a:pt x="3183737" y="5207879"/>
                    </a:cubicBezTo>
                    <a:lnTo>
                      <a:pt x="3183793" y="5209931"/>
                    </a:lnTo>
                    <a:lnTo>
                      <a:pt x="3183737" y="5207879"/>
                    </a:lnTo>
                    <a:cubicBezTo>
                      <a:pt x="4549672" y="5179014"/>
                      <a:pt x="5528336" y="5106387"/>
                      <a:pt x="6175633" y="4985839"/>
                    </a:cubicBezTo>
                    <a:cubicBezTo>
                      <a:pt x="6743237" y="4880131"/>
                      <a:pt x="7047329" y="4738279"/>
                      <a:pt x="7105284" y="4552159"/>
                    </a:cubicBezTo>
                    <a:cubicBezTo>
                      <a:pt x="7125896" y="4485968"/>
                      <a:pt x="7115942" y="4415028"/>
                      <a:pt x="7074802" y="4335262"/>
                    </a:cubicBezTo>
                    <a:cubicBezTo>
                      <a:pt x="7037993" y="4263815"/>
                      <a:pt x="6976803" y="4186832"/>
                      <a:pt x="6887775" y="4099871"/>
                    </a:cubicBezTo>
                    <a:cubicBezTo>
                      <a:pt x="6722007" y="3937979"/>
                      <a:pt x="6480427" y="3763888"/>
                      <a:pt x="6246777" y="3595531"/>
                    </a:cubicBezTo>
                    <a:cubicBezTo>
                      <a:pt x="6103111" y="3492015"/>
                      <a:pt x="5954581" y="3384959"/>
                      <a:pt x="5822473" y="3280150"/>
                    </a:cubicBezTo>
                    <a:cubicBezTo>
                      <a:pt x="5757009" y="3228209"/>
                      <a:pt x="5711033" y="3160304"/>
                      <a:pt x="5681872" y="3072500"/>
                    </a:cubicBezTo>
                    <a:cubicBezTo>
                      <a:pt x="5655748" y="2993803"/>
                      <a:pt x="5643713" y="2900293"/>
                      <a:pt x="5645091" y="2786687"/>
                    </a:cubicBezTo>
                    <a:cubicBezTo>
                      <a:pt x="5647678" y="2574737"/>
                      <a:pt x="5696691" y="2325237"/>
                      <a:pt x="5748601" y="2061094"/>
                    </a:cubicBezTo>
                    <a:cubicBezTo>
                      <a:pt x="5808638" y="1755550"/>
                      <a:pt x="5870698" y="1439635"/>
                      <a:pt x="5868758" y="1145867"/>
                    </a:cubicBezTo>
                    <a:cubicBezTo>
                      <a:pt x="5866537" y="812386"/>
                      <a:pt x="5779252" y="562211"/>
                      <a:pt x="5601899" y="381066"/>
                    </a:cubicBezTo>
                    <a:cubicBezTo>
                      <a:pt x="5209482" y="-19759"/>
                      <a:pt x="4359524" y="-100002"/>
                      <a:pt x="3003487" y="135782"/>
                    </a:cubicBezTo>
                    <a:cubicBezTo>
                      <a:pt x="2704767" y="187722"/>
                      <a:pt x="2406834" y="426373"/>
                      <a:pt x="2092648" y="865366"/>
                    </a:cubicBezTo>
                    <a:cubicBezTo>
                      <a:pt x="1829078" y="1233615"/>
                      <a:pt x="1608673" y="1670078"/>
                      <a:pt x="1447742" y="1988748"/>
                    </a:cubicBezTo>
                    <a:cubicBezTo>
                      <a:pt x="1306522" y="2268378"/>
                      <a:pt x="1211870" y="2455819"/>
                      <a:pt x="1162407" y="2455847"/>
                    </a:cubicBezTo>
                    <a:cubicBezTo>
                      <a:pt x="1160945" y="2455847"/>
                      <a:pt x="1159539" y="2455679"/>
                      <a:pt x="1158189" y="2455370"/>
                    </a:cubicBezTo>
                    <a:cubicBezTo>
                      <a:pt x="1136480" y="2450254"/>
                      <a:pt x="1126244" y="2406212"/>
                      <a:pt x="1125963" y="2316805"/>
                    </a:cubicBezTo>
                    <a:lnTo>
                      <a:pt x="1125963" y="2316103"/>
                    </a:lnTo>
                    <a:cubicBezTo>
                      <a:pt x="1125963" y="2316103"/>
                      <a:pt x="1126385" y="2315541"/>
                      <a:pt x="1126385" y="2315541"/>
                    </a:cubicBezTo>
                    <a:cubicBezTo>
                      <a:pt x="1195139" y="2225994"/>
                      <a:pt x="1244068" y="2153227"/>
                      <a:pt x="1271766" y="2099262"/>
                    </a:cubicBezTo>
                    <a:cubicBezTo>
                      <a:pt x="1302895" y="2038637"/>
                      <a:pt x="1300336" y="2014971"/>
                      <a:pt x="1292715" y="2005809"/>
                    </a:cubicBezTo>
                    <a:cubicBezTo>
                      <a:pt x="1288835" y="2001115"/>
                      <a:pt x="1282564" y="1998782"/>
                      <a:pt x="1274100" y="1998782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95D9FE2-320A-860D-21BC-82FA176298A9}"/>
                  </a:ext>
                </a:extLst>
              </p:cNvPr>
              <p:cNvSpPr/>
              <p:nvPr/>
            </p:nvSpPr>
            <p:spPr>
              <a:xfrm>
                <a:off x="-1536226" y="993133"/>
                <a:ext cx="7336349" cy="5229269"/>
              </a:xfrm>
              <a:custGeom>
                <a:avLst/>
                <a:gdLst>
                  <a:gd name="connsiteX0" fmla="*/ 2999443 w 7336349"/>
                  <a:gd name="connsiteY0" fmla="*/ 5229270 h 5229269"/>
                  <a:gd name="connsiteX1" fmla="*/ 1833583 w 7336349"/>
                  <a:gd name="connsiteY1" fmla="*/ 5166508 h 5229269"/>
                  <a:gd name="connsiteX2" fmla="*/ 853850 w 7336349"/>
                  <a:gd name="connsiteY2" fmla="*/ 4944187 h 5229269"/>
                  <a:gd name="connsiteX3" fmla="*/ 24166 w 7336349"/>
                  <a:gd name="connsiteY3" fmla="*/ 4165669 h 5229269"/>
                  <a:gd name="connsiteX4" fmla="*/ 1390860 w 7336349"/>
                  <a:gd name="connsiteY4" fmla="*/ 1965056 h 5229269"/>
                  <a:gd name="connsiteX5" fmla="*/ 1488184 w 7336349"/>
                  <a:gd name="connsiteY5" fmla="*/ 1952155 h 5229269"/>
                  <a:gd name="connsiteX6" fmla="*/ 1492289 w 7336349"/>
                  <a:gd name="connsiteY6" fmla="*/ 1960812 h 5229269"/>
                  <a:gd name="connsiteX7" fmla="*/ 2033911 w 7336349"/>
                  <a:gd name="connsiteY7" fmla="*/ 1064079 h 5229269"/>
                  <a:gd name="connsiteX8" fmla="*/ 3120332 w 7336349"/>
                  <a:gd name="connsiteY8" fmla="*/ 150511 h 5229269"/>
                  <a:gd name="connsiteX9" fmla="*/ 4185128 w 7336349"/>
                  <a:gd name="connsiteY9" fmla="*/ 12902 h 5229269"/>
                  <a:gd name="connsiteX10" fmla="*/ 4974910 w 7336349"/>
                  <a:gd name="connsiteY10" fmla="*/ 21334 h 5229269"/>
                  <a:gd name="connsiteX11" fmla="*/ 5526795 w 7336349"/>
                  <a:gd name="connsiteY11" fmla="*/ 153884 h 5229269"/>
                  <a:gd name="connsiteX12" fmla="*/ 5877819 w 7336349"/>
                  <a:gd name="connsiteY12" fmla="*/ 388712 h 5229269"/>
                  <a:gd name="connsiteX13" fmla="*/ 6123504 w 7336349"/>
                  <a:gd name="connsiteY13" fmla="*/ 1186876 h 5229269"/>
                  <a:gd name="connsiteX14" fmla="*/ 5956583 w 7336349"/>
                  <a:gd name="connsiteY14" fmla="*/ 2138416 h 5229269"/>
                  <a:gd name="connsiteX15" fmla="*/ 5818682 w 7336349"/>
                  <a:gd name="connsiteY15" fmla="*/ 2857938 h 5229269"/>
                  <a:gd name="connsiteX16" fmla="*/ 5947163 w 7336349"/>
                  <a:gd name="connsiteY16" fmla="*/ 3355448 h 5229269"/>
                  <a:gd name="connsiteX17" fmla="*/ 6639480 w 7336349"/>
                  <a:gd name="connsiteY17" fmla="*/ 3912010 h 5229269"/>
                  <a:gd name="connsiteX18" fmla="*/ 7328451 w 7336349"/>
                  <a:gd name="connsiteY18" fmla="*/ 4670432 h 5229269"/>
                  <a:gd name="connsiteX19" fmla="*/ 7073767 w 7336349"/>
                  <a:gd name="connsiteY19" fmla="*/ 4876395 h 5229269"/>
                  <a:gd name="connsiteX20" fmla="*/ 6384881 w 7336349"/>
                  <a:gd name="connsiteY20" fmla="*/ 5039046 h 5229269"/>
                  <a:gd name="connsiteX21" fmla="*/ 3285200 w 7336349"/>
                  <a:gd name="connsiteY21" fmla="*/ 5226318 h 5229269"/>
                  <a:gd name="connsiteX22" fmla="*/ 2999472 w 7336349"/>
                  <a:gd name="connsiteY22" fmla="*/ 5229242 h 5229269"/>
                  <a:gd name="connsiteX23" fmla="*/ 1463944 w 7336349"/>
                  <a:gd name="connsiteY23" fmla="*/ 1946225 h 5229269"/>
                  <a:gd name="connsiteX24" fmla="*/ 1392435 w 7336349"/>
                  <a:gd name="connsiteY24" fmla="*/ 1968344 h 5229269"/>
                  <a:gd name="connsiteX25" fmla="*/ 997122 w 7336349"/>
                  <a:gd name="connsiteY25" fmla="*/ 2260004 h 5229269"/>
                  <a:gd name="connsiteX26" fmla="*/ 495825 w 7336349"/>
                  <a:gd name="connsiteY26" fmla="*/ 2800151 h 5229269"/>
                  <a:gd name="connsiteX27" fmla="*/ 27709 w 7336349"/>
                  <a:gd name="connsiteY27" fmla="*/ 4164827 h 5229269"/>
                  <a:gd name="connsiteX28" fmla="*/ 855144 w 7336349"/>
                  <a:gd name="connsiteY28" fmla="*/ 4940786 h 5229269"/>
                  <a:gd name="connsiteX29" fmla="*/ 2999246 w 7336349"/>
                  <a:gd name="connsiteY29" fmla="*/ 5225644 h 5229269"/>
                  <a:gd name="connsiteX30" fmla="*/ 3285088 w 7336349"/>
                  <a:gd name="connsiteY30" fmla="*/ 5222721 h 5229269"/>
                  <a:gd name="connsiteX31" fmla="*/ 3285088 w 7336349"/>
                  <a:gd name="connsiteY31" fmla="*/ 5224548 h 5229269"/>
                  <a:gd name="connsiteX32" fmla="*/ 3285088 w 7336349"/>
                  <a:gd name="connsiteY32" fmla="*/ 5222721 h 5229269"/>
                  <a:gd name="connsiteX33" fmla="*/ 6384290 w 7336349"/>
                  <a:gd name="connsiteY33" fmla="*/ 5035505 h 5229269"/>
                  <a:gd name="connsiteX34" fmla="*/ 7072333 w 7336349"/>
                  <a:gd name="connsiteY34" fmla="*/ 4873078 h 5229269"/>
                  <a:gd name="connsiteX35" fmla="*/ 7324907 w 7336349"/>
                  <a:gd name="connsiteY35" fmla="*/ 4669392 h 5229269"/>
                  <a:gd name="connsiteX36" fmla="*/ 6637259 w 7336349"/>
                  <a:gd name="connsiteY36" fmla="*/ 3914989 h 5229269"/>
                  <a:gd name="connsiteX37" fmla="*/ 5944548 w 7336349"/>
                  <a:gd name="connsiteY37" fmla="*/ 3358090 h 5229269"/>
                  <a:gd name="connsiteX38" fmla="*/ 5830577 w 7336349"/>
                  <a:gd name="connsiteY38" fmla="*/ 3144623 h 5229269"/>
                  <a:gd name="connsiteX39" fmla="*/ 5814970 w 7336349"/>
                  <a:gd name="connsiteY39" fmla="*/ 2857713 h 5229269"/>
                  <a:gd name="connsiteX40" fmla="*/ 5952955 w 7336349"/>
                  <a:gd name="connsiteY40" fmla="*/ 2137601 h 5229269"/>
                  <a:gd name="connsiteX41" fmla="*/ 6119792 w 7336349"/>
                  <a:gd name="connsiteY41" fmla="*/ 1186763 h 5229269"/>
                  <a:gd name="connsiteX42" fmla="*/ 5875091 w 7336349"/>
                  <a:gd name="connsiteY42" fmla="*/ 391242 h 5229269"/>
                  <a:gd name="connsiteX43" fmla="*/ 4974432 w 7336349"/>
                  <a:gd name="connsiteY43" fmla="*/ 24988 h 5229269"/>
                  <a:gd name="connsiteX44" fmla="*/ 3120922 w 7336349"/>
                  <a:gd name="connsiteY44" fmla="*/ 154137 h 5229269"/>
                  <a:gd name="connsiteX45" fmla="*/ 2036835 w 7336349"/>
                  <a:gd name="connsiteY45" fmla="*/ 1066215 h 5229269"/>
                  <a:gd name="connsiteX46" fmla="*/ 1493218 w 7336349"/>
                  <a:gd name="connsiteY46" fmla="*/ 1966827 h 5229269"/>
                  <a:gd name="connsiteX47" fmla="*/ 1397778 w 7336349"/>
                  <a:gd name="connsiteY47" fmla="*/ 2150417 h 5229269"/>
                  <a:gd name="connsiteX48" fmla="*/ 1344743 w 7336349"/>
                  <a:gd name="connsiteY48" fmla="*/ 2254579 h 5229269"/>
                  <a:gd name="connsiteX49" fmla="*/ 1246688 w 7336349"/>
                  <a:gd name="connsiteY49" fmla="*/ 2429513 h 5229269"/>
                  <a:gd name="connsiteX50" fmla="*/ 1281838 w 7336349"/>
                  <a:gd name="connsiteY50" fmla="*/ 2290471 h 5229269"/>
                  <a:gd name="connsiteX51" fmla="*/ 1281951 w 7336349"/>
                  <a:gd name="connsiteY51" fmla="*/ 2290134 h 5229269"/>
                  <a:gd name="connsiteX52" fmla="*/ 1282176 w 7336349"/>
                  <a:gd name="connsiteY52" fmla="*/ 2289853 h 5229269"/>
                  <a:gd name="connsiteX53" fmla="*/ 1394066 w 7336349"/>
                  <a:gd name="connsiteY53" fmla="*/ 2149658 h 5229269"/>
                  <a:gd name="connsiteX54" fmla="*/ 1489590 w 7336349"/>
                  <a:gd name="connsiteY54" fmla="*/ 1965899 h 5229269"/>
                  <a:gd name="connsiteX55" fmla="*/ 1485288 w 7336349"/>
                  <a:gd name="connsiteY55" fmla="*/ 1954404 h 5229269"/>
                  <a:gd name="connsiteX56" fmla="*/ 1463916 w 7336349"/>
                  <a:gd name="connsiteY56" fmla="*/ 1946225 h 5229269"/>
                  <a:gd name="connsiteX57" fmla="*/ 1285213 w 7336349"/>
                  <a:gd name="connsiteY57" fmla="*/ 2291933 h 5229269"/>
                  <a:gd name="connsiteX58" fmla="*/ 1248207 w 7336349"/>
                  <a:gd name="connsiteY58" fmla="*/ 2425831 h 5229269"/>
                  <a:gd name="connsiteX59" fmla="*/ 1341509 w 7336349"/>
                  <a:gd name="connsiteY59" fmla="*/ 2252949 h 5229269"/>
                  <a:gd name="connsiteX60" fmla="*/ 1384702 w 7336349"/>
                  <a:gd name="connsiteY60" fmla="*/ 2168068 h 5229269"/>
                  <a:gd name="connsiteX61" fmla="*/ 1285213 w 7336349"/>
                  <a:gd name="connsiteY61" fmla="*/ 2291933 h 5229269"/>
                  <a:gd name="connsiteX62" fmla="*/ 1489871 w 7336349"/>
                  <a:gd name="connsiteY62" fmla="*/ 1973235 h 5229269"/>
                  <a:gd name="connsiteX63" fmla="*/ 1407985 w 7336349"/>
                  <a:gd name="connsiteY63" fmla="*/ 2130574 h 5229269"/>
                  <a:gd name="connsiteX64" fmla="*/ 1489871 w 7336349"/>
                  <a:gd name="connsiteY64" fmla="*/ 1973235 h 5229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7336349" h="5229269">
                    <a:moveTo>
                      <a:pt x="2999443" y="5229270"/>
                    </a:moveTo>
                    <a:cubicBezTo>
                      <a:pt x="2565269" y="5229270"/>
                      <a:pt x="2174174" y="5208246"/>
                      <a:pt x="1833583" y="5166508"/>
                    </a:cubicBezTo>
                    <a:cubicBezTo>
                      <a:pt x="1448366" y="5119290"/>
                      <a:pt x="1118714" y="5044499"/>
                      <a:pt x="853850" y="4944187"/>
                    </a:cubicBezTo>
                    <a:cubicBezTo>
                      <a:pt x="383401" y="4765993"/>
                      <a:pt x="104252" y="4504070"/>
                      <a:pt x="24166" y="4165669"/>
                    </a:cubicBezTo>
                    <a:cubicBezTo>
                      <a:pt x="-185469" y="3279786"/>
                      <a:pt x="1027661" y="2137966"/>
                      <a:pt x="1390860" y="1965056"/>
                    </a:cubicBezTo>
                    <a:cubicBezTo>
                      <a:pt x="1442911" y="1940266"/>
                      <a:pt x="1475642" y="1935938"/>
                      <a:pt x="1488184" y="1952155"/>
                    </a:cubicBezTo>
                    <a:cubicBezTo>
                      <a:pt x="1490068" y="1954600"/>
                      <a:pt x="1491418" y="1957495"/>
                      <a:pt x="1492289" y="1960812"/>
                    </a:cubicBezTo>
                    <a:cubicBezTo>
                      <a:pt x="1629459" y="1701896"/>
                      <a:pt x="1815052" y="1373361"/>
                      <a:pt x="2033911" y="1064079"/>
                    </a:cubicBezTo>
                    <a:cubicBezTo>
                      <a:pt x="2420394" y="517889"/>
                      <a:pt x="2785927" y="210518"/>
                      <a:pt x="3120332" y="150511"/>
                    </a:cubicBezTo>
                    <a:cubicBezTo>
                      <a:pt x="3513788" y="79908"/>
                      <a:pt x="3872039" y="33589"/>
                      <a:pt x="4185128" y="12902"/>
                    </a:cubicBezTo>
                    <a:cubicBezTo>
                      <a:pt x="4482611" y="-6772"/>
                      <a:pt x="4748318" y="-3933"/>
                      <a:pt x="4974910" y="21334"/>
                    </a:cubicBezTo>
                    <a:cubicBezTo>
                      <a:pt x="5188735" y="45196"/>
                      <a:pt x="5374412" y="89773"/>
                      <a:pt x="5526795" y="153884"/>
                    </a:cubicBezTo>
                    <a:cubicBezTo>
                      <a:pt x="5669280" y="213834"/>
                      <a:pt x="5787356" y="292813"/>
                      <a:pt x="5877819" y="388712"/>
                    </a:cubicBezTo>
                    <a:cubicBezTo>
                      <a:pt x="6055960" y="577559"/>
                      <a:pt x="6136327" y="838638"/>
                      <a:pt x="6123504" y="1186876"/>
                    </a:cubicBezTo>
                    <a:cubicBezTo>
                      <a:pt x="6112256" y="1492841"/>
                      <a:pt x="6033098" y="1821039"/>
                      <a:pt x="5956583" y="2138416"/>
                    </a:cubicBezTo>
                    <a:cubicBezTo>
                      <a:pt x="5893538" y="2399833"/>
                      <a:pt x="5834007" y="2646719"/>
                      <a:pt x="5818682" y="2857938"/>
                    </a:cubicBezTo>
                    <a:cubicBezTo>
                      <a:pt x="5801500" y="3094509"/>
                      <a:pt x="5842331" y="3252607"/>
                      <a:pt x="5947163" y="3355448"/>
                    </a:cubicBezTo>
                    <a:cubicBezTo>
                      <a:pt x="6148896" y="3553345"/>
                      <a:pt x="6398294" y="3735671"/>
                      <a:pt x="6639480" y="3912010"/>
                    </a:cubicBezTo>
                    <a:cubicBezTo>
                      <a:pt x="7044241" y="4207914"/>
                      <a:pt x="7393774" y="4463456"/>
                      <a:pt x="7328451" y="4670432"/>
                    </a:cubicBezTo>
                    <a:cubicBezTo>
                      <a:pt x="7303452" y="4749607"/>
                      <a:pt x="7220160" y="4816950"/>
                      <a:pt x="7073767" y="4876395"/>
                    </a:cubicBezTo>
                    <a:cubicBezTo>
                      <a:pt x="6916998" y="4940027"/>
                      <a:pt x="6691643" y="4993233"/>
                      <a:pt x="6384881" y="5039046"/>
                    </a:cubicBezTo>
                    <a:cubicBezTo>
                      <a:pt x="5734940" y="5136097"/>
                      <a:pt x="4721013" y="5197369"/>
                      <a:pt x="3285200" y="5226318"/>
                    </a:cubicBezTo>
                    <a:cubicBezTo>
                      <a:pt x="3188045" y="5228258"/>
                      <a:pt x="3092746" y="5229242"/>
                      <a:pt x="2999472" y="5229242"/>
                    </a:cubicBezTo>
                    <a:close/>
                    <a:moveTo>
                      <a:pt x="1463944" y="1946225"/>
                    </a:moveTo>
                    <a:cubicBezTo>
                      <a:pt x="1447466" y="1946225"/>
                      <a:pt x="1423339" y="1953645"/>
                      <a:pt x="1392435" y="1968344"/>
                    </a:cubicBezTo>
                    <a:cubicBezTo>
                      <a:pt x="1298036" y="2013286"/>
                      <a:pt x="1150265" y="2122311"/>
                      <a:pt x="997122" y="2260004"/>
                    </a:cubicBezTo>
                    <a:cubicBezTo>
                      <a:pt x="871313" y="2373132"/>
                      <a:pt x="682205" y="2558690"/>
                      <a:pt x="495825" y="2800151"/>
                    </a:cubicBezTo>
                    <a:cubicBezTo>
                      <a:pt x="219629" y="3157973"/>
                      <a:pt x="-85783" y="3685192"/>
                      <a:pt x="27709" y="4164827"/>
                    </a:cubicBezTo>
                    <a:cubicBezTo>
                      <a:pt x="107486" y="4501990"/>
                      <a:pt x="385875" y="4763042"/>
                      <a:pt x="855144" y="4940786"/>
                    </a:cubicBezTo>
                    <a:cubicBezTo>
                      <a:pt x="1354754" y="5130026"/>
                      <a:pt x="2075248" y="5225644"/>
                      <a:pt x="2999246" y="5225644"/>
                    </a:cubicBezTo>
                    <a:cubicBezTo>
                      <a:pt x="3092493" y="5225644"/>
                      <a:pt x="3187679" y="5224660"/>
                      <a:pt x="3285088" y="5222721"/>
                    </a:cubicBezTo>
                    <a:lnTo>
                      <a:pt x="3285088" y="5224548"/>
                    </a:lnTo>
                    <a:cubicBezTo>
                      <a:pt x="3285088" y="5224548"/>
                      <a:pt x="3285088" y="5222721"/>
                      <a:pt x="3285088" y="5222721"/>
                    </a:cubicBezTo>
                    <a:cubicBezTo>
                      <a:pt x="4720732" y="5193771"/>
                      <a:pt x="5734490" y="5132528"/>
                      <a:pt x="6384290" y="5035505"/>
                    </a:cubicBezTo>
                    <a:cubicBezTo>
                      <a:pt x="6690771" y="4989748"/>
                      <a:pt x="6915844" y="4936598"/>
                      <a:pt x="7072333" y="4873078"/>
                    </a:cubicBezTo>
                    <a:cubicBezTo>
                      <a:pt x="7217658" y="4814083"/>
                      <a:pt x="7300275" y="4747471"/>
                      <a:pt x="7324907" y="4669392"/>
                    </a:cubicBezTo>
                    <a:cubicBezTo>
                      <a:pt x="7389472" y="4464890"/>
                      <a:pt x="7040894" y="4210078"/>
                      <a:pt x="6637259" y="3914989"/>
                    </a:cubicBezTo>
                    <a:cubicBezTo>
                      <a:pt x="6395960" y="3738594"/>
                      <a:pt x="6146478" y="3556184"/>
                      <a:pt x="5944548" y="3358090"/>
                    </a:cubicBezTo>
                    <a:cubicBezTo>
                      <a:pt x="5888729" y="3303339"/>
                      <a:pt x="5851442" y="3233495"/>
                      <a:pt x="5830577" y="3144623"/>
                    </a:cubicBezTo>
                    <a:cubicBezTo>
                      <a:pt x="5811849" y="3064913"/>
                      <a:pt x="5806759" y="2971066"/>
                      <a:pt x="5814970" y="2857713"/>
                    </a:cubicBezTo>
                    <a:cubicBezTo>
                      <a:pt x="5830323" y="2646213"/>
                      <a:pt x="5889910" y="2399158"/>
                      <a:pt x="5952955" y="2137601"/>
                    </a:cubicBezTo>
                    <a:cubicBezTo>
                      <a:pt x="6029442" y="1820393"/>
                      <a:pt x="6108544" y="1492364"/>
                      <a:pt x="6119792" y="1186763"/>
                    </a:cubicBezTo>
                    <a:cubicBezTo>
                      <a:pt x="6132559" y="839566"/>
                      <a:pt x="6052529" y="579357"/>
                      <a:pt x="5875091" y="391242"/>
                    </a:cubicBezTo>
                    <a:cubicBezTo>
                      <a:pt x="5686546" y="191377"/>
                      <a:pt x="5391931" y="71560"/>
                      <a:pt x="4974432" y="24988"/>
                    </a:cubicBezTo>
                    <a:cubicBezTo>
                      <a:pt x="4510478" y="-26756"/>
                      <a:pt x="3886858" y="16697"/>
                      <a:pt x="3120922" y="154137"/>
                    </a:cubicBezTo>
                    <a:cubicBezTo>
                      <a:pt x="2787502" y="213975"/>
                      <a:pt x="2422756" y="520840"/>
                      <a:pt x="2036835" y="1066215"/>
                    </a:cubicBezTo>
                    <a:cubicBezTo>
                      <a:pt x="1816908" y="1377015"/>
                      <a:pt x="1630528" y="1707349"/>
                      <a:pt x="1493218" y="1966827"/>
                    </a:cubicBezTo>
                    <a:cubicBezTo>
                      <a:pt x="1495664" y="1998812"/>
                      <a:pt x="1462876" y="2061629"/>
                      <a:pt x="1397778" y="2150417"/>
                    </a:cubicBezTo>
                    <a:cubicBezTo>
                      <a:pt x="1378487" y="2188108"/>
                      <a:pt x="1360772" y="2223016"/>
                      <a:pt x="1344743" y="2254579"/>
                    </a:cubicBezTo>
                    <a:cubicBezTo>
                      <a:pt x="1270309" y="2401182"/>
                      <a:pt x="1253718" y="2432408"/>
                      <a:pt x="1246688" y="2429513"/>
                    </a:cubicBezTo>
                    <a:cubicBezTo>
                      <a:pt x="1242020" y="2427602"/>
                      <a:pt x="1241795" y="2416500"/>
                      <a:pt x="1281838" y="2290471"/>
                    </a:cubicBezTo>
                    <a:lnTo>
                      <a:pt x="1281951" y="2290134"/>
                    </a:lnTo>
                    <a:lnTo>
                      <a:pt x="1282176" y="2289853"/>
                    </a:lnTo>
                    <a:cubicBezTo>
                      <a:pt x="1328799" y="2234736"/>
                      <a:pt x="1365440" y="2188473"/>
                      <a:pt x="1394066" y="2149658"/>
                    </a:cubicBezTo>
                    <a:cubicBezTo>
                      <a:pt x="1422523" y="2094064"/>
                      <a:pt x="1454440" y="2032314"/>
                      <a:pt x="1489590" y="1965899"/>
                    </a:cubicBezTo>
                    <a:cubicBezTo>
                      <a:pt x="1488971" y="1960784"/>
                      <a:pt x="1487340" y="1957074"/>
                      <a:pt x="1485288" y="1954404"/>
                    </a:cubicBezTo>
                    <a:cubicBezTo>
                      <a:pt x="1481070" y="1948951"/>
                      <a:pt x="1473899" y="1946225"/>
                      <a:pt x="1463916" y="1946225"/>
                    </a:cubicBezTo>
                    <a:close/>
                    <a:moveTo>
                      <a:pt x="1285213" y="2291933"/>
                    </a:moveTo>
                    <a:cubicBezTo>
                      <a:pt x="1274246" y="2326447"/>
                      <a:pt x="1245957" y="2415516"/>
                      <a:pt x="1248207" y="2425831"/>
                    </a:cubicBezTo>
                    <a:cubicBezTo>
                      <a:pt x="1256446" y="2420491"/>
                      <a:pt x="1292327" y="2349832"/>
                      <a:pt x="1341509" y="2252949"/>
                    </a:cubicBezTo>
                    <a:cubicBezTo>
                      <a:pt x="1354782" y="2226838"/>
                      <a:pt x="1369180" y="2198451"/>
                      <a:pt x="1384702" y="2168068"/>
                    </a:cubicBezTo>
                    <a:cubicBezTo>
                      <a:pt x="1356722" y="2205281"/>
                      <a:pt x="1323484" y="2246682"/>
                      <a:pt x="1285213" y="2291933"/>
                    </a:cubicBezTo>
                    <a:close/>
                    <a:moveTo>
                      <a:pt x="1489871" y="1973235"/>
                    </a:moveTo>
                    <a:cubicBezTo>
                      <a:pt x="1460204" y="2029363"/>
                      <a:pt x="1432844" y="2082147"/>
                      <a:pt x="1407985" y="2130574"/>
                    </a:cubicBezTo>
                    <a:cubicBezTo>
                      <a:pt x="1470721" y="2042826"/>
                      <a:pt x="1488718" y="1997069"/>
                      <a:pt x="1489871" y="1973235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672114A-875A-B39E-C1AF-1EC33AABB28A}"/>
                  </a:ext>
                </a:extLst>
              </p:cNvPr>
              <p:cNvSpPr/>
              <p:nvPr/>
            </p:nvSpPr>
            <p:spPr>
              <a:xfrm>
                <a:off x="-1692135" y="1013751"/>
                <a:ext cx="7591479" cy="5245555"/>
              </a:xfrm>
              <a:custGeom>
                <a:avLst/>
                <a:gdLst>
                  <a:gd name="connsiteX0" fmla="*/ 3137186 w 7591479"/>
                  <a:gd name="connsiteY0" fmla="*/ 5245499 h 5245555"/>
                  <a:gd name="connsiteX1" fmla="*/ 1919417 w 7591479"/>
                  <a:gd name="connsiteY1" fmla="*/ 5181080 h 5245555"/>
                  <a:gd name="connsiteX2" fmla="*/ 897813 w 7591479"/>
                  <a:gd name="connsiteY2" fmla="*/ 4954009 h 5245555"/>
                  <a:gd name="connsiteX3" fmla="*/ 26398 w 7591479"/>
                  <a:gd name="connsiteY3" fmla="*/ 4158655 h 5245555"/>
                  <a:gd name="connsiteX4" fmla="*/ 94365 w 7591479"/>
                  <a:gd name="connsiteY4" fmla="*/ 3467717 h 5245555"/>
                  <a:gd name="connsiteX5" fmla="*/ 493305 w 7591479"/>
                  <a:gd name="connsiteY5" fmla="*/ 2789455 h 5245555"/>
                  <a:gd name="connsiteX6" fmla="*/ 1488391 w 7591479"/>
                  <a:gd name="connsiteY6" fmla="*/ 1898147 h 5245555"/>
                  <a:gd name="connsiteX7" fmla="*/ 1590777 w 7591479"/>
                  <a:gd name="connsiteY7" fmla="*/ 1856887 h 5245555"/>
                  <a:gd name="connsiteX8" fmla="*/ 1992613 w 7591479"/>
                  <a:gd name="connsiteY8" fmla="*/ 1247935 h 5245555"/>
                  <a:gd name="connsiteX9" fmla="*/ 2610581 w 7591479"/>
                  <a:gd name="connsiteY9" fmla="*/ 552191 h 5245555"/>
                  <a:gd name="connsiteX10" fmla="*/ 3279390 w 7591479"/>
                  <a:gd name="connsiteY10" fmla="*/ 171434 h 5245555"/>
                  <a:gd name="connsiteX11" fmla="*/ 4414149 w 7591479"/>
                  <a:gd name="connsiteY11" fmla="*/ 17102 h 5245555"/>
                  <a:gd name="connsiteX12" fmla="*/ 5249879 w 7591479"/>
                  <a:gd name="connsiteY12" fmla="*/ 18817 h 5245555"/>
                  <a:gd name="connsiteX13" fmla="*/ 5827269 w 7591479"/>
                  <a:gd name="connsiteY13" fmla="*/ 153025 h 5245555"/>
                  <a:gd name="connsiteX14" fmla="*/ 6186897 w 7591479"/>
                  <a:gd name="connsiteY14" fmla="*/ 396201 h 5245555"/>
                  <a:gd name="connsiteX15" fmla="*/ 6381685 w 7591479"/>
                  <a:gd name="connsiteY15" fmla="*/ 771814 h 5245555"/>
                  <a:gd name="connsiteX16" fmla="*/ 6408821 w 7591479"/>
                  <a:gd name="connsiteY16" fmla="*/ 1221487 h 5245555"/>
                  <a:gd name="connsiteX17" fmla="*/ 6194546 w 7591479"/>
                  <a:gd name="connsiteY17" fmla="*/ 2206867 h 5245555"/>
                  <a:gd name="connsiteX18" fmla="*/ 6023575 w 7591479"/>
                  <a:gd name="connsiteY18" fmla="*/ 2926923 h 5245555"/>
                  <a:gd name="connsiteX19" fmla="*/ 6110748 w 7591479"/>
                  <a:gd name="connsiteY19" fmla="*/ 3436126 h 5245555"/>
                  <a:gd name="connsiteX20" fmla="*/ 7008033 w 7591479"/>
                  <a:gd name="connsiteY20" fmla="*/ 4189994 h 5245555"/>
                  <a:gd name="connsiteX21" fmla="*/ 7586183 w 7591479"/>
                  <a:gd name="connsiteY21" fmla="*/ 4784724 h 5245555"/>
                  <a:gd name="connsiteX22" fmla="*/ 7337038 w 7591479"/>
                  <a:gd name="connsiteY22" fmla="*/ 4957185 h 5245555"/>
                  <a:gd name="connsiteX23" fmla="*/ 6635835 w 7591479"/>
                  <a:gd name="connsiteY23" fmla="*/ 5088273 h 5245555"/>
                  <a:gd name="connsiteX24" fmla="*/ 3428117 w 7591479"/>
                  <a:gd name="connsiteY24" fmla="*/ 5242717 h 5245555"/>
                  <a:gd name="connsiteX25" fmla="*/ 3137242 w 7591479"/>
                  <a:gd name="connsiteY25" fmla="*/ 5245555 h 5245555"/>
                  <a:gd name="connsiteX26" fmla="*/ 1588415 w 7591479"/>
                  <a:gd name="connsiteY26" fmla="*/ 1860906 h 5245555"/>
                  <a:gd name="connsiteX27" fmla="*/ 1489797 w 7591479"/>
                  <a:gd name="connsiteY27" fmla="*/ 1900930 h 5245555"/>
                  <a:gd name="connsiteX28" fmla="*/ 495751 w 7591479"/>
                  <a:gd name="connsiteY28" fmla="*/ 2791366 h 5245555"/>
                  <a:gd name="connsiteX29" fmla="*/ 29407 w 7591479"/>
                  <a:gd name="connsiteY29" fmla="*/ 4157896 h 5245555"/>
                  <a:gd name="connsiteX30" fmla="*/ 898881 w 7591479"/>
                  <a:gd name="connsiteY30" fmla="*/ 4951057 h 5245555"/>
                  <a:gd name="connsiteX31" fmla="*/ 3428005 w 7591479"/>
                  <a:gd name="connsiteY31" fmla="*/ 5239513 h 5245555"/>
                  <a:gd name="connsiteX32" fmla="*/ 3428005 w 7591479"/>
                  <a:gd name="connsiteY32" fmla="*/ 5241087 h 5245555"/>
                  <a:gd name="connsiteX33" fmla="*/ 3428005 w 7591479"/>
                  <a:gd name="connsiteY33" fmla="*/ 5239513 h 5245555"/>
                  <a:gd name="connsiteX34" fmla="*/ 6635441 w 7591479"/>
                  <a:gd name="connsiteY34" fmla="*/ 5085096 h 5245555"/>
                  <a:gd name="connsiteX35" fmla="*/ 7336026 w 7591479"/>
                  <a:gd name="connsiteY35" fmla="*/ 4954149 h 5245555"/>
                  <a:gd name="connsiteX36" fmla="*/ 7583145 w 7591479"/>
                  <a:gd name="connsiteY36" fmla="*/ 4783768 h 5245555"/>
                  <a:gd name="connsiteX37" fmla="*/ 7006205 w 7591479"/>
                  <a:gd name="connsiteY37" fmla="*/ 4192523 h 5245555"/>
                  <a:gd name="connsiteX38" fmla="*/ 6108302 w 7591479"/>
                  <a:gd name="connsiteY38" fmla="*/ 3438065 h 5245555"/>
                  <a:gd name="connsiteX39" fmla="*/ 6020454 w 7591479"/>
                  <a:gd name="connsiteY39" fmla="*/ 2926474 h 5245555"/>
                  <a:gd name="connsiteX40" fmla="*/ 6191509 w 7591479"/>
                  <a:gd name="connsiteY40" fmla="*/ 2205968 h 5245555"/>
                  <a:gd name="connsiteX41" fmla="*/ 6405672 w 7591479"/>
                  <a:gd name="connsiteY41" fmla="*/ 1221206 h 5245555"/>
                  <a:gd name="connsiteX42" fmla="*/ 6184563 w 7591479"/>
                  <a:gd name="connsiteY42" fmla="*/ 398280 h 5245555"/>
                  <a:gd name="connsiteX43" fmla="*/ 5249570 w 7591479"/>
                  <a:gd name="connsiteY43" fmla="*/ 21909 h 5245555"/>
                  <a:gd name="connsiteX44" fmla="*/ 3279980 w 7591479"/>
                  <a:gd name="connsiteY44" fmla="*/ 174470 h 5245555"/>
                  <a:gd name="connsiteX45" fmla="*/ 2612662 w 7591479"/>
                  <a:gd name="connsiteY45" fmla="*/ 554495 h 5245555"/>
                  <a:gd name="connsiteX46" fmla="*/ 1995116 w 7591479"/>
                  <a:gd name="connsiteY46" fmla="*/ 1249734 h 5245555"/>
                  <a:gd name="connsiteX47" fmla="*/ 1595051 w 7591479"/>
                  <a:gd name="connsiteY47" fmla="*/ 1855734 h 5245555"/>
                  <a:gd name="connsiteX48" fmla="*/ 1678624 w 7591479"/>
                  <a:gd name="connsiteY48" fmla="*/ 1866274 h 5245555"/>
                  <a:gd name="connsiteX49" fmla="*/ 1481952 w 7591479"/>
                  <a:gd name="connsiteY49" fmla="*/ 2268223 h 5245555"/>
                  <a:gd name="connsiteX50" fmla="*/ 1353724 w 7591479"/>
                  <a:gd name="connsiteY50" fmla="*/ 2392453 h 5245555"/>
                  <a:gd name="connsiteX51" fmla="*/ 1346919 w 7591479"/>
                  <a:gd name="connsiteY51" fmla="*/ 2369237 h 5245555"/>
                  <a:gd name="connsiteX52" fmla="*/ 1534846 w 7591479"/>
                  <a:gd name="connsiteY52" fmla="*/ 1954697 h 5245555"/>
                  <a:gd name="connsiteX53" fmla="*/ 1588415 w 7591479"/>
                  <a:gd name="connsiteY53" fmla="*/ 1860878 h 5245555"/>
                  <a:gd name="connsiteX54" fmla="*/ 1592717 w 7591479"/>
                  <a:gd name="connsiteY54" fmla="*/ 1859754 h 5245555"/>
                  <a:gd name="connsiteX55" fmla="*/ 1537602 w 7591479"/>
                  <a:gd name="connsiteY55" fmla="*/ 1956243 h 5245555"/>
                  <a:gd name="connsiteX56" fmla="*/ 1350068 w 7591479"/>
                  <a:gd name="connsiteY56" fmla="*/ 2369575 h 5245555"/>
                  <a:gd name="connsiteX57" fmla="*/ 1354905 w 7591479"/>
                  <a:gd name="connsiteY57" fmla="*/ 2389558 h 5245555"/>
                  <a:gd name="connsiteX58" fmla="*/ 1479477 w 7591479"/>
                  <a:gd name="connsiteY58" fmla="*/ 2266312 h 5245555"/>
                  <a:gd name="connsiteX59" fmla="*/ 1676206 w 7591479"/>
                  <a:gd name="connsiteY59" fmla="*/ 1868298 h 5245555"/>
                  <a:gd name="connsiteX60" fmla="*/ 1592717 w 7591479"/>
                  <a:gd name="connsiteY60" fmla="*/ 1859754 h 5245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7591479" h="5245555">
                    <a:moveTo>
                      <a:pt x="3137186" y="5245499"/>
                    </a:moveTo>
                    <a:cubicBezTo>
                      <a:pt x="2683946" y="5245499"/>
                      <a:pt x="2275417" y="5223914"/>
                      <a:pt x="1919417" y="5181080"/>
                    </a:cubicBezTo>
                    <a:cubicBezTo>
                      <a:pt x="1518227" y="5132793"/>
                      <a:pt x="1174515" y="5056400"/>
                      <a:pt x="897813" y="4954009"/>
                    </a:cubicBezTo>
                    <a:cubicBezTo>
                      <a:pt x="405233" y="4771739"/>
                      <a:pt x="112052" y="4504138"/>
                      <a:pt x="26398" y="4158655"/>
                    </a:cubicBezTo>
                    <a:cubicBezTo>
                      <a:pt x="-24555" y="3953170"/>
                      <a:pt x="-1666" y="3720702"/>
                      <a:pt x="94365" y="3467717"/>
                    </a:cubicBezTo>
                    <a:cubicBezTo>
                      <a:pt x="176841" y="3250512"/>
                      <a:pt x="311058" y="3022316"/>
                      <a:pt x="493305" y="2789455"/>
                    </a:cubicBezTo>
                    <a:cubicBezTo>
                      <a:pt x="824250" y="2366595"/>
                      <a:pt x="1244393" y="2021000"/>
                      <a:pt x="1488391" y="1898147"/>
                    </a:cubicBezTo>
                    <a:cubicBezTo>
                      <a:pt x="1528069" y="1878163"/>
                      <a:pt x="1562319" y="1864391"/>
                      <a:pt x="1590777" y="1856887"/>
                    </a:cubicBezTo>
                    <a:cubicBezTo>
                      <a:pt x="1709303" y="1654043"/>
                      <a:pt x="1849594" y="1441278"/>
                      <a:pt x="1992613" y="1247935"/>
                    </a:cubicBezTo>
                    <a:cubicBezTo>
                      <a:pt x="2201827" y="965073"/>
                      <a:pt x="2409747" y="731003"/>
                      <a:pt x="2610581" y="552191"/>
                    </a:cubicBezTo>
                    <a:cubicBezTo>
                      <a:pt x="2852414" y="336924"/>
                      <a:pt x="3077431" y="208816"/>
                      <a:pt x="3279390" y="171434"/>
                    </a:cubicBezTo>
                    <a:cubicBezTo>
                      <a:pt x="3699701" y="93636"/>
                      <a:pt x="4081488" y="41695"/>
                      <a:pt x="4414149" y="17102"/>
                    </a:cubicBezTo>
                    <a:cubicBezTo>
                      <a:pt x="4730079" y="-6254"/>
                      <a:pt x="5011252" y="-5692"/>
                      <a:pt x="5249879" y="18817"/>
                    </a:cubicBezTo>
                    <a:cubicBezTo>
                      <a:pt x="5474924" y="41948"/>
                      <a:pt x="5669206" y="87087"/>
                      <a:pt x="5827269" y="153025"/>
                    </a:cubicBezTo>
                    <a:cubicBezTo>
                      <a:pt x="5974956" y="214634"/>
                      <a:pt x="6095957" y="296451"/>
                      <a:pt x="6186897" y="396201"/>
                    </a:cubicBezTo>
                    <a:cubicBezTo>
                      <a:pt x="6280790" y="499210"/>
                      <a:pt x="6346310" y="625576"/>
                      <a:pt x="6381685" y="771814"/>
                    </a:cubicBezTo>
                    <a:cubicBezTo>
                      <a:pt x="6413349" y="902761"/>
                      <a:pt x="6422234" y="1049842"/>
                      <a:pt x="6408821" y="1221487"/>
                    </a:cubicBezTo>
                    <a:cubicBezTo>
                      <a:pt x="6384076" y="1538302"/>
                      <a:pt x="6287708" y="1878163"/>
                      <a:pt x="6194546" y="2206867"/>
                    </a:cubicBezTo>
                    <a:cubicBezTo>
                      <a:pt x="6120590" y="2467778"/>
                      <a:pt x="6050740" y="2714214"/>
                      <a:pt x="6023575" y="2926923"/>
                    </a:cubicBezTo>
                    <a:cubicBezTo>
                      <a:pt x="5993150" y="3165321"/>
                      <a:pt x="6020848" y="3327129"/>
                      <a:pt x="6110748" y="3436126"/>
                    </a:cubicBezTo>
                    <a:cubicBezTo>
                      <a:pt x="6351456" y="3727982"/>
                      <a:pt x="6700286" y="3973435"/>
                      <a:pt x="7008033" y="4189994"/>
                    </a:cubicBezTo>
                    <a:cubicBezTo>
                      <a:pt x="7357482" y="4435924"/>
                      <a:pt x="7633508" y="4630167"/>
                      <a:pt x="7586183" y="4784724"/>
                    </a:cubicBezTo>
                    <a:cubicBezTo>
                      <a:pt x="7565514" y="4852179"/>
                      <a:pt x="7484022" y="4908589"/>
                      <a:pt x="7337038" y="4957185"/>
                    </a:cubicBezTo>
                    <a:cubicBezTo>
                      <a:pt x="7181056" y="5008731"/>
                      <a:pt x="6951680" y="5051622"/>
                      <a:pt x="6635835" y="5088273"/>
                    </a:cubicBezTo>
                    <a:cubicBezTo>
                      <a:pt x="5983448" y="5163991"/>
                      <a:pt x="4964179" y="5213064"/>
                      <a:pt x="3428117" y="5242717"/>
                    </a:cubicBezTo>
                    <a:cubicBezTo>
                      <a:pt x="3329275" y="5244628"/>
                      <a:pt x="3232232" y="5245555"/>
                      <a:pt x="3137242" y="5245555"/>
                    </a:cubicBezTo>
                    <a:close/>
                    <a:moveTo>
                      <a:pt x="1588415" y="1860906"/>
                    </a:moveTo>
                    <a:cubicBezTo>
                      <a:pt x="1560716" y="1868523"/>
                      <a:pt x="1527591" y="1881901"/>
                      <a:pt x="1489797" y="1900930"/>
                    </a:cubicBezTo>
                    <a:cubicBezTo>
                      <a:pt x="1246108" y="2023614"/>
                      <a:pt x="826416" y="2368872"/>
                      <a:pt x="495751" y="2791366"/>
                    </a:cubicBezTo>
                    <a:cubicBezTo>
                      <a:pt x="216800" y="3147783"/>
                      <a:pt x="-90525" y="3674158"/>
                      <a:pt x="29407" y="4157896"/>
                    </a:cubicBezTo>
                    <a:cubicBezTo>
                      <a:pt x="114808" y="4502312"/>
                      <a:pt x="407342" y="4769181"/>
                      <a:pt x="898881" y="4951057"/>
                    </a:cubicBezTo>
                    <a:cubicBezTo>
                      <a:pt x="1473460" y="5163682"/>
                      <a:pt x="2324374" y="5260733"/>
                      <a:pt x="3428005" y="5239513"/>
                    </a:cubicBezTo>
                    <a:lnTo>
                      <a:pt x="3428005" y="5241087"/>
                    </a:lnTo>
                    <a:cubicBezTo>
                      <a:pt x="3428005" y="5241087"/>
                      <a:pt x="3428005" y="5239513"/>
                      <a:pt x="3428005" y="5239513"/>
                    </a:cubicBezTo>
                    <a:cubicBezTo>
                      <a:pt x="4963982" y="5209861"/>
                      <a:pt x="5983167" y="5160787"/>
                      <a:pt x="6635441" y="5085096"/>
                    </a:cubicBezTo>
                    <a:cubicBezTo>
                      <a:pt x="6951090" y="5048446"/>
                      <a:pt x="7180240" y="5005612"/>
                      <a:pt x="7336026" y="4954149"/>
                    </a:cubicBezTo>
                    <a:cubicBezTo>
                      <a:pt x="7481969" y="4905919"/>
                      <a:pt x="7562815" y="4850184"/>
                      <a:pt x="7583145" y="4783768"/>
                    </a:cubicBezTo>
                    <a:cubicBezTo>
                      <a:pt x="7629825" y="4631376"/>
                      <a:pt x="7354613" y="4437723"/>
                      <a:pt x="7006205" y="4192523"/>
                    </a:cubicBezTo>
                    <a:cubicBezTo>
                      <a:pt x="6698290" y="3975852"/>
                      <a:pt x="6349291" y="3730258"/>
                      <a:pt x="6108302" y="3438065"/>
                    </a:cubicBezTo>
                    <a:cubicBezTo>
                      <a:pt x="6017811" y="3328366"/>
                      <a:pt x="5989888" y="3165799"/>
                      <a:pt x="6020454" y="2926474"/>
                    </a:cubicBezTo>
                    <a:cubicBezTo>
                      <a:pt x="6047618" y="2713540"/>
                      <a:pt x="6117525" y="2466991"/>
                      <a:pt x="6191509" y="2205968"/>
                    </a:cubicBezTo>
                    <a:cubicBezTo>
                      <a:pt x="6284643" y="1877433"/>
                      <a:pt x="6380954" y="1537683"/>
                      <a:pt x="6405672" y="1221206"/>
                    </a:cubicBezTo>
                    <a:cubicBezTo>
                      <a:pt x="6433792" y="861529"/>
                      <a:pt x="6361467" y="592327"/>
                      <a:pt x="6184563" y="398280"/>
                    </a:cubicBezTo>
                    <a:cubicBezTo>
                      <a:pt x="5994865" y="190153"/>
                      <a:pt x="5689002" y="67047"/>
                      <a:pt x="5249570" y="21909"/>
                    </a:cubicBezTo>
                    <a:cubicBezTo>
                      <a:pt x="4760814" y="-28317"/>
                      <a:pt x="4098135" y="23033"/>
                      <a:pt x="3279980" y="174470"/>
                    </a:cubicBezTo>
                    <a:cubicBezTo>
                      <a:pt x="3078584" y="211739"/>
                      <a:pt x="2854073" y="339623"/>
                      <a:pt x="2612662" y="554495"/>
                    </a:cubicBezTo>
                    <a:cubicBezTo>
                      <a:pt x="2411968" y="733139"/>
                      <a:pt x="2204217" y="967068"/>
                      <a:pt x="1995116" y="1249734"/>
                    </a:cubicBezTo>
                    <a:cubicBezTo>
                      <a:pt x="1852800" y="1442150"/>
                      <a:pt x="1713184" y="1653819"/>
                      <a:pt x="1595051" y="1855734"/>
                    </a:cubicBezTo>
                    <a:cubicBezTo>
                      <a:pt x="1636050" y="1845588"/>
                      <a:pt x="1664367" y="1849045"/>
                      <a:pt x="1678624" y="1866274"/>
                    </a:cubicBezTo>
                    <a:cubicBezTo>
                      <a:pt x="1716980" y="1912678"/>
                      <a:pt x="1648985" y="2051692"/>
                      <a:pt x="1481952" y="2268223"/>
                    </a:cubicBezTo>
                    <a:cubicBezTo>
                      <a:pt x="1413339" y="2357180"/>
                      <a:pt x="1370203" y="2398974"/>
                      <a:pt x="1353724" y="2392453"/>
                    </a:cubicBezTo>
                    <a:cubicBezTo>
                      <a:pt x="1347847" y="2390120"/>
                      <a:pt x="1345626" y="2382532"/>
                      <a:pt x="1346919" y="2369237"/>
                    </a:cubicBezTo>
                    <a:cubicBezTo>
                      <a:pt x="1352571" y="2311085"/>
                      <a:pt x="1424587" y="2152256"/>
                      <a:pt x="1534846" y="1954697"/>
                    </a:cubicBezTo>
                    <a:cubicBezTo>
                      <a:pt x="1552112" y="1923752"/>
                      <a:pt x="1569996" y="1892441"/>
                      <a:pt x="1588415" y="1860878"/>
                    </a:cubicBezTo>
                    <a:close/>
                    <a:moveTo>
                      <a:pt x="1592717" y="1859754"/>
                    </a:moveTo>
                    <a:cubicBezTo>
                      <a:pt x="1573764" y="1892216"/>
                      <a:pt x="1555345" y="1924426"/>
                      <a:pt x="1537602" y="1956243"/>
                    </a:cubicBezTo>
                    <a:cubicBezTo>
                      <a:pt x="1427539" y="2153437"/>
                      <a:pt x="1355692" y="2311816"/>
                      <a:pt x="1350068" y="2369575"/>
                    </a:cubicBezTo>
                    <a:cubicBezTo>
                      <a:pt x="1349309" y="2377501"/>
                      <a:pt x="1349506" y="2387422"/>
                      <a:pt x="1354905" y="2389558"/>
                    </a:cubicBezTo>
                    <a:cubicBezTo>
                      <a:pt x="1363369" y="2392903"/>
                      <a:pt x="1390786" y="2381323"/>
                      <a:pt x="1479477" y="2266312"/>
                    </a:cubicBezTo>
                    <a:cubicBezTo>
                      <a:pt x="1643108" y="2054137"/>
                      <a:pt x="1712987" y="1912790"/>
                      <a:pt x="1676206" y="1868298"/>
                    </a:cubicBezTo>
                    <a:cubicBezTo>
                      <a:pt x="1662595" y="1851828"/>
                      <a:pt x="1633913" y="1849130"/>
                      <a:pt x="1592717" y="1859754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8FE1D54F-5297-3F70-5E60-927CFBE66449}"/>
                  </a:ext>
                </a:extLst>
              </p:cNvPr>
              <p:cNvSpPr/>
              <p:nvPr/>
            </p:nvSpPr>
            <p:spPr>
              <a:xfrm>
                <a:off x="-1775339" y="1032252"/>
                <a:ext cx="7771347" cy="5264070"/>
              </a:xfrm>
              <a:custGeom>
                <a:avLst/>
                <a:gdLst>
                  <a:gd name="connsiteX0" fmla="*/ 3187884 w 7771347"/>
                  <a:gd name="connsiteY0" fmla="*/ 5264014 h 5264070"/>
                  <a:gd name="connsiteX1" fmla="*/ 1936792 w 7771347"/>
                  <a:gd name="connsiteY1" fmla="*/ 5202152 h 5264070"/>
                  <a:gd name="connsiteX2" fmla="*/ 1052442 w 7771347"/>
                  <a:gd name="connsiteY2" fmla="*/ 5034807 h 5264070"/>
                  <a:gd name="connsiteX3" fmla="*/ 3180685 w 7771347"/>
                  <a:gd name="connsiteY3" fmla="*/ 5261457 h 5264070"/>
                  <a:gd name="connsiteX4" fmla="*/ 3498189 w 7771347"/>
                  <a:gd name="connsiteY4" fmla="*/ 5258449 h 5264070"/>
                  <a:gd name="connsiteX5" fmla="*/ 6812201 w 7771347"/>
                  <a:gd name="connsiteY5" fmla="*/ 5134922 h 5264070"/>
                  <a:gd name="connsiteX6" fmla="*/ 7524652 w 7771347"/>
                  <a:gd name="connsiteY6" fmla="*/ 5033908 h 5264070"/>
                  <a:gd name="connsiteX7" fmla="*/ 7765698 w 7771347"/>
                  <a:gd name="connsiteY7" fmla="*/ 4895625 h 5264070"/>
                  <a:gd name="connsiteX8" fmla="*/ 7643826 w 7771347"/>
                  <a:gd name="connsiteY8" fmla="*/ 4699836 h 5264070"/>
                  <a:gd name="connsiteX9" fmla="*/ 7271796 w 7771347"/>
                  <a:gd name="connsiteY9" fmla="*/ 4440330 h 5264070"/>
                  <a:gd name="connsiteX10" fmla="*/ 6699805 w 7771347"/>
                  <a:gd name="connsiteY10" fmla="*/ 4039590 h 5264070"/>
                  <a:gd name="connsiteX11" fmla="*/ 6199323 w 7771347"/>
                  <a:gd name="connsiteY11" fmla="*/ 3520185 h 5264070"/>
                  <a:gd name="connsiteX12" fmla="*/ 6148398 w 7771347"/>
                  <a:gd name="connsiteY12" fmla="*/ 2991673 h 5264070"/>
                  <a:gd name="connsiteX13" fmla="*/ 6351847 w 7771347"/>
                  <a:gd name="connsiteY13" fmla="*/ 2264028 h 5264070"/>
                  <a:gd name="connsiteX14" fmla="*/ 6612970 w 7771347"/>
                  <a:gd name="connsiteY14" fmla="*/ 1247759 h 5264070"/>
                  <a:gd name="connsiteX15" fmla="*/ 6416382 w 7771347"/>
                  <a:gd name="connsiteY15" fmla="*/ 401871 h 5264070"/>
                  <a:gd name="connsiteX16" fmla="*/ 3366249 w 7771347"/>
                  <a:gd name="connsiteY16" fmla="*/ 196948 h 5264070"/>
                  <a:gd name="connsiteX17" fmla="*/ 2092352 w 7771347"/>
                  <a:gd name="connsiteY17" fmla="*/ 1213807 h 5264070"/>
                  <a:gd name="connsiteX18" fmla="*/ 1571736 w 7771347"/>
                  <a:gd name="connsiteY18" fmla="*/ 1970964 h 5264070"/>
                  <a:gd name="connsiteX19" fmla="*/ 1755023 w 7771347"/>
                  <a:gd name="connsiteY19" fmla="*/ 1871411 h 5264070"/>
                  <a:gd name="connsiteX20" fmla="*/ 1883869 w 7771347"/>
                  <a:gd name="connsiteY20" fmla="*/ 1855840 h 5264070"/>
                  <a:gd name="connsiteX21" fmla="*/ 1606071 w 7771347"/>
                  <a:gd name="connsiteY21" fmla="*/ 2246574 h 5264070"/>
                  <a:gd name="connsiteX22" fmla="*/ 1425877 w 7771347"/>
                  <a:gd name="connsiteY22" fmla="*/ 2383649 h 5264070"/>
                  <a:gd name="connsiteX23" fmla="*/ 1415951 w 7771347"/>
                  <a:gd name="connsiteY23" fmla="*/ 2381569 h 5264070"/>
                  <a:gd name="connsiteX24" fmla="*/ 1404534 w 7771347"/>
                  <a:gd name="connsiteY24" fmla="*/ 2336683 h 5264070"/>
                  <a:gd name="connsiteX25" fmla="*/ 1564594 w 7771347"/>
                  <a:gd name="connsiteY25" fmla="*/ 1978271 h 5264070"/>
                  <a:gd name="connsiteX26" fmla="*/ 642591 w 7771347"/>
                  <a:gd name="connsiteY26" fmla="*/ 2768593 h 5264070"/>
                  <a:gd name="connsiteX27" fmla="*/ 143825 w 7771347"/>
                  <a:gd name="connsiteY27" fmla="*/ 3480583 h 5264070"/>
                  <a:gd name="connsiteX28" fmla="*/ 20912 w 7771347"/>
                  <a:gd name="connsiteY28" fmla="*/ 4204349 h 5264070"/>
                  <a:gd name="connsiteX29" fmla="*/ 318029 w 7771347"/>
                  <a:gd name="connsiteY29" fmla="*/ 4676704 h 5264070"/>
                  <a:gd name="connsiteX30" fmla="*/ 18325 w 7771347"/>
                  <a:gd name="connsiteY30" fmla="*/ 4204911 h 5264070"/>
                  <a:gd name="connsiteX31" fmla="*/ 141435 w 7771347"/>
                  <a:gd name="connsiteY31" fmla="*/ 3479459 h 5264070"/>
                  <a:gd name="connsiteX32" fmla="*/ 640623 w 7771347"/>
                  <a:gd name="connsiteY32" fmla="*/ 2766851 h 5264070"/>
                  <a:gd name="connsiteX33" fmla="*/ 1262752 w 7771347"/>
                  <a:gd name="connsiteY33" fmla="*/ 2189856 h 5264070"/>
                  <a:gd name="connsiteX34" fmla="*/ 1567068 w 7771347"/>
                  <a:gd name="connsiteY34" fmla="*/ 1973915 h 5264070"/>
                  <a:gd name="connsiteX35" fmla="*/ 2090243 w 7771347"/>
                  <a:gd name="connsiteY35" fmla="*/ 1212205 h 5264070"/>
                  <a:gd name="connsiteX36" fmla="*/ 3365715 w 7771347"/>
                  <a:gd name="connsiteY36" fmla="*/ 194390 h 5264070"/>
                  <a:gd name="connsiteX37" fmla="*/ 4569003 w 7771347"/>
                  <a:gd name="connsiteY37" fmla="*/ 22323 h 5264070"/>
                  <a:gd name="connsiteX38" fmla="*/ 5449388 w 7771347"/>
                  <a:gd name="connsiteY38" fmla="*/ 15971 h 5264070"/>
                  <a:gd name="connsiteX39" fmla="*/ 6051102 w 7771347"/>
                  <a:gd name="connsiteY39" fmla="*/ 150263 h 5264070"/>
                  <a:gd name="connsiteX40" fmla="*/ 6418323 w 7771347"/>
                  <a:gd name="connsiteY40" fmla="*/ 400157 h 5264070"/>
                  <a:gd name="connsiteX41" fmla="*/ 6605237 w 7771347"/>
                  <a:gd name="connsiteY41" fmla="*/ 785438 h 5264070"/>
                  <a:gd name="connsiteX42" fmla="*/ 6615557 w 7771347"/>
                  <a:gd name="connsiteY42" fmla="*/ 1248125 h 5264070"/>
                  <a:gd name="connsiteX43" fmla="*/ 6354321 w 7771347"/>
                  <a:gd name="connsiteY43" fmla="*/ 2264900 h 5264070"/>
                  <a:gd name="connsiteX44" fmla="*/ 6150957 w 7771347"/>
                  <a:gd name="connsiteY44" fmla="*/ 2992179 h 5264070"/>
                  <a:gd name="connsiteX45" fmla="*/ 6201489 w 7771347"/>
                  <a:gd name="connsiteY45" fmla="*/ 3518751 h 5264070"/>
                  <a:gd name="connsiteX46" fmla="*/ 7273202 w 7771347"/>
                  <a:gd name="connsiteY46" fmla="*/ 4438166 h 5264070"/>
                  <a:gd name="connsiteX47" fmla="*/ 7645485 w 7771347"/>
                  <a:gd name="connsiteY47" fmla="*/ 4697840 h 5264070"/>
                  <a:gd name="connsiteX48" fmla="*/ 7768201 w 7771347"/>
                  <a:gd name="connsiteY48" fmla="*/ 4896383 h 5264070"/>
                  <a:gd name="connsiteX49" fmla="*/ 7525271 w 7771347"/>
                  <a:gd name="connsiteY49" fmla="*/ 5036493 h 5264070"/>
                  <a:gd name="connsiteX50" fmla="*/ 6812370 w 7771347"/>
                  <a:gd name="connsiteY50" fmla="*/ 5137592 h 5264070"/>
                  <a:gd name="connsiteX51" fmla="*/ 3498189 w 7771347"/>
                  <a:gd name="connsiteY51" fmla="*/ 5261148 h 5264070"/>
                  <a:gd name="connsiteX52" fmla="*/ 3498189 w 7771347"/>
                  <a:gd name="connsiteY52" fmla="*/ 5259827 h 5264070"/>
                  <a:gd name="connsiteX53" fmla="*/ 3498189 w 7771347"/>
                  <a:gd name="connsiteY53" fmla="*/ 5261148 h 5264070"/>
                  <a:gd name="connsiteX54" fmla="*/ 3187827 w 7771347"/>
                  <a:gd name="connsiteY54" fmla="*/ 5264071 h 5264070"/>
                  <a:gd name="connsiteX55" fmla="*/ 1569262 w 7771347"/>
                  <a:gd name="connsiteY55" fmla="*/ 1975320 h 5264070"/>
                  <a:gd name="connsiteX56" fmla="*/ 1407177 w 7771347"/>
                  <a:gd name="connsiteY56" fmla="*/ 2336992 h 5264070"/>
                  <a:gd name="connsiteX57" fmla="*/ 1417132 w 7771347"/>
                  <a:gd name="connsiteY57" fmla="*/ 2379152 h 5264070"/>
                  <a:gd name="connsiteX58" fmla="*/ 1604215 w 7771347"/>
                  <a:gd name="connsiteY58" fmla="*/ 2244691 h 5264070"/>
                  <a:gd name="connsiteX59" fmla="*/ 1881732 w 7771347"/>
                  <a:gd name="connsiteY59" fmla="*/ 1857302 h 5264070"/>
                  <a:gd name="connsiteX60" fmla="*/ 1756120 w 7771347"/>
                  <a:gd name="connsiteY60" fmla="*/ 1873800 h 5264070"/>
                  <a:gd name="connsiteX61" fmla="*/ 1569290 w 7771347"/>
                  <a:gd name="connsiteY61" fmla="*/ 1975320 h 5264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7771347" h="5264070">
                    <a:moveTo>
                      <a:pt x="3187884" y="5264014"/>
                    </a:moveTo>
                    <a:cubicBezTo>
                      <a:pt x="2721259" y="5264014"/>
                      <a:pt x="2301594" y="5243300"/>
                      <a:pt x="1936792" y="5202152"/>
                    </a:cubicBezTo>
                    <a:cubicBezTo>
                      <a:pt x="1599856" y="5164153"/>
                      <a:pt x="1303330" y="5107996"/>
                      <a:pt x="1052442" y="5034807"/>
                    </a:cubicBezTo>
                    <a:cubicBezTo>
                      <a:pt x="1571567" y="5185626"/>
                      <a:pt x="2281938" y="5261457"/>
                      <a:pt x="3180685" y="5261457"/>
                    </a:cubicBezTo>
                    <a:cubicBezTo>
                      <a:pt x="3284083" y="5261457"/>
                      <a:pt x="3389786" y="5260445"/>
                      <a:pt x="3498189" y="5258449"/>
                    </a:cubicBezTo>
                    <a:cubicBezTo>
                      <a:pt x="5153199" y="5227785"/>
                      <a:pt x="6175281" y="5189701"/>
                      <a:pt x="6812201" y="5134922"/>
                    </a:cubicBezTo>
                    <a:cubicBezTo>
                      <a:pt x="7137354" y="5106956"/>
                      <a:pt x="7370414" y="5073903"/>
                      <a:pt x="7524652" y="5033908"/>
                    </a:cubicBezTo>
                    <a:cubicBezTo>
                      <a:pt x="7671017" y="4995964"/>
                      <a:pt x="7749866" y="4950741"/>
                      <a:pt x="7765698" y="4895625"/>
                    </a:cubicBezTo>
                    <a:cubicBezTo>
                      <a:pt x="7780490" y="4844190"/>
                      <a:pt x="7741768" y="4781963"/>
                      <a:pt x="7643826" y="4699836"/>
                    </a:cubicBezTo>
                    <a:cubicBezTo>
                      <a:pt x="7553785" y="4624342"/>
                      <a:pt x="7423111" y="4539068"/>
                      <a:pt x="7271796" y="4440330"/>
                    </a:cubicBezTo>
                    <a:cubicBezTo>
                      <a:pt x="7093374" y="4323914"/>
                      <a:pt x="6891163" y="4191954"/>
                      <a:pt x="6699805" y="4039590"/>
                    </a:cubicBezTo>
                    <a:cubicBezTo>
                      <a:pt x="6478162" y="3863082"/>
                      <a:pt x="6314447" y="3693179"/>
                      <a:pt x="6199323" y="3520185"/>
                    </a:cubicBezTo>
                    <a:cubicBezTo>
                      <a:pt x="6121431" y="3403150"/>
                      <a:pt x="6105262" y="3235243"/>
                      <a:pt x="6148398" y="2991673"/>
                    </a:cubicBezTo>
                    <a:cubicBezTo>
                      <a:pt x="6186754" y="2775058"/>
                      <a:pt x="6266952" y="2526823"/>
                      <a:pt x="6351847" y="2264028"/>
                    </a:cubicBezTo>
                    <a:cubicBezTo>
                      <a:pt x="6461459" y="1924700"/>
                      <a:pt x="6574811" y="1573849"/>
                      <a:pt x="6612970" y="1247759"/>
                    </a:cubicBezTo>
                    <a:cubicBezTo>
                      <a:pt x="6656332" y="877262"/>
                      <a:pt x="6592021" y="600555"/>
                      <a:pt x="6416382" y="401871"/>
                    </a:cubicBezTo>
                    <a:cubicBezTo>
                      <a:pt x="6015812" y="-51315"/>
                      <a:pt x="5018110" y="-118349"/>
                      <a:pt x="3366249" y="196948"/>
                    </a:cubicBezTo>
                    <a:cubicBezTo>
                      <a:pt x="2892173" y="287450"/>
                      <a:pt x="2364611" y="872877"/>
                      <a:pt x="2092352" y="1213807"/>
                    </a:cubicBezTo>
                    <a:cubicBezTo>
                      <a:pt x="1879230" y="1480649"/>
                      <a:pt x="1695380" y="1755135"/>
                      <a:pt x="1571736" y="1970964"/>
                    </a:cubicBezTo>
                    <a:cubicBezTo>
                      <a:pt x="1641249" y="1927596"/>
                      <a:pt x="1703563" y="1893643"/>
                      <a:pt x="1755023" y="1871411"/>
                    </a:cubicBezTo>
                    <a:cubicBezTo>
                      <a:pt x="1825436" y="1841028"/>
                      <a:pt x="1869978" y="1835660"/>
                      <a:pt x="1883869" y="1855840"/>
                    </a:cubicBezTo>
                    <a:cubicBezTo>
                      <a:pt x="1911652" y="1896257"/>
                      <a:pt x="1813007" y="2035018"/>
                      <a:pt x="1606071" y="2246574"/>
                    </a:cubicBezTo>
                    <a:cubicBezTo>
                      <a:pt x="1516986" y="2337639"/>
                      <a:pt x="1456500" y="2383649"/>
                      <a:pt x="1425877" y="2383649"/>
                    </a:cubicBezTo>
                    <a:cubicBezTo>
                      <a:pt x="1422109" y="2383649"/>
                      <a:pt x="1418791" y="2382946"/>
                      <a:pt x="1415951" y="2381569"/>
                    </a:cubicBezTo>
                    <a:cubicBezTo>
                      <a:pt x="1405125" y="2376285"/>
                      <a:pt x="1401272" y="2361192"/>
                      <a:pt x="1404534" y="2336683"/>
                    </a:cubicBezTo>
                    <a:cubicBezTo>
                      <a:pt x="1413167" y="2271758"/>
                      <a:pt x="1471151" y="2142384"/>
                      <a:pt x="1564594" y="1978271"/>
                    </a:cubicBezTo>
                    <a:cubicBezTo>
                      <a:pt x="1304595" y="2141597"/>
                      <a:pt x="943870" y="2436095"/>
                      <a:pt x="642591" y="2768593"/>
                    </a:cubicBezTo>
                    <a:cubicBezTo>
                      <a:pt x="420021" y="3014214"/>
                      <a:pt x="252200" y="3253765"/>
                      <a:pt x="143825" y="3480583"/>
                    </a:cubicBezTo>
                    <a:cubicBezTo>
                      <a:pt x="16131" y="3747762"/>
                      <a:pt x="-25205" y="3991275"/>
                      <a:pt x="20912" y="4204349"/>
                    </a:cubicBezTo>
                    <a:cubicBezTo>
                      <a:pt x="59971" y="4384736"/>
                      <a:pt x="159206" y="4542244"/>
                      <a:pt x="318029" y="4676704"/>
                    </a:cubicBezTo>
                    <a:cubicBezTo>
                      <a:pt x="157435" y="4541710"/>
                      <a:pt x="57102" y="4384061"/>
                      <a:pt x="18325" y="4204911"/>
                    </a:cubicBezTo>
                    <a:cubicBezTo>
                      <a:pt x="-27933" y="3991247"/>
                      <a:pt x="13488" y="3747171"/>
                      <a:pt x="141435" y="3479459"/>
                    </a:cubicBezTo>
                    <a:cubicBezTo>
                      <a:pt x="249922" y="3252444"/>
                      <a:pt x="417883" y="3012669"/>
                      <a:pt x="640623" y="2766851"/>
                    </a:cubicBezTo>
                    <a:cubicBezTo>
                      <a:pt x="873823" y="2509481"/>
                      <a:pt x="1107642" y="2311022"/>
                      <a:pt x="1262752" y="2189856"/>
                    </a:cubicBezTo>
                    <a:cubicBezTo>
                      <a:pt x="1371099" y="2105228"/>
                      <a:pt x="1475256" y="2031476"/>
                      <a:pt x="1567068" y="1973915"/>
                    </a:cubicBezTo>
                    <a:cubicBezTo>
                      <a:pt x="1690825" y="1757215"/>
                      <a:pt x="1875715" y="1480845"/>
                      <a:pt x="2090243" y="1212205"/>
                    </a:cubicBezTo>
                    <a:cubicBezTo>
                      <a:pt x="2362755" y="870994"/>
                      <a:pt x="2890823" y="285061"/>
                      <a:pt x="3365715" y="194390"/>
                    </a:cubicBezTo>
                    <a:cubicBezTo>
                      <a:pt x="3812460" y="109116"/>
                      <a:pt x="4217305" y="51216"/>
                      <a:pt x="4569003" y="22323"/>
                    </a:cubicBezTo>
                    <a:cubicBezTo>
                      <a:pt x="4902986" y="-5137"/>
                      <a:pt x="5199175" y="-7273"/>
                      <a:pt x="5449388" y="15971"/>
                    </a:cubicBezTo>
                    <a:cubicBezTo>
                      <a:pt x="5685316" y="37894"/>
                      <a:pt x="5887752" y="83061"/>
                      <a:pt x="6051102" y="150263"/>
                    </a:cubicBezTo>
                    <a:cubicBezTo>
                      <a:pt x="6203654" y="213025"/>
                      <a:pt x="6327214" y="297091"/>
                      <a:pt x="6418323" y="400157"/>
                    </a:cubicBezTo>
                    <a:cubicBezTo>
                      <a:pt x="6511485" y="505584"/>
                      <a:pt x="6574389" y="635210"/>
                      <a:pt x="6605237" y="785438"/>
                    </a:cubicBezTo>
                    <a:cubicBezTo>
                      <a:pt x="6632879" y="919983"/>
                      <a:pt x="6636253" y="1071336"/>
                      <a:pt x="6615557" y="1248125"/>
                    </a:cubicBezTo>
                    <a:cubicBezTo>
                      <a:pt x="6577370" y="1574467"/>
                      <a:pt x="6463990" y="1925459"/>
                      <a:pt x="6354321" y="2264900"/>
                    </a:cubicBezTo>
                    <a:cubicBezTo>
                      <a:pt x="6269455" y="2527610"/>
                      <a:pt x="6189284" y="2775760"/>
                      <a:pt x="6150957" y="2992179"/>
                    </a:cubicBezTo>
                    <a:cubicBezTo>
                      <a:pt x="6107933" y="3235018"/>
                      <a:pt x="6123990" y="3402335"/>
                      <a:pt x="6201489" y="3518751"/>
                    </a:cubicBezTo>
                    <a:cubicBezTo>
                      <a:pt x="6460475" y="3907884"/>
                      <a:pt x="6911099" y="4201904"/>
                      <a:pt x="7273202" y="4438166"/>
                    </a:cubicBezTo>
                    <a:cubicBezTo>
                      <a:pt x="7424601" y="4536931"/>
                      <a:pt x="7555332" y="4622262"/>
                      <a:pt x="7645485" y="4697840"/>
                    </a:cubicBezTo>
                    <a:cubicBezTo>
                      <a:pt x="7744327" y="4780726"/>
                      <a:pt x="7783302" y="4843825"/>
                      <a:pt x="7768201" y="4896383"/>
                    </a:cubicBezTo>
                    <a:cubicBezTo>
                      <a:pt x="7752088" y="4952456"/>
                      <a:pt x="7672620" y="4998269"/>
                      <a:pt x="7525271" y="5036493"/>
                    </a:cubicBezTo>
                    <a:cubicBezTo>
                      <a:pt x="7370863" y="5076545"/>
                      <a:pt x="7137663" y="5109598"/>
                      <a:pt x="6812370" y="5137592"/>
                    </a:cubicBezTo>
                    <a:cubicBezTo>
                      <a:pt x="6175393" y="5192371"/>
                      <a:pt x="5153283" y="5230483"/>
                      <a:pt x="3498189" y="5261148"/>
                    </a:cubicBezTo>
                    <a:lnTo>
                      <a:pt x="3498189" y="5259827"/>
                    </a:lnTo>
                    <a:cubicBezTo>
                      <a:pt x="3498189" y="5259827"/>
                      <a:pt x="3498189" y="5261148"/>
                      <a:pt x="3498189" y="5261148"/>
                    </a:cubicBezTo>
                    <a:cubicBezTo>
                      <a:pt x="3392626" y="5263115"/>
                      <a:pt x="3289060" y="5264071"/>
                      <a:pt x="3187827" y="5264071"/>
                    </a:cubicBezTo>
                    <a:close/>
                    <a:moveTo>
                      <a:pt x="1569262" y="1975320"/>
                    </a:moveTo>
                    <a:cubicBezTo>
                      <a:pt x="1474609" y="2141063"/>
                      <a:pt x="1415866" y="2271701"/>
                      <a:pt x="1407177" y="2336992"/>
                    </a:cubicBezTo>
                    <a:cubicBezTo>
                      <a:pt x="1404084" y="2360265"/>
                      <a:pt x="1407430" y="2374430"/>
                      <a:pt x="1417132" y="2379152"/>
                    </a:cubicBezTo>
                    <a:cubicBezTo>
                      <a:pt x="1434313" y="2387500"/>
                      <a:pt x="1480711" y="2370973"/>
                      <a:pt x="1604215" y="2244691"/>
                    </a:cubicBezTo>
                    <a:cubicBezTo>
                      <a:pt x="1882098" y="1960592"/>
                      <a:pt x="1897367" y="1880039"/>
                      <a:pt x="1881732" y="1857302"/>
                    </a:cubicBezTo>
                    <a:cubicBezTo>
                      <a:pt x="1868657" y="1838274"/>
                      <a:pt x="1825211" y="1843979"/>
                      <a:pt x="1756120" y="1873800"/>
                    </a:cubicBezTo>
                    <a:cubicBezTo>
                      <a:pt x="1703704" y="1896426"/>
                      <a:pt x="1640321" y="1930884"/>
                      <a:pt x="1569290" y="1975320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</p:grpSp>
        <p:grpSp>
          <p:nvGrpSpPr>
            <p:cNvPr id="11" name="Graphic 32">
              <a:extLst>
                <a:ext uri="{FF2B5EF4-FFF2-40B4-BE49-F238E27FC236}">
                  <a16:creationId xmlns:a16="http://schemas.microsoft.com/office/drawing/2014/main" id="{232C4C23-8594-3FA6-58E0-B46CD2DCFB16}"/>
                </a:ext>
              </a:extLst>
            </p:cNvPr>
            <p:cNvGrpSpPr/>
            <p:nvPr/>
          </p:nvGrpSpPr>
          <p:grpSpPr>
            <a:xfrm>
              <a:off x="-8998277" y="75232"/>
              <a:ext cx="6122400" cy="6857480"/>
              <a:chOff x="3035255" y="0"/>
              <a:chExt cx="6122400" cy="6857480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966983C-82BE-0BE4-32EE-741A9F6DD755}"/>
                  </a:ext>
                </a:extLst>
              </p:cNvPr>
              <p:cNvSpPr/>
              <p:nvPr/>
            </p:nvSpPr>
            <p:spPr>
              <a:xfrm>
                <a:off x="3035255" y="0"/>
                <a:ext cx="6005194" cy="6857480"/>
              </a:xfrm>
              <a:custGeom>
                <a:avLst/>
                <a:gdLst>
                  <a:gd name="connsiteX0" fmla="*/ 3103350 w 6005194"/>
                  <a:gd name="connsiteY0" fmla="*/ 6857458 h 6857480"/>
                  <a:gd name="connsiteX1" fmla="*/ 2990429 w 6005194"/>
                  <a:gd name="connsiteY1" fmla="*/ 6820044 h 6857480"/>
                  <a:gd name="connsiteX2" fmla="*/ 3001567 w 6005194"/>
                  <a:gd name="connsiteY2" fmla="*/ 6409221 h 6857480"/>
                  <a:gd name="connsiteX3" fmla="*/ 3245001 w 6005194"/>
                  <a:gd name="connsiteY3" fmla="*/ 5300194 h 6857480"/>
                  <a:gd name="connsiteX4" fmla="*/ 3081346 w 6005194"/>
                  <a:gd name="connsiteY4" fmla="*/ 4633270 h 6857480"/>
                  <a:gd name="connsiteX5" fmla="*/ 2386634 w 6005194"/>
                  <a:gd name="connsiteY5" fmla="*/ 4220545 h 6857480"/>
                  <a:gd name="connsiteX6" fmla="*/ 1435132 w 6005194"/>
                  <a:gd name="connsiteY6" fmla="*/ 4128879 h 6857480"/>
                  <a:gd name="connsiteX7" fmla="*/ 438805 w 6005194"/>
                  <a:gd name="connsiteY7" fmla="*/ 4007631 h 6857480"/>
                  <a:gd name="connsiteX8" fmla="*/ 119691 w 6005194"/>
                  <a:gd name="connsiteY8" fmla="*/ 3797907 h 6857480"/>
                  <a:gd name="connsiteX9" fmla="*/ 0 w 6005194"/>
                  <a:gd name="connsiteY9" fmla="*/ 3408721 h 6857480"/>
                  <a:gd name="connsiteX10" fmla="*/ 35520 w 6005194"/>
                  <a:gd name="connsiteY10" fmla="*/ 3208572 h 6857480"/>
                  <a:gd name="connsiteX11" fmla="*/ 136443 w 6005194"/>
                  <a:gd name="connsiteY11" fmla="*/ 3067745 h 6857480"/>
                  <a:gd name="connsiteX12" fmla="*/ 1665593 w 6005194"/>
                  <a:gd name="connsiteY12" fmla="*/ 3011908 h 6857480"/>
                  <a:gd name="connsiteX13" fmla="*/ 2805924 w 6005194"/>
                  <a:gd name="connsiteY13" fmla="*/ 3110183 h 6857480"/>
                  <a:gd name="connsiteX14" fmla="*/ 3583358 w 6005194"/>
                  <a:gd name="connsiteY14" fmla="*/ 2799785 h 6857480"/>
                  <a:gd name="connsiteX15" fmla="*/ 3001680 w 6005194"/>
                  <a:gd name="connsiteY15" fmla="*/ 408380 h 6857480"/>
                  <a:gd name="connsiteX16" fmla="*/ 2915835 w 6005194"/>
                  <a:gd name="connsiteY16" fmla="*/ 31348 h 6857480"/>
                  <a:gd name="connsiteX17" fmla="*/ 3162256 w 6005194"/>
                  <a:gd name="connsiteY17" fmla="*/ 36622 h 6857480"/>
                  <a:gd name="connsiteX18" fmla="*/ 3924816 w 6005194"/>
                  <a:gd name="connsiteY18" fmla="*/ 509552 h 6857480"/>
                  <a:gd name="connsiteX19" fmla="*/ 4866607 w 6005194"/>
                  <a:gd name="connsiteY19" fmla="*/ 1367029 h 6857480"/>
                  <a:gd name="connsiteX20" fmla="*/ 5304528 w 6005194"/>
                  <a:gd name="connsiteY20" fmla="*/ 1875358 h 6857480"/>
                  <a:gd name="connsiteX21" fmla="*/ 5666996 w 6005194"/>
                  <a:gd name="connsiteY21" fmla="*/ 2402293 h 6857480"/>
                  <a:gd name="connsiteX22" fmla="*/ 6005194 w 6005194"/>
                  <a:gd name="connsiteY22" fmla="*/ 3408744 h 6857480"/>
                  <a:gd name="connsiteX23" fmla="*/ 5705391 w 6005194"/>
                  <a:gd name="connsiteY23" fmla="*/ 4389891 h 6857480"/>
                  <a:gd name="connsiteX24" fmla="*/ 4983875 w 6005194"/>
                  <a:gd name="connsiteY24" fmla="*/ 5413634 h 6857480"/>
                  <a:gd name="connsiteX25" fmla="*/ 4107125 w 6005194"/>
                  <a:gd name="connsiteY25" fmla="*/ 6281522 h 6857480"/>
                  <a:gd name="connsiteX26" fmla="*/ 3341418 w 6005194"/>
                  <a:gd name="connsiteY26" fmla="*/ 6794989 h 6857480"/>
                  <a:gd name="connsiteX27" fmla="*/ 3128978 w 6005194"/>
                  <a:gd name="connsiteY27" fmla="*/ 6856394 h 6857480"/>
                  <a:gd name="connsiteX28" fmla="*/ 3103396 w 6005194"/>
                  <a:gd name="connsiteY28" fmla="*/ 6857480 h 6857480"/>
                  <a:gd name="connsiteX29" fmla="*/ 721154 w 6005194"/>
                  <a:gd name="connsiteY29" fmla="*/ 2921260 h 6857480"/>
                  <a:gd name="connsiteX30" fmla="*/ 137824 w 6005194"/>
                  <a:gd name="connsiteY30" fmla="*/ 3069352 h 6857480"/>
                  <a:gd name="connsiteX31" fmla="*/ 2128 w 6005194"/>
                  <a:gd name="connsiteY31" fmla="*/ 3408721 h 6857480"/>
                  <a:gd name="connsiteX32" fmla="*/ 439529 w 6005194"/>
                  <a:gd name="connsiteY32" fmla="*/ 4005593 h 6857480"/>
                  <a:gd name="connsiteX33" fmla="*/ 1435222 w 6005194"/>
                  <a:gd name="connsiteY33" fmla="*/ 4126729 h 6857480"/>
                  <a:gd name="connsiteX34" fmla="*/ 2387109 w 6005194"/>
                  <a:gd name="connsiteY34" fmla="*/ 4218463 h 6857480"/>
                  <a:gd name="connsiteX35" fmla="*/ 2786975 w 6005194"/>
                  <a:gd name="connsiteY35" fmla="*/ 4365016 h 6857480"/>
                  <a:gd name="connsiteX36" fmla="*/ 3083112 w 6005194"/>
                  <a:gd name="connsiteY36" fmla="*/ 4632048 h 6857480"/>
                  <a:gd name="connsiteX37" fmla="*/ 3208892 w 6005194"/>
                  <a:gd name="connsiteY37" fmla="*/ 4918183 h 6857480"/>
                  <a:gd name="connsiteX38" fmla="*/ 3247128 w 6005194"/>
                  <a:gd name="connsiteY38" fmla="*/ 5300239 h 6857480"/>
                  <a:gd name="connsiteX39" fmla="*/ 3183469 w 6005194"/>
                  <a:gd name="connsiteY39" fmla="*/ 5792657 h 6857480"/>
                  <a:gd name="connsiteX40" fmla="*/ 3003559 w 6005194"/>
                  <a:gd name="connsiteY40" fmla="*/ 6409945 h 6857480"/>
                  <a:gd name="connsiteX41" fmla="*/ 2991855 w 6005194"/>
                  <a:gd name="connsiteY41" fmla="*/ 6818483 h 6857480"/>
                  <a:gd name="connsiteX42" fmla="*/ 3128751 w 6005194"/>
                  <a:gd name="connsiteY42" fmla="*/ 6854244 h 6857480"/>
                  <a:gd name="connsiteX43" fmla="*/ 3340513 w 6005194"/>
                  <a:gd name="connsiteY43" fmla="*/ 6793020 h 6857480"/>
                  <a:gd name="connsiteX44" fmla="*/ 4982200 w 6005194"/>
                  <a:gd name="connsiteY44" fmla="*/ 5412230 h 6857480"/>
                  <a:gd name="connsiteX45" fmla="*/ 6002976 w 6005194"/>
                  <a:gd name="connsiteY45" fmla="*/ 3408744 h 6857480"/>
                  <a:gd name="connsiteX46" fmla="*/ 5665071 w 6005194"/>
                  <a:gd name="connsiteY46" fmla="*/ 2403379 h 6857480"/>
                  <a:gd name="connsiteX47" fmla="*/ 4864954 w 6005194"/>
                  <a:gd name="connsiteY47" fmla="*/ 1368500 h 6857480"/>
                  <a:gd name="connsiteX48" fmla="*/ 3923413 w 6005194"/>
                  <a:gd name="connsiteY48" fmla="*/ 511250 h 6857480"/>
                  <a:gd name="connsiteX49" fmla="*/ 3161419 w 6005194"/>
                  <a:gd name="connsiteY49" fmla="*/ 38636 h 6857480"/>
                  <a:gd name="connsiteX50" fmla="*/ 2917352 w 6005194"/>
                  <a:gd name="connsiteY50" fmla="*/ 32774 h 6857480"/>
                  <a:gd name="connsiteX51" fmla="*/ 2902183 w 6005194"/>
                  <a:gd name="connsiteY51" fmla="*/ 163099 h 6857480"/>
                  <a:gd name="connsiteX52" fmla="*/ 3003446 w 6005194"/>
                  <a:gd name="connsiteY52" fmla="*/ 407384 h 6857480"/>
                  <a:gd name="connsiteX53" fmla="*/ 3585010 w 6005194"/>
                  <a:gd name="connsiteY53" fmla="*/ 2801007 h 6857480"/>
                  <a:gd name="connsiteX54" fmla="*/ 3267526 w 6005194"/>
                  <a:gd name="connsiteY54" fmla="*/ 3034134 h 6857480"/>
                  <a:gd name="connsiteX55" fmla="*/ 2805902 w 6005194"/>
                  <a:gd name="connsiteY55" fmla="*/ 3112311 h 6857480"/>
                  <a:gd name="connsiteX56" fmla="*/ 1665208 w 6005194"/>
                  <a:gd name="connsiteY56" fmla="*/ 3014013 h 6857480"/>
                  <a:gd name="connsiteX57" fmla="*/ 721086 w 6005194"/>
                  <a:gd name="connsiteY57" fmla="*/ 2921260 h 6857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005194" h="6857480">
                    <a:moveTo>
                      <a:pt x="3103350" y="6857458"/>
                    </a:moveTo>
                    <a:cubicBezTo>
                      <a:pt x="3054994" y="6857458"/>
                      <a:pt x="3017097" y="6844919"/>
                      <a:pt x="2990429" y="6820044"/>
                    </a:cubicBezTo>
                    <a:cubicBezTo>
                      <a:pt x="2923328" y="6757440"/>
                      <a:pt x="2927063" y="6619216"/>
                      <a:pt x="3001567" y="6409221"/>
                    </a:cubicBezTo>
                    <a:cubicBezTo>
                      <a:pt x="3155963" y="5973953"/>
                      <a:pt x="3237869" y="5600837"/>
                      <a:pt x="3245001" y="5300194"/>
                    </a:cubicBezTo>
                    <a:cubicBezTo>
                      <a:pt x="3251566" y="5023475"/>
                      <a:pt x="3198025" y="4805332"/>
                      <a:pt x="3081346" y="4633270"/>
                    </a:cubicBezTo>
                    <a:cubicBezTo>
                      <a:pt x="2943884" y="4430586"/>
                      <a:pt x="2716637" y="4295576"/>
                      <a:pt x="2386634" y="4220545"/>
                    </a:cubicBezTo>
                    <a:cubicBezTo>
                      <a:pt x="2094573" y="4154161"/>
                      <a:pt x="1759340" y="4141305"/>
                      <a:pt x="1435132" y="4128879"/>
                    </a:cubicBezTo>
                    <a:cubicBezTo>
                      <a:pt x="1059398" y="4114484"/>
                      <a:pt x="704515" y="4100858"/>
                      <a:pt x="438805" y="4007631"/>
                    </a:cubicBezTo>
                    <a:cubicBezTo>
                      <a:pt x="296272" y="3957610"/>
                      <a:pt x="191885" y="3889007"/>
                      <a:pt x="119691" y="3797907"/>
                    </a:cubicBezTo>
                    <a:cubicBezTo>
                      <a:pt x="39165" y="3696259"/>
                      <a:pt x="0" y="3568967"/>
                      <a:pt x="0" y="3408721"/>
                    </a:cubicBezTo>
                    <a:cubicBezTo>
                      <a:pt x="0" y="3333147"/>
                      <a:pt x="11953" y="3265812"/>
                      <a:pt x="35520" y="3208572"/>
                    </a:cubicBezTo>
                    <a:cubicBezTo>
                      <a:pt x="58068" y="3153798"/>
                      <a:pt x="92026" y="3106403"/>
                      <a:pt x="136443" y="3067745"/>
                    </a:cubicBezTo>
                    <a:cubicBezTo>
                      <a:pt x="401813" y="2836701"/>
                      <a:pt x="1015683" y="2921803"/>
                      <a:pt x="1665593" y="3011908"/>
                    </a:cubicBezTo>
                    <a:cubicBezTo>
                      <a:pt x="2057287" y="3066206"/>
                      <a:pt x="2462315" y="3122360"/>
                      <a:pt x="2805924" y="3110183"/>
                    </a:cubicBezTo>
                    <a:cubicBezTo>
                      <a:pt x="3193860" y="3096444"/>
                      <a:pt x="3448160" y="2994910"/>
                      <a:pt x="3583358" y="2799785"/>
                    </a:cubicBezTo>
                    <a:cubicBezTo>
                      <a:pt x="3853482" y="2409898"/>
                      <a:pt x="3663204" y="1627655"/>
                      <a:pt x="3001680" y="408380"/>
                    </a:cubicBezTo>
                    <a:cubicBezTo>
                      <a:pt x="2896207" y="213979"/>
                      <a:pt x="2867320" y="87118"/>
                      <a:pt x="2915835" y="31348"/>
                    </a:cubicBezTo>
                    <a:cubicBezTo>
                      <a:pt x="2953686" y="-12154"/>
                      <a:pt x="3036589" y="-10365"/>
                      <a:pt x="3162256" y="36622"/>
                    </a:cubicBezTo>
                    <a:cubicBezTo>
                      <a:pt x="3350270" y="106922"/>
                      <a:pt x="3621074" y="274887"/>
                      <a:pt x="3924816" y="509552"/>
                    </a:cubicBezTo>
                    <a:cubicBezTo>
                      <a:pt x="4246263" y="757912"/>
                      <a:pt x="4571942" y="1054413"/>
                      <a:pt x="4866607" y="1367029"/>
                    </a:cubicBezTo>
                    <a:cubicBezTo>
                      <a:pt x="5026345" y="1536510"/>
                      <a:pt x="5173700" y="1707530"/>
                      <a:pt x="5304528" y="1875358"/>
                    </a:cubicBezTo>
                    <a:cubicBezTo>
                      <a:pt x="5445182" y="2055771"/>
                      <a:pt x="5567137" y="2233061"/>
                      <a:pt x="5666996" y="2402293"/>
                    </a:cubicBezTo>
                    <a:cubicBezTo>
                      <a:pt x="5891413" y="2782538"/>
                      <a:pt x="6005194" y="3121160"/>
                      <a:pt x="6005194" y="3408744"/>
                    </a:cubicBezTo>
                    <a:cubicBezTo>
                      <a:pt x="6005194" y="3696327"/>
                      <a:pt x="5904340" y="4018789"/>
                      <a:pt x="5705391" y="4389891"/>
                    </a:cubicBezTo>
                    <a:cubicBezTo>
                      <a:pt x="5532387" y="4712624"/>
                      <a:pt x="5282886" y="5066637"/>
                      <a:pt x="4983875" y="5413634"/>
                    </a:cubicBezTo>
                    <a:cubicBezTo>
                      <a:pt x="4712007" y="5729124"/>
                      <a:pt x="4408831" y="6029247"/>
                      <a:pt x="4107125" y="6281522"/>
                    </a:cubicBezTo>
                    <a:cubicBezTo>
                      <a:pt x="3816921" y="6524177"/>
                      <a:pt x="3544985" y="6706537"/>
                      <a:pt x="3341418" y="6794989"/>
                    </a:cubicBezTo>
                    <a:cubicBezTo>
                      <a:pt x="3258697" y="6830931"/>
                      <a:pt x="3187227" y="6851595"/>
                      <a:pt x="3128978" y="6856394"/>
                    </a:cubicBezTo>
                    <a:cubicBezTo>
                      <a:pt x="3120148" y="6857119"/>
                      <a:pt x="3111614" y="6857480"/>
                      <a:pt x="3103396" y="6857480"/>
                    </a:cubicBezTo>
                    <a:close/>
                    <a:moveTo>
                      <a:pt x="721154" y="2921260"/>
                    </a:moveTo>
                    <a:cubicBezTo>
                      <a:pt x="469910" y="2921260"/>
                      <a:pt x="264148" y="2959352"/>
                      <a:pt x="137824" y="3069352"/>
                    </a:cubicBezTo>
                    <a:cubicBezTo>
                      <a:pt x="46522" y="3148864"/>
                      <a:pt x="2128" y="3259860"/>
                      <a:pt x="2128" y="3408721"/>
                    </a:cubicBezTo>
                    <a:cubicBezTo>
                      <a:pt x="2128" y="3711220"/>
                      <a:pt x="141107" y="3900867"/>
                      <a:pt x="439529" y="4005593"/>
                    </a:cubicBezTo>
                    <a:cubicBezTo>
                      <a:pt x="704922" y="4098731"/>
                      <a:pt x="1059670" y="4112334"/>
                      <a:pt x="1435222" y="4126729"/>
                    </a:cubicBezTo>
                    <a:cubicBezTo>
                      <a:pt x="1759521" y="4139155"/>
                      <a:pt x="2094867" y="4152010"/>
                      <a:pt x="2387109" y="4218463"/>
                    </a:cubicBezTo>
                    <a:cubicBezTo>
                      <a:pt x="2545014" y="4254360"/>
                      <a:pt x="2675820" y="4302298"/>
                      <a:pt x="2786975" y="4365016"/>
                    </a:cubicBezTo>
                    <a:cubicBezTo>
                      <a:pt x="2912394" y="4435791"/>
                      <a:pt x="3009264" y="4523135"/>
                      <a:pt x="3083112" y="4632048"/>
                    </a:cubicBezTo>
                    <a:cubicBezTo>
                      <a:pt x="3139369" y="4715000"/>
                      <a:pt x="3181703" y="4811284"/>
                      <a:pt x="3208892" y="4918183"/>
                    </a:cubicBezTo>
                    <a:cubicBezTo>
                      <a:pt x="3237598" y="5031012"/>
                      <a:pt x="3250479" y="5159548"/>
                      <a:pt x="3247128" y="5300239"/>
                    </a:cubicBezTo>
                    <a:cubicBezTo>
                      <a:pt x="3243620" y="5447720"/>
                      <a:pt x="3222203" y="5613399"/>
                      <a:pt x="3183469" y="5792657"/>
                    </a:cubicBezTo>
                    <a:cubicBezTo>
                      <a:pt x="3143059" y="5979634"/>
                      <a:pt x="3082523" y="6187320"/>
                      <a:pt x="3003559" y="6409945"/>
                    </a:cubicBezTo>
                    <a:cubicBezTo>
                      <a:pt x="2929373" y="6619057"/>
                      <a:pt x="2925433" y="6756534"/>
                      <a:pt x="2991855" y="6818483"/>
                    </a:cubicBezTo>
                    <a:cubicBezTo>
                      <a:pt x="3022599" y="6847159"/>
                      <a:pt x="3068645" y="6859201"/>
                      <a:pt x="3128751" y="6854244"/>
                    </a:cubicBezTo>
                    <a:cubicBezTo>
                      <a:pt x="3186774" y="6849468"/>
                      <a:pt x="3258018" y="6828849"/>
                      <a:pt x="3340513" y="6793020"/>
                    </a:cubicBezTo>
                    <a:cubicBezTo>
                      <a:pt x="3765802" y="6608216"/>
                      <a:pt x="4440887" y="6040428"/>
                      <a:pt x="4982200" y="5412230"/>
                    </a:cubicBezTo>
                    <a:cubicBezTo>
                      <a:pt x="5363434" y="4969810"/>
                      <a:pt x="6002976" y="4121229"/>
                      <a:pt x="6002976" y="3408744"/>
                    </a:cubicBezTo>
                    <a:cubicBezTo>
                      <a:pt x="6002976" y="3121523"/>
                      <a:pt x="5889285" y="2783285"/>
                      <a:pt x="5665071" y="2403379"/>
                    </a:cubicBezTo>
                    <a:cubicBezTo>
                      <a:pt x="5472937" y="2077816"/>
                      <a:pt x="5196271" y="1719955"/>
                      <a:pt x="4864954" y="1368500"/>
                    </a:cubicBezTo>
                    <a:cubicBezTo>
                      <a:pt x="4570357" y="1055974"/>
                      <a:pt x="4244791" y="759541"/>
                      <a:pt x="3923413" y="511250"/>
                    </a:cubicBezTo>
                    <a:cubicBezTo>
                      <a:pt x="3619851" y="276720"/>
                      <a:pt x="3349229" y="108869"/>
                      <a:pt x="3161419" y="38636"/>
                    </a:cubicBezTo>
                    <a:cubicBezTo>
                      <a:pt x="3036657" y="-8012"/>
                      <a:pt x="2954547" y="-10003"/>
                      <a:pt x="2917352" y="32774"/>
                    </a:cubicBezTo>
                    <a:cubicBezTo>
                      <a:pt x="2894351" y="59210"/>
                      <a:pt x="2889234" y="103074"/>
                      <a:pt x="2902183" y="163099"/>
                    </a:cubicBezTo>
                    <a:cubicBezTo>
                      <a:pt x="2915880" y="226609"/>
                      <a:pt x="2949951" y="308814"/>
                      <a:pt x="3003446" y="407384"/>
                    </a:cubicBezTo>
                    <a:cubicBezTo>
                      <a:pt x="3665400" y="1627429"/>
                      <a:pt x="3855633" y="2410395"/>
                      <a:pt x="3585010" y="2801007"/>
                    </a:cubicBezTo>
                    <a:cubicBezTo>
                      <a:pt x="3512318" y="2905937"/>
                      <a:pt x="3408474" y="2982190"/>
                      <a:pt x="3267526" y="3034134"/>
                    </a:cubicBezTo>
                    <a:cubicBezTo>
                      <a:pt x="3142606" y="3080171"/>
                      <a:pt x="2991606" y="3105747"/>
                      <a:pt x="2805902" y="3112311"/>
                    </a:cubicBezTo>
                    <a:cubicBezTo>
                      <a:pt x="2462111" y="3124487"/>
                      <a:pt x="2056992" y="3068311"/>
                      <a:pt x="1665208" y="3014013"/>
                    </a:cubicBezTo>
                    <a:cubicBezTo>
                      <a:pt x="1325787" y="2966957"/>
                      <a:pt x="996168" y="2921260"/>
                      <a:pt x="721086" y="292126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0AF8E7F-66FE-6AAE-BB54-BEDE6335CE79}"/>
                  </a:ext>
                </a:extLst>
              </p:cNvPr>
              <p:cNvSpPr/>
              <p:nvPr/>
            </p:nvSpPr>
            <p:spPr>
              <a:xfrm>
                <a:off x="3080283" y="15112"/>
                <a:ext cx="5931734" cy="6777906"/>
              </a:xfrm>
              <a:custGeom>
                <a:avLst/>
                <a:gdLst>
                  <a:gd name="connsiteX0" fmla="*/ 3058073 w 5931734"/>
                  <a:gd name="connsiteY0" fmla="*/ 6777906 h 6777906"/>
                  <a:gd name="connsiteX1" fmla="*/ 2938587 w 5931734"/>
                  <a:gd name="connsiteY1" fmla="*/ 6738841 h 6777906"/>
                  <a:gd name="connsiteX2" fmla="*/ 2956516 w 5931734"/>
                  <a:gd name="connsiteY2" fmla="*/ 6364389 h 6777906"/>
                  <a:gd name="connsiteX3" fmla="*/ 3222113 w 5931734"/>
                  <a:gd name="connsiteY3" fmla="*/ 5333629 h 6777906"/>
                  <a:gd name="connsiteX4" fmla="*/ 3088839 w 5931734"/>
                  <a:gd name="connsiteY4" fmla="*/ 4694138 h 6777906"/>
                  <a:gd name="connsiteX5" fmla="*/ 2413868 w 5931734"/>
                  <a:gd name="connsiteY5" fmla="*/ 4257557 h 6777906"/>
                  <a:gd name="connsiteX6" fmla="*/ 1461619 w 5931734"/>
                  <a:gd name="connsiteY6" fmla="*/ 4125399 h 6777906"/>
                  <a:gd name="connsiteX7" fmla="*/ 0 w 5931734"/>
                  <a:gd name="connsiteY7" fmla="*/ 3341550 h 6777906"/>
                  <a:gd name="connsiteX8" fmla="*/ 35475 w 5931734"/>
                  <a:gd name="connsiteY8" fmla="*/ 3140088 h 6777906"/>
                  <a:gd name="connsiteX9" fmla="*/ 136239 w 5931734"/>
                  <a:gd name="connsiteY9" fmla="*/ 2998763 h 6777906"/>
                  <a:gd name="connsiteX10" fmla="*/ 1619591 w 5931734"/>
                  <a:gd name="connsiteY10" fmla="*/ 2937766 h 6777906"/>
                  <a:gd name="connsiteX11" fmla="*/ 2738529 w 5931734"/>
                  <a:gd name="connsiteY11" fmla="*/ 3029500 h 6777906"/>
                  <a:gd name="connsiteX12" fmla="*/ 3513382 w 5931734"/>
                  <a:gd name="connsiteY12" fmla="*/ 2716476 h 6777906"/>
                  <a:gd name="connsiteX13" fmla="*/ 3029164 w 5931734"/>
                  <a:gd name="connsiteY13" fmla="*/ 393244 h 6777906"/>
                  <a:gd name="connsiteX14" fmla="*/ 2954366 w 5931734"/>
                  <a:gd name="connsiteY14" fmla="*/ 28819 h 6777906"/>
                  <a:gd name="connsiteX15" fmla="*/ 3152612 w 5931734"/>
                  <a:gd name="connsiteY15" fmla="*/ 25107 h 6777906"/>
                  <a:gd name="connsiteX16" fmla="*/ 3866590 w 5931734"/>
                  <a:gd name="connsiteY16" fmla="*/ 478867 h 6777906"/>
                  <a:gd name="connsiteX17" fmla="*/ 4776369 w 5931734"/>
                  <a:gd name="connsiteY17" fmla="*/ 1336502 h 6777906"/>
                  <a:gd name="connsiteX18" fmla="*/ 5568789 w 5931734"/>
                  <a:gd name="connsiteY18" fmla="*/ 2380525 h 6777906"/>
                  <a:gd name="connsiteX19" fmla="*/ 5930419 w 5931734"/>
                  <a:gd name="connsiteY19" fmla="*/ 3393585 h 6777906"/>
                  <a:gd name="connsiteX20" fmla="*/ 5675168 w 5931734"/>
                  <a:gd name="connsiteY20" fmla="*/ 4379598 h 6777906"/>
                  <a:gd name="connsiteX21" fmla="*/ 5372037 w 5931734"/>
                  <a:gd name="connsiteY21" fmla="*/ 4881115 h 6777906"/>
                  <a:gd name="connsiteX22" fmla="*/ 4994085 w 5931734"/>
                  <a:gd name="connsiteY22" fmla="*/ 5362216 h 6777906"/>
                  <a:gd name="connsiteX23" fmla="*/ 4140246 w 5931734"/>
                  <a:gd name="connsiteY23" fmla="*/ 6184927 h 6777906"/>
                  <a:gd name="connsiteX24" fmla="*/ 3366547 w 5931734"/>
                  <a:gd name="connsiteY24" fmla="*/ 6691083 h 6777906"/>
                  <a:gd name="connsiteX25" fmla="*/ 3058028 w 5931734"/>
                  <a:gd name="connsiteY25" fmla="*/ 6777906 h 6777906"/>
                  <a:gd name="connsiteX26" fmla="*/ 715336 w 5931734"/>
                  <a:gd name="connsiteY26" fmla="*/ 2853365 h 6777906"/>
                  <a:gd name="connsiteX27" fmla="*/ 137734 w 5931734"/>
                  <a:gd name="connsiteY27" fmla="*/ 3000416 h 6777906"/>
                  <a:gd name="connsiteX28" fmla="*/ 2264 w 5931734"/>
                  <a:gd name="connsiteY28" fmla="*/ 3341550 h 6777906"/>
                  <a:gd name="connsiteX29" fmla="*/ 1461845 w 5931734"/>
                  <a:gd name="connsiteY29" fmla="*/ 4123181 h 6777906"/>
                  <a:gd name="connsiteX30" fmla="*/ 2414479 w 5931734"/>
                  <a:gd name="connsiteY30" fmla="*/ 4255407 h 6777906"/>
                  <a:gd name="connsiteX31" fmla="*/ 2807645 w 5931734"/>
                  <a:gd name="connsiteY31" fmla="*/ 4417170 h 6777906"/>
                  <a:gd name="connsiteX32" fmla="*/ 3090741 w 5931734"/>
                  <a:gd name="connsiteY32" fmla="*/ 4692961 h 6777906"/>
                  <a:gd name="connsiteX33" fmla="*/ 3200674 w 5931734"/>
                  <a:gd name="connsiteY33" fmla="*/ 4970767 h 6777906"/>
                  <a:gd name="connsiteX34" fmla="*/ 3224332 w 5931734"/>
                  <a:gd name="connsiteY34" fmla="*/ 5333743 h 6777906"/>
                  <a:gd name="connsiteX35" fmla="*/ 3148152 w 5931734"/>
                  <a:gd name="connsiteY35" fmla="*/ 5794360 h 6777906"/>
                  <a:gd name="connsiteX36" fmla="*/ 2958576 w 5931734"/>
                  <a:gd name="connsiteY36" fmla="*/ 6365181 h 6777906"/>
                  <a:gd name="connsiteX37" fmla="*/ 2940126 w 5931734"/>
                  <a:gd name="connsiteY37" fmla="*/ 6737211 h 6777906"/>
                  <a:gd name="connsiteX38" fmla="*/ 3365687 w 5931734"/>
                  <a:gd name="connsiteY38" fmla="*/ 6689047 h 6777906"/>
                  <a:gd name="connsiteX39" fmla="*/ 4992477 w 5931734"/>
                  <a:gd name="connsiteY39" fmla="*/ 5360745 h 6777906"/>
                  <a:gd name="connsiteX40" fmla="*/ 5928269 w 5931734"/>
                  <a:gd name="connsiteY40" fmla="*/ 3393653 h 6777906"/>
                  <a:gd name="connsiteX41" fmla="*/ 5566933 w 5931734"/>
                  <a:gd name="connsiteY41" fmla="*/ 2381634 h 6777906"/>
                  <a:gd name="connsiteX42" fmla="*/ 4774784 w 5931734"/>
                  <a:gd name="connsiteY42" fmla="*/ 1337973 h 6777906"/>
                  <a:gd name="connsiteX43" fmla="*/ 3865254 w 5931734"/>
                  <a:gd name="connsiteY43" fmla="*/ 480565 h 6777906"/>
                  <a:gd name="connsiteX44" fmla="*/ 3151933 w 5931734"/>
                  <a:gd name="connsiteY44" fmla="*/ 27167 h 6777906"/>
                  <a:gd name="connsiteX45" fmla="*/ 2956086 w 5931734"/>
                  <a:gd name="connsiteY45" fmla="*/ 30245 h 6777906"/>
                  <a:gd name="connsiteX46" fmla="*/ 2939968 w 5931734"/>
                  <a:gd name="connsiteY46" fmla="*/ 155477 h 6777906"/>
                  <a:gd name="connsiteX47" fmla="*/ 3031201 w 5931734"/>
                  <a:gd name="connsiteY47" fmla="*/ 392225 h 6777906"/>
                  <a:gd name="connsiteX48" fmla="*/ 3515238 w 5931734"/>
                  <a:gd name="connsiteY48" fmla="*/ 2717744 h 6777906"/>
                  <a:gd name="connsiteX49" fmla="*/ 3195830 w 5931734"/>
                  <a:gd name="connsiteY49" fmla="*/ 2951482 h 6777906"/>
                  <a:gd name="connsiteX50" fmla="*/ 2738665 w 5931734"/>
                  <a:gd name="connsiteY50" fmla="*/ 3031695 h 6777906"/>
                  <a:gd name="connsiteX51" fmla="*/ 2625969 w 5931734"/>
                  <a:gd name="connsiteY51" fmla="*/ 3033913 h 6777906"/>
                  <a:gd name="connsiteX52" fmla="*/ 1619342 w 5931734"/>
                  <a:gd name="connsiteY52" fmla="*/ 2939938 h 6777906"/>
                  <a:gd name="connsiteX53" fmla="*/ 715336 w 5931734"/>
                  <a:gd name="connsiteY53" fmla="*/ 2853365 h 6777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5931734" h="6777906">
                    <a:moveTo>
                      <a:pt x="3058073" y="6777906"/>
                    </a:moveTo>
                    <a:cubicBezTo>
                      <a:pt x="3006140" y="6777906"/>
                      <a:pt x="2965979" y="6764915"/>
                      <a:pt x="2938587" y="6738841"/>
                    </a:cubicBezTo>
                    <a:cubicBezTo>
                      <a:pt x="2875493" y="6678748"/>
                      <a:pt x="2881514" y="6552769"/>
                      <a:pt x="2956516" y="6364389"/>
                    </a:cubicBezTo>
                    <a:cubicBezTo>
                      <a:pt x="3116187" y="5963276"/>
                      <a:pt x="3205564" y="5616482"/>
                      <a:pt x="3222113" y="5333629"/>
                    </a:cubicBezTo>
                    <a:cubicBezTo>
                      <a:pt x="3237417" y="5072460"/>
                      <a:pt x="3193815" y="4863280"/>
                      <a:pt x="3088839" y="4694138"/>
                    </a:cubicBezTo>
                    <a:cubicBezTo>
                      <a:pt x="2961225" y="4488534"/>
                      <a:pt x="2740453" y="4345715"/>
                      <a:pt x="2413868" y="4257557"/>
                    </a:cubicBezTo>
                    <a:cubicBezTo>
                      <a:pt x="2124433" y="4179403"/>
                      <a:pt x="1787479" y="4151948"/>
                      <a:pt x="1461619" y="4125399"/>
                    </a:cubicBezTo>
                    <a:cubicBezTo>
                      <a:pt x="709971" y="4064130"/>
                      <a:pt x="0" y="4006278"/>
                      <a:pt x="0" y="3341550"/>
                    </a:cubicBezTo>
                    <a:cubicBezTo>
                      <a:pt x="0" y="3265411"/>
                      <a:pt x="11931" y="3197623"/>
                      <a:pt x="35475" y="3140088"/>
                    </a:cubicBezTo>
                    <a:cubicBezTo>
                      <a:pt x="57978" y="3085043"/>
                      <a:pt x="91890" y="3037490"/>
                      <a:pt x="136239" y="2998763"/>
                    </a:cubicBezTo>
                    <a:cubicBezTo>
                      <a:pt x="395769" y="2772065"/>
                      <a:pt x="990237" y="2852550"/>
                      <a:pt x="1619591" y="2937766"/>
                    </a:cubicBezTo>
                    <a:cubicBezTo>
                      <a:pt x="2003113" y="2989687"/>
                      <a:pt x="2399674" y="3043397"/>
                      <a:pt x="2738529" y="3029500"/>
                    </a:cubicBezTo>
                    <a:cubicBezTo>
                      <a:pt x="3121371" y="3013815"/>
                      <a:pt x="3374833" y="2911420"/>
                      <a:pt x="3513382" y="2716476"/>
                    </a:cubicBezTo>
                    <a:cubicBezTo>
                      <a:pt x="3786381" y="2332361"/>
                      <a:pt x="3628001" y="1572435"/>
                      <a:pt x="3029164" y="393244"/>
                    </a:cubicBezTo>
                    <a:cubicBezTo>
                      <a:pt x="2933221" y="204321"/>
                      <a:pt x="2908070" y="81714"/>
                      <a:pt x="2954366" y="28819"/>
                    </a:cubicBezTo>
                    <a:cubicBezTo>
                      <a:pt x="2986897" y="-8323"/>
                      <a:pt x="3053591" y="-9567"/>
                      <a:pt x="3152612" y="25107"/>
                    </a:cubicBezTo>
                    <a:cubicBezTo>
                      <a:pt x="3321519" y="84272"/>
                      <a:pt x="3575072" y="245423"/>
                      <a:pt x="3866590" y="478867"/>
                    </a:cubicBezTo>
                    <a:cubicBezTo>
                      <a:pt x="4168159" y="720368"/>
                      <a:pt x="4491258" y="1024949"/>
                      <a:pt x="4776369" y="1336502"/>
                    </a:cubicBezTo>
                    <a:cubicBezTo>
                      <a:pt x="5100305" y="1690470"/>
                      <a:pt x="5374324" y="2051499"/>
                      <a:pt x="5568789" y="2380525"/>
                    </a:cubicBezTo>
                    <a:cubicBezTo>
                      <a:pt x="5795787" y="2764596"/>
                      <a:pt x="5917447" y="3105436"/>
                      <a:pt x="5930419" y="3393585"/>
                    </a:cubicBezTo>
                    <a:cubicBezTo>
                      <a:pt x="5943595" y="3686442"/>
                      <a:pt x="5857726" y="4018184"/>
                      <a:pt x="5675168" y="4379598"/>
                    </a:cubicBezTo>
                    <a:cubicBezTo>
                      <a:pt x="5593081" y="4542085"/>
                      <a:pt x="5491093" y="4710819"/>
                      <a:pt x="5372037" y="4881115"/>
                    </a:cubicBezTo>
                    <a:cubicBezTo>
                      <a:pt x="5260565" y="5040546"/>
                      <a:pt x="5133403" y="5202400"/>
                      <a:pt x="4994085" y="5362216"/>
                    </a:cubicBezTo>
                    <a:cubicBezTo>
                      <a:pt x="4736842" y="5657314"/>
                      <a:pt x="4441589" y="5941796"/>
                      <a:pt x="4140246" y="6184927"/>
                    </a:cubicBezTo>
                    <a:cubicBezTo>
                      <a:pt x="3857897" y="6412712"/>
                      <a:pt x="3583131" y="6592469"/>
                      <a:pt x="3366547" y="6691083"/>
                    </a:cubicBezTo>
                    <a:cubicBezTo>
                      <a:pt x="3239703" y="6748845"/>
                      <a:pt x="3135701" y="6777906"/>
                      <a:pt x="3058028" y="6777906"/>
                    </a:cubicBezTo>
                    <a:close/>
                    <a:moveTo>
                      <a:pt x="715336" y="2853365"/>
                    </a:moveTo>
                    <a:cubicBezTo>
                      <a:pt x="466922" y="2853365"/>
                      <a:pt x="263061" y="2890959"/>
                      <a:pt x="137734" y="3000416"/>
                    </a:cubicBezTo>
                    <a:cubicBezTo>
                      <a:pt x="46568" y="3080041"/>
                      <a:pt x="2264" y="3191625"/>
                      <a:pt x="2264" y="3341550"/>
                    </a:cubicBezTo>
                    <a:cubicBezTo>
                      <a:pt x="2264" y="4004241"/>
                      <a:pt x="711238" y="4062025"/>
                      <a:pt x="1461845" y="4123181"/>
                    </a:cubicBezTo>
                    <a:cubicBezTo>
                      <a:pt x="1787796" y="4149753"/>
                      <a:pt x="2124863" y="4177208"/>
                      <a:pt x="2414479" y="4255407"/>
                    </a:cubicBezTo>
                    <a:cubicBezTo>
                      <a:pt x="2570890" y="4297642"/>
                      <a:pt x="2699477" y="4350536"/>
                      <a:pt x="2807645" y="4417170"/>
                    </a:cubicBezTo>
                    <a:cubicBezTo>
                      <a:pt x="2929576" y="4492268"/>
                      <a:pt x="3022168" y="4582486"/>
                      <a:pt x="3090741" y="4692961"/>
                    </a:cubicBezTo>
                    <a:cubicBezTo>
                      <a:pt x="3141406" y="4774601"/>
                      <a:pt x="3178398" y="4868078"/>
                      <a:pt x="3200674" y="4970767"/>
                    </a:cubicBezTo>
                    <a:cubicBezTo>
                      <a:pt x="3224150" y="5078955"/>
                      <a:pt x="3232096" y="5201065"/>
                      <a:pt x="3224332" y="5333743"/>
                    </a:cubicBezTo>
                    <a:cubicBezTo>
                      <a:pt x="3216204" y="5472623"/>
                      <a:pt x="3190577" y="5627596"/>
                      <a:pt x="3148152" y="5794360"/>
                    </a:cubicBezTo>
                    <a:cubicBezTo>
                      <a:pt x="3103984" y="5968074"/>
                      <a:pt x="3040189" y="6160121"/>
                      <a:pt x="2958576" y="6365181"/>
                    </a:cubicBezTo>
                    <a:cubicBezTo>
                      <a:pt x="2883960" y="6552633"/>
                      <a:pt x="2877757" y="6677798"/>
                      <a:pt x="2940126" y="6737211"/>
                    </a:cubicBezTo>
                    <a:cubicBezTo>
                      <a:pt x="3007793" y="6801649"/>
                      <a:pt x="3154944" y="6784990"/>
                      <a:pt x="3365687" y="6689047"/>
                    </a:cubicBezTo>
                    <a:cubicBezTo>
                      <a:pt x="3830685" y="6477331"/>
                      <a:pt x="4484444" y="5943516"/>
                      <a:pt x="4992477" y="5360745"/>
                    </a:cubicBezTo>
                    <a:cubicBezTo>
                      <a:pt x="5620609" y="4640180"/>
                      <a:pt x="5952944" y="3941591"/>
                      <a:pt x="5928269" y="3393653"/>
                    </a:cubicBezTo>
                    <a:cubicBezTo>
                      <a:pt x="5915319" y="3105866"/>
                      <a:pt x="5793750" y="2765388"/>
                      <a:pt x="5566933" y="2381634"/>
                    </a:cubicBezTo>
                    <a:cubicBezTo>
                      <a:pt x="5372535" y="2052721"/>
                      <a:pt x="5098630" y="1691828"/>
                      <a:pt x="4774784" y="1337973"/>
                    </a:cubicBezTo>
                    <a:cubicBezTo>
                      <a:pt x="4489741" y="1026511"/>
                      <a:pt x="4166733" y="721998"/>
                      <a:pt x="3865254" y="480565"/>
                    </a:cubicBezTo>
                    <a:cubicBezTo>
                      <a:pt x="3573940" y="247279"/>
                      <a:pt x="3320614" y="86264"/>
                      <a:pt x="3151933" y="27167"/>
                    </a:cubicBezTo>
                    <a:cubicBezTo>
                      <a:pt x="3053840" y="-7191"/>
                      <a:pt x="2987961" y="-6150"/>
                      <a:pt x="2956086" y="30245"/>
                    </a:cubicBezTo>
                    <a:cubicBezTo>
                      <a:pt x="2934127" y="55323"/>
                      <a:pt x="2928694" y="97467"/>
                      <a:pt x="2939968" y="155477"/>
                    </a:cubicBezTo>
                    <a:cubicBezTo>
                      <a:pt x="2951876" y="216792"/>
                      <a:pt x="2982551" y="296462"/>
                      <a:pt x="3031201" y="392225"/>
                    </a:cubicBezTo>
                    <a:cubicBezTo>
                      <a:pt x="3630446" y="1572209"/>
                      <a:pt x="3788781" y="2332904"/>
                      <a:pt x="3515238" y="2717744"/>
                    </a:cubicBezTo>
                    <a:cubicBezTo>
                      <a:pt x="3440734" y="2822583"/>
                      <a:pt x="3336234" y="2899040"/>
                      <a:pt x="3195830" y="2951482"/>
                    </a:cubicBezTo>
                    <a:cubicBezTo>
                      <a:pt x="3071407" y="2997949"/>
                      <a:pt x="2921879" y="3024181"/>
                      <a:pt x="2738665" y="3031695"/>
                    </a:cubicBezTo>
                    <a:cubicBezTo>
                      <a:pt x="2701764" y="3033212"/>
                      <a:pt x="2664138" y="3033913"/>
                      <a:pt x="2625969" y="3033913"/>
                    </a:cubicBezTo>
                    <a:cubicBezTo>
                      <a:pt x="2313398" y="3033913"/>
                      <a:pt x="1961208" y="2986224"/>
                      <a:pt x="1619342" y="2939938"/>
                    </a:cubicBezTo>
                    <a:cubicBezTo>
                      <a:pt x="1295021" y="2896029"/>
                      <a:pt x="979914" y="2853365"/>
                      <a:pt x="715336" y="285336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1EA70EC-5E35-0A96-A890-6880009A434A}"/>
                  </a:ext>
                </a:extLst>
              </p:cNvPr>
              <p:cNvSpPr/>
              <p:nvPr/>
            </p:nvSpPr>
            <p:spPr>
              <a:xfrm>
                <a:off x="3125402" y="29346"/>
                <a:ext cx="5860931" cy="6701407"/>
              </a:xfrm>
              <a:custGeom>
                <a:avLst/>
                <a:gdLst>
                  <a:gd name="connsiteX0" fmla="*/ 3013973 w 5860931"/>
                  <a:gd name="connsiteY0" fmla="*/ 6701385 h 6701407"/>
                  <a:gd name="connsiteX1" fmla="*/ 2886223 w 5860931"/>
                  <a:gd name="connsiteY1" fmla="*/ 6660260 h 6701407"/>
                  <a:gd name="connsiteX2" fmla="*/ 2848462 w 5860931"/>
                  <a:gd name="connsiteY2" fmla="*/ 6535322 h 6701407"/>
                  <a:gd name="connsiteX3" fmla="*/ 2911397 w 5860931"/>
                  <a:gd name="connsiteY3" fmla="*/ 6320415 h 6701407"/>
                  <a:gd name="connsiteX4" fmla="*/ 3199112 w 5860931"/>
                  <a:gd name="connsiteY4" fmla="*/ 5369711 h 6701407"/>
                  <a:gd name="connsiteX5" fmla="*/ 3097216 w 5860931"/>
                  <a:gd name="connsiteY5" fmla="*/ 4760322 h 6701407"/>
                  <a:gd name="connsiteX6" fmla="*/ 1490483 w 5860931"/>
                  <a:gd name="connsiteY6" fmla="*/ 4127032 h 6701407"/>
                  <a:gd name="connsiteX7" fmla="*/ 459700 w 5860931"/>
                  <a:gd name="connsiteY7" fmla="*/ 3914525 h 6701407"/>
                  <a:gd name="connsiteX8" fmla="*/ 125826 w 5860931"/>
                  <a:gd name="connsiteY8" fmla="*/ 3675309 h 6701407"/>
                  <a:gd name="connsiteX9" fmla="*/ 32803 w 5860931"/>
                  <a:gd name="connsiteY9" fmla="*/ 3498722 h 6701407"/>
                  <a:gd name="connsiteX10" fmla="*/ 0 w 5860931"/>
                  <a:gd name="connsiteY10" fmla="*/ 3275237 h 6701407"/>
                  <a:gd name="connsiteX11" fmla="*/ 35429 w 5860931"/>
                  <a:gd name="connsiteY11" fmla="*/ 3072258 h 6701407"/>
                  <a:gd name="connsiteX12" fmla="*/ 136058 w 5860931"/>
                  <a:gd name="connsiteY12" fmla="*/ 2930300 h 6701407"/>
                  <a:gd name="connsiteX13" fmla="*/ 1573748 w 5860931"/>
                  <a:gd name="connsiteY13" fmla="*/ 2863485 h 6701407"/>
                  <a:gd name="connsiteX14" fmla="*/ 2671156 w 5860931"/>
                  <a:gd name="connsiteY14" fmla="*/ 2948044 h 6701407"/>
                  <a:gd name="connsiteX15" fmla="*/ 3443858 w 5860931"/>
                  <a:gd name="connsiteY15" fmla="*/ 2632124 h 6701407"/>
                  <a:gd name="connsiteX16" fmla="*/ 3563843 w 5860931"/>
                  <a:gd name="connsiteY16" fmla="*/ 1847460 h 6701407"/>
                  <a:gd name="connsiteX17" fmla="*/ 3056692 w 5860931"/>
                  <a:gd name="connsiteY17" fmla="*/ 378920 h 6701407"/>
                  <a:gd name="connsiteX18" fmla="*/ 2993146 w 5860931"/>
                  <a:gd name="connsiteY18" fmla="*/ 26491 h 6701407"/>
                  <a:gd name="connsiteX19" fmla="*/ 3156868 w 5860931"/>
                  <a:gd name="connsiteY19" fmla="*/ 17958 h 6701407"/>
                  <a:gd name="connsiteX20" fmla="*/ 3825523 w 5860931"/>
                  <a:gd name="connsiteY20" fmla="*/ 457097 h 6701407"/>
                  <a:gd name="connsiteX21" fmla="*/ 4699443 w 5860931"/>
                  <a:gd name="connsiteY21" fmla="*/ 1314799 h 6701407"/>
                  <a:gd name="connsiteX22" fmla="*/ 5476831 w 5860931"/>
                  <a:gd name="connsiteY22" fmla="*/ 2364390 h 6701407"/>
                  <a:gd name="connsiteX23" fmla="*/ 5855666 w 5860931"/>
                  <a:gd name="connsiteY23" fmla="*/ 3379284 h 6701407"/>
                  <a:gd name="connsiteX24" fmla="*/ 5647187 w 5860931"/>
                  <a:gd name="connsiteY24" fmla="*/ 4366360 h 6701407"/>
                  <a:gd name="connsiteX25" fmla="*/ 5013328 w 5860931"/>
                  <a:gd name="connsiteY25" fmla="*/ 5307808 h 6701407"/>
                  <a:gd name="connsiteX26" fmla="*/ 4189960 w 5860931"/>
                  <a:gd name="connsiteY26" fmla="*/ 6086066 h 6701407"/>
                  <a:gd name="connsiteX27" fmla="*/ 3412753 w 5860931"/>
                  <a:gd name="connsiteY27" fmla="*/ 6583441 h 6701407"/>
                  <a:gd name="connsiteX28" fmla="*/ 3013951 w 5860931"/>
                  <a:gd name="connsiteY28" fmla="*/ 6701408 h 6701407"/>
                  <a:gd name="connsiteX29" fmla="*/ 710763 w 5860931"/>
                  <a:gd name="connsiteY29" fmla="*/ 2785716 h 6701407"/>
                  <a:gd name="connsiteX30" fmla="*/ 137575 w 5860931"/>
                  <a:gd name="connsiteY30" fmla="*/ 2932043 h 6701407"/>
                  <a:gd name="connsiteX31" fmla="*/ 2287 w 5860931"/>
                  <a:gd name="connsiteY31" fmla="*/ 3275259 h 6701407"/>
                  <a:gd name="connsiteX32" fmla="*/ 460583 w 5860931"/>
                  <a:gd name="connsiteY32" fmla="*/ 3912442 h 6701407"/>
                  <a:gd name="connsiteX33" fmla="*/ 1490755 w 5860931"/>
                  <a:gd name="connsiteY33" fmla="*/ 4124791 h 6701407"/>
                  <a:gd name="connsiteX34" fmla="*/ 3099185 w 5860931"/>
                  <a:gd name="connsiteY34" fmla="*/ 4759213 h 6701407"/>
                  <a:gd name="connsiteX35" fmla="*/ 3192683 w 5860931"/>
                  <a:gd name="connsiteY35" fmla="*/ 5027308 h 6701407"/>
                  <a:gd name="connsiteX36" fmla="*/ 3201376 w 5860931"/>
                  <a:gd name="connsiteY36" fmla="*/ 5369960 h 6701407"/>
                  <a:gd name="connsiteX37" fmla="*/ 3112564 w 5860931"/>
                  <a:gd name="connsiteY37" fmla="*/ 5797759 h 6701407"/>
                  <a:gd name="connsiteX38" fmla="*/ 2913480 w 5860931"/>
                  <a:gd name="connsiteY38" fmla="*/ 6321388 h 6701407"/>
                  <a:gd name="connsiteX39" fmla="*/ 2850749 w 5860931"/>
                  <a:gd name="connsiteY39" fmla="*/ 6535480 h 6701407"/>
                  <a:gd name="connsiteX40" fmla="*/ 2887831 w 5860931"/>
                  <a:gd name="connsiteY40" fmla="*/ 6658652 h 6701407"/>
                  <a:gd name="connsiteX41" fmla="*/ 3411802 w 5860931"/>
                  <a:gd name="connsiteY41" fmla="*/ 6581381 h 6701407"/>
                  <a:gd name="connsiteX42" fmla="*/ 5011653 w 5860931"/>
                  <a:gd name="connsiteY42" fmla="*/ 5306336 h 6701407"/>
                  <a:gd name="connsiteX43" fmla="*/ 5853448 w 5860931"/>
                  <a:gd name="connsiteY43" fmla="*/ 3379510 h 6701407"/>
                  <a:gd name="connsiteX44" fmla="*/ 4697767 w 5860931"/>
                  <a:gd name="connsiteY44" fmla="*/ 1316361 h 6701407"/>
                  <a:gd name="connsiteX45" fmla="*/ 3824097 w 5860931"/>
                  <a:gd name="connsiteY45" fmla="*/ 458907 h 6701407"/>
                  <a:gd name="connsiteX46" fmla="*/ 3156189 w 5860931"/>
                  <a:gd name="connsiteY46" fmla="*/ 20199 h 6701407"/>
                  <a:gd name="connsiteX47" fmla="*/ 2994911 w 5860931"/>
                  <a:gd name="connsiteY47" fmla="*/ 28075 h 6701407"/>
                  <a:gd name="connsiteX48" fmla="*/ 3058798 w 5860931"/>
                  <a:gd name="connsiteY48" fmla="*/ 378015 h 6701407"/>
                  <a:gd name="connsiteX49" fmla="*/ 3402701 w 5860931"/>
                  <a:gd name="connsiteY49" fmla="*/ 1210051 h 6701407"/>
                  <a:gd name="connsiteX50" fmla="*/ 3566130 w 5860931"/>
                  <a:gd name="connsiteY50" fmla="*/ 1847211 h 6701407"/>
                  <a:gd name="connsiteX51" fmla="*/ 3572649 w 5860931"/>
                  <a:gd name="connsiteY51" fmla="*/ 2313668 h 6701407"/>
                  <a:gd name="connsiteX52" fmla="*/ 3445715 w 5860931"/>
                  <a:gd name="connsiteY52" fmla="*/ 2633550 h 6701407"/>
                  <a:gd name="connsiteX53" fmla="*/ 3124065 w 5860931"/>
                  <a:gd name="connsiteY53" fmla="*/ 2867967 h 6701407"/>
                  <a:gd name="connsiteX54" fmla="*/ 2671269 w 5860931"/>
                  <a:gd name="connsiteY54" fmla="*/ 2950421 h 6701407"/>
                  <a:gd name="connsiteX55" fmla="*/ 2542071 w 5860931"/>
                  <a:gd name="connsiteY55" fmla="*/ 2953341 h 6701407"/>
                  <a:gd name="connsiteX56" fmla="*/ 1573454 w 5860931"/>
                  <a:gd name="connsiteY56" fmla="*/ 2865839 h 6701407"/>
                  <a:gd name="connsiteX57" fmla="*/ 710763 w 5860931"/>
                  <a:gd name="connsiteY57" fmla="*/ 2785806 h 670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860931" h="6701407">
                    <a:moveTo>
                      <a:pt x="3013973" y="6701385"/>
                    </a:moveTo>
                    <a:cubicBezTo>
                      <a:pt x="2957377" y="6701385"/>
                      <a:pt x="2914227" y="6687760"/>
                      <a:pt x="2886223" y="6660260"/>
                    </a:cubicBezTo>
                    <a:cubicBezTo>
                      <a:pt x="2857812" y="6632330"/>
                      <a:pt x="2845089" y="6590299"/>
                      <a:pt x="2848462" y="6535322"/>
                    </a:cubicBezTo>
                    <a:cubicBezTo>
                      <a:pt x="2851971" y="6477810"/>
                      <a:pt x="2873138" y="6405518"/>
                      <a:pt x="2911397" y="6320415"/>
                    </a:cubicBezTo>
                    <a:cubicBezTo>
                      <a:pt x="3076184" y="5953818"/>
                      <a:pt x="3172987" y="5633959"/>
                      <a:pt x="3199112" y="5369711"/>
                    </a:cubicBezTo>
                    <a:cubicBezTo>
                      <a:pt x="3223335" y="5124860"/>
                      <a:pt x="3190011" y="4925525"/>
                      <a:pt x="3097216" y="4760322"/>
                    </a:cubicBezTo>
                    <a:cubicBezTo>
                      <a:pt x="2836486" y="4296173"/>
                      <a:pt x="2152233" y="4210188"/>
                      <a:pt x="1490483" y="4127032"/>
                    </a:cubicBezTo>
                    <a:cubicBezTo>
                      <a:pt x="1102977" y="4078347"/>
                      <a:pt x="736978" y="4032356"/>
                      <a:pt x="459700" y="3914525"/>
                    </a:cubicBezTo>
                    <a:cubicBezTo>
                      <a:pt x="310715" y="3851218"/>
                      <a:pt x="201507" y="3772974"/>
                      <a:pt x="125826" y="3675309"/>
                    </a:cubicBezTo>
                    <a:cubicBezTo>
                      <a:pt x="84895" y="3622505"/>
                      <a:pt x="53608" y="3563092"/>
                      <a:pt x="32803" y="3498722"/>
                    </a:cubicBezTo>
                    <a:cubicBezTo>
                      <a:pt x="11025" y="3431341"/>
                      <a:pt x="0" y="3356152"/>
                      <a:pt x="0" y="3275237"/>
                    </a:cubicBezTo>
                    <a:cubicBezTo>
                      <a:pt x="0" y="3194321"/>
                      <a:pt x="11931" y="3130155"/>
                      <a:pt x="35429" y="3072258"/>
                    </a:cubicBezTo>
                    <a:cubicBezTo>
                      <a:pt x="57910" y="3016896"/>
                      <a:pt x="91777" y="2969139"/>
                      <a:pt x="136058" y="2930300"/>
                    </a:cubicBezTo>
                    <a:cubicBezTo>
                      <a:pt x="389747" y="2707833"/>
                      <a:pt x="964859" y="2783430"/>
                      <a:pt x="1573748" y="2863485"/>
                    </a:cubicBezTo>
                    <a:cubicBezTo>
                      <a:pt x="1949006" y="2912804"/>
                      <a:pt x="2337033" y="2963820"/>
                      <a:pt x="2671156" y="2948044"/>
                    </a:cubicBezTo>
                    <a:cubicBezTo>
                      <a:pt x="3048950" y="2930186"/>
                      <a:pt x="3301688" y="2826864"/>
                      <a:pt x="3443858" y="2632124"/>
                    </a:cubicBezTo>
                    <a:cubicBezTo>
                      <a:pt x="3575955" y="2451190"/>
                      <a:pt x="3615210" y="2194525"/>
                      <a:pt x="3563843" y="1847460"/>
                    </a:cubicBezTo>
                    <a:cubicBezTo>
                      <a:pt x="3507609" y="1467554"/>
                      <a:pt x="3337004" y="973461"/>
                      <a:pt x="3056692" y="378920"/>
                    </a:cubicBezTo>
                    <a:cubicBezTo>
                      <a:pt x="2970077" y="195202"/>
                      <a:pt x="2948706" y="76625"/>
                      <a:pt x="2993146" y="26491"/>
                    </a:cubicBezTo>
                    <a:cubicBezTo>
                      <a:pt x="3021693" y="-5694"/>
                      <a:pt x="3076773" y="-8568"/>
                      <a:pt x="3156868" y="17958"/>
                    </a:cubicBezTo>
                    <a:cubicBezTo>
                      <a:pt x="3309589" y="68544"/>
                      <a:pt x="3547068" y="224513"/>
                      <a:pt x="3825523" y="457097"/>
                    </a:cubicBezTo>
                    <a:cubicBezTo>
                      <a:pt x="4111246" y="695746"/>
                      <a:pt x="4421621" y="1000350"/>
                      <a:pt x="4699443" y="1314799"/>
                    </a:cubicBezTo>
                    <a:cubicBezTo>
                      <a:pt x="5013441" y="1670193"/>
                      <a:pt x="5282275" y="2033124"/>
                      <a:pt x="5476831" y="2364390"/>
                    </a:cubicBezTo>
                    <a:cubicBezTo>
                      <a:pt x="5703670" y="2750588"/>
                      <a:pt x="5831126" y="3092040"/>
                      <a:pt x="5855666" y="3379284"/>
                    </a:cubicBezTo>
                    <a:cubicBezTo>
                      <a:pt x="5881633" y="3683209"/>
                      <a:pt x="5811475" y="4015312"/>
                      <a:pt x="5647187" y="4366360"/>
                    </a:cubicBezTo>
                    <a:cubicBezTo>
                      <a:pt x="5502911" y="4674608"/>
                      <a:pt x="5289655" y="4991344"/>
                      <a:pt x="5013328" y="5307808"/>
                    </a:cubicBezTo>
                    <a:cubicBezTo>
                      <a:pt x="4772204" y="5583961"/>
                      <a:pt x="4487477" y="5853075"/>
                      <a:pt x="4189960" y="6086066"/>
                    </a:cubicBezTo>
                    <a:cubicBezTo>
                      <a:pt x="3918047" y="6298981"/>
                      <a:pt x="3642037" y="6475614"/>
                      <a:pt x="3412753" y="6583441"/>
                    </a:cubicBezTo>
                    <a:cubicBezTo>
                      <a:pt x="3246404" y="6661663"/>
                      <a:pt x="3110595" y="6701408"/>
                      <a:pt x="3013951" y="6701408"/>
                    </a:cubicBezTo>
                    <a:close/>
                    <a:moveTo>
                      <a:pt x="710763" y="2785716"/>
                    </a:moveTo>
                    <a:cubicBezTo>
                      <a:pt x="464590" y="2785716"/>
                      <a:pt x="262110" y="2822835"/>
                      <a:pt x="137575" y="2932043"/>
                    </a:cubicBezTo>
                    <a:cubicBezTo>
                      <a:pt x="46545" y="3011872"/>
                      <a:pt x="2287" y="3124134"/>
                      <a:pt x="2287" y="3275259"/>
                    </a:cubicBezTo>
                    <a:cubicBezTo>
                      <a:pt x="2287" y="3577102"/>
                      <a:pt x="147921" y="3779583"/>
                      <a:pt x="460583" y="3912442"/>
                    </a:cubicBezTo>
                    <a:cubicBezTo>
                      <a:pt x="737567" y="4030137"/>
                      <a:pt x="1103407" y="4076106"/>
                      <a:pt x="1490755" y="4124791"/>
                    </a:cubicBezTo>
                    <a:cubicBezTo>
                      <a:pt x="2153048" y="4208015"/>
                      <a:pt x="2837890" y="4294069"/>
                      <a:pt x="3099185" y="4759213"/>
                    </a:cubicBezTo>
                    <a:cubicBezTo>
                      <a:pt x="3144032" y="4839042"/>
                      <a:pt x="3175477" y="4929237"/>
                      <a:pt x="3192683" y="5027308"/>
                    </a:cubicBezTo>
                    <a:cubicBezTo>
                      <a:pt x="3210748" y="5130382"/>
                      <a:pt x="3213691" y="5245679"/>
                      <a:pt x="3201376" y="5369960"/>
                    </a:cubicBezTo>
                    <a:cubicBezTo>
                      <a:pt x="3188517" y="5499809"/>
                      <a:pt x="3158634" y="5643759"/>
                      <a:pt x="3112564" y="5797759"/>
                    </a:cubicBezTo>
                    <a:cubicBezTo>
                      <a:pt x="3064639" y="5957937"/>
                      <a:pt x="2997651" y="6134117"/>
                      <a:pt x="2913480" y="6321388"/>
                    </a:cubicBezTo>
                    <a:cubicBezTo>
                      <a:pt x="2875357" y="6406220"/>
                      <a:pt x="2854235" y="6478262"/>
                      <a:pt x="2850749" y="6535480"/>
                    </a:cubicBezTo>
                    <a:cubicBezTo>
                      <a:pt x="2847421" y="6589756"/>
                      <a:pt x="2859917" y="6631198"/>
                      <a:pt x="2887831" y="6658652"/>
                    </a:cubicBezTo>
                    <a:cubicBezTo>
                      <a:pt x="2962900" y="6732416"/>
                      <a:pt x="3148990" y="6704984"/>
                      <a:pt x="3411802" y="6581381"/>
                    </a:cubicBezTo>
                    <a:cubicBezTo>
                      <a:pt x="3913225" y="6345607"/>
                      <a:pt x="4541199" y="5845131"/>
                      <a:pt x="5011653" y="5306336"/>
                    </a:cubicBezTo>
                    <a:cubicBezTo>
                      <a:pt x="5429856" y="4827386"/>
                      <a:pt x="5915364" y="4104330"/>
                      <a:pt x="5853448" y="3379510"/>
                    </a:cubicBezTo>
                    <a:cubicBezTo>
                      <a:pt x="5808058" y="2848207"/>
                      <a:pt x="5386843" y="2096204"/>
                      <a:pt x="4697767" y="1316361"/>
                    </a:cubicBezTo>
                    <a:cubicBezTo>
                      <a:pt x="4420014" y="1002002"/>
                      <a:pt x="4109729" y="697489"/>
                      <a:pt x="3824097" y="458907"/>
                    </a:cubicBezTo>
                    <a:cubicBezTo>
                      <a:pt x="3545845" y="226505"/>
                      <a:pt x="3308638" y="70695"/>
                      <a:pt x="3156189" y="20199"/>
                    </a:cubicBezTo>
                    <a:cubicBezTo>
                      <a:pt x="3077044" y="-6011"/>
                      <a:pt x="3022780" y="-3363"/>
                      <a:pt x="2994911" y="28075"/>
                    </a:cubicBezTo>
                    <a:cubicBezTo>
                      <a:pt x="2951128" y="77462"/>
                      <a:pt x="2972635" y="195202"/>
                      <a:pt x="3058798" y="378015"/>
                    </a:cubicBezTo>
                    <a:cubicBezTo>
                      <a:pt x="3202349" y="682528"/>
                      <a:pt x="3318055" y="962461"/>
                      <a:pt x="3402701" y="1210051"/>
                    </a:cubicBezTo>
                    <a:cubicBezTo>
                      <a:pt x="3483612" y="1446731"/>
                      <a:pt x="3538601" y="1661094"/>
                      <a:pt x="3566130" y="1847211"/>
                    </a:cubicBezTo>
                    <a:cubicBezTo>
                      <a:pt x="3592300" y="2024093"/>
                      <a:pt x="3594496" y="2181035"/>
                      <a:pt x="3572649" y="2313668"/>
                    </a:cubicBezTo>
                    <a:cubicBezTo>
                      <a:pt x="3552048" y="2438787"/>
                      <a:pt x="3509329" y="2546410"/>
                      <a:pt x="3445715" y="2633550"/>
                    </a:cubicBezTo>
                    <a:cubicBezTo>
                      <a:pt x="3369241" y="2738276"/>
                      <a:pt x="3264040" y="2814959"/>
                      <a:pt x="3124065" y="2867967"/>
                    </a:cubicBezTo>
                    <a:cubicBezTo>
                      <a:pt x="3000096" y="2914909"/>
                      <a:pt x="2851994" y="2941865"/>
                      <a:pt x="2671269" y="2950421"/>
                    </a:cubicBezTo>
                    <a:cubicBezTo>
                      <a:pt x="2629026" y="2952413"/>
                      <a:pt x="2585877" y="2953341"/>
                      <a:pt x="2542071" y="2953341"/>
                    </a:cubicBezTo>
                    <a:cubicBezTo>
                      <a:pt x="2239030" y="2953341"/>
                      <a:pt x="1901397" y="2908956"/>
                      <a:pt x="1573454" y="2865839"/>
                    </a:cubicBezTo>
                    <a:cubicBezTo>
                      <a:pt x="1264663" y="2825257"/>
                      <a:pt x="964519" y="2785806"/>
                      <a:pt x="710763" y="278580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97EEBB8-31F1-0B5C-48A1-5636EAF3E034}"/>
                  </a:ext>
                </a:extLst>
              </p:cNvPr>
              <p:cNvSpPr/>
              <p:nvPr/>
            </p:nvSpPr>
            <p:spPr>
              <a:xfrm>
                <a:off x="3170475" y="42676"/>
                <a:ext cx="5793011" cy="6628777"/>
              </a:xfrm>
              <a:custGeom>
                <a:avLst/>
                <a:gdLst>
                  <a:gd name="connsiteX0" fmla="*/ 2970598 w 5793011"/>
                  <a:gd name="connsiteY0" fmla="*/ 6628777 h 6628777"/>
                  <a:gd name="connsiteX1" fmla="*/ 2833340 w 5793011"/>
                  <a:gd name="connsiteY1" fmla="*/ 6584619 h 6628777"/>
                  <a:gd name="connsiteX2" fmla="*/ 2801011 w 5793011"/>
                  <a:gd name="connsiteY2" fmla="*/ 6469142 h 6628777"/>
                  <a:gd name="connsiteX3" fmla="*/ 2866301 w 5793011"/>
                  <a:gd name="connsiteY3" fmla="*/ 6277344 h 6628777"/>
                  <a:gd name="connsiteX4" fmla="*/ 3175613 w 5793011"/>
                  <a:gd name="connsiteY4" fmla="*/ 5408506 h 6628777"/>
                  <a:gd name="connsiteX5" fmla="*/ 3105728 w 5793011"/>
                  <a:gd name="connsiteY5" fmla="*/ 4832185 h 6628777"/>
                  <a:gd name="connsiteX6" fmla="*/ 1521747 w 5793011"/>
                  <a:gd name="connsiteY6" fmla="*/ 4134592 h 6628777"/>
                  <a:gd name="connsiteX7" fmla="*/ 471563 w 5793011"/>
                  <a:gd name="connsiteY7" fmla="*/ 3872042 h 6628777"/>
                  <a:gd name="connsiteX8" fmla="*/ 129289 w 5793011"/>
                  <a:gd name="connsiteY8" fmla="*/ 3616259 h 6628777"/>
                  <a:gd name="connsiteX9" fmla="*/ 33732 w 5793011"/>
                  <a:gd name="connsiteY9" fmla="*/ 3435009 h 6628777"/>
                  <a:gd name="connsiteX10" fmla="*/ 0 w 5793011"/>
                  <a:gd name="connsiteY10" fmla="*/ 3209872 h 6628777"/>
                  <a:gd name="connsiteX11" fmla="*/ 35429 w 5793011"/>
                  <a:gd name="connsiteY11" fmla="*/ 3005195 h 6628777"/>
                  <a:gd name="connsiteX12" fmla="*/ 135968 w 5793011"/>
                  <a:gd name="connsiteY12" fmla="*/ 2862445 h 6628777"/>
                  <a:gd name="connsiteX13" fmla="*/ 1528358 w 5793011"/>
                  <a:gd name="connsiteY13" fmla="*/ 2788976 h 6628777"/>
                  <a:gd name="connsiteX14" fmla="*/ 2604146 w 5793011"/>
                  <a:gd name="connsiteY14" fmla="*/ 2865568 h 6628777"/>
                  <a:gd name="connsiteX15" fmla="*/ 3375150 w 5793011"/>
                  <a:gd name="connsiteY15" fmla="*/ 2546434 h 6628777"/>
                  <a:gd name="connsiteX16" fmla="*/ 3518792 w 5793011"/>
                  <a:gd name="connsiteY16" fmla="*/ 1782231 h 6628777"/>
                  <a:gd name="connsiteX17" fmla="*/ 3084289 w 5793011"/>
                  <a:gd name="connsiteY17" fmla="*/ 365544 h 6628777"/>
                  <a:gd name="connsiteX18" fmla="*/ 3032152 w 5793011"/>
                  <a:gd name="connsiteY18" fmla="*/ 24364 h 6628777"/>
                  <a:gd name="connsiteX19" fmla="*/ 3170361 w 5793011"/>
                  <a:gd name="connsiteY19" fmla="*/ 13364 h 6628777"/>
                  <a:gd name="connsiteX20" fmla="*/ 3796931 w 5793011"/>
                  <a:gd name="connsiteY20" fmla="*/ 441435 h 6628777"/>
                  <a:gd name="connsiteX21" fmla="*/ 4632704 w 5793011"/>
                  <a:gd name="connsiteY21" fmla="*/ 1299364 h 6628777"/>
                  <a:gd name="connsiteX22" fmla="*/ 5390057 w 5793011"/>
                  <a:gd name="connsiteY22" fmla="*/ 2352418 h 6628777"/>
                  <a:gd name="connsiteX23" fmla="*/ 5781050 w 5793011"/>
                  <a:gd name="connsiteY23" fmla="*/ 3365908 h 6628777"/>
                  <a:gd name="connsiteX24" fmla="*/ 5040155 w 5793011"/>
                  <a:gd name="connsiteY24" fmla="*/ 5251247 h 6628777"/>
                  <a:gd name="connsiteX25" fmla="*/ 4255114 w 5793011"/>
                  <a:gd name="connsiteY25" fmla="*/ 5986682 h 6628777"/>
                  <a:gd name="connsiteX26" fmla="*/ 3481189 w 5793011"/>
                  <a:gd name="connsiteY26" fmla="*/ 6472944 h 6628777"/>
                  <a:gd name="connsiteX27" fmla="*/ 3071702 w 5793011"/>
                  <a:gd name="connsiteY27" fmla="*/ 6618660 h 6628777"/>
                  <a:gd name="connsiteX28" fmla="*/ 2970665 w 5793011"/>
                  <a:gd name="connsiteY28" fmla="*/ 6628777 h 6628777"/>
                  <a:gd name="connsiteX29" fmla="*/ 708092 w 5793011"/>
                  <a:gd name="connsiteY29" fmla="*/ 2718246 h 6628777"/>
                  <a:gd name="connsiteX30" fmla="*/ 137507 w 5793011"/>
                  <a:gd name="connsiteY30" fmla="*/ 2864233 h 6628777"/>
                  <a:gd name="connsiteX31" fmla="*/ 2354 w 5793011"/>
                  <a:gd name="connsiteY31" fmla="*/ 3209872 h 6628777"/>
                  <a:gd name="connsiteX32" fmla="*/ 472536 w 5793011"/>
                  <a:gd name="connsiteY32" fmla="*/ 3869892 h 6628777"/>
                  <a:gd name="connsiteX33" fmla="*/ 1522132 w 5793011"/>
                  <a:gd name="connsiteY33" fmla="*/ 4132239 h 6628777"/>
                  <a:gd name="connsiteX34" fmla="*/ 3107833 w 5793011"/>
                  <a:gd name="connsiteY34" fmla="*/ 4831099 h 6628777"/>
                  <a:gd name="connsiteX35" fmla="*/ 3184397 w 5793011"/>
                  <a:gd name="connsiteY35" fmla="*/ 5087923 h 6628777"/>
                  <a:gd name="connsiteX36" fmla="*/ 3177945 w 5793011"/>
                  <a:gd name="connsiteY36" fmla="*/ 5408845 h 6628777"/>
                  <a:gd name="connsiteX37" fmla="*/ 3076569 w 5793011"/>
                  <a:gd name="connsiteY37" fmla="*/ 5802717 h 6628777"/>
                  <a:gd name="connsiteX38" fmla="*/ 2868384 w 5793011"/>
                  <a:gd name="connsiteY38" fmla="*/ 6278431 h 6628777"/>
                  <a:gd name="connsiteX39" fmla="*/ 2803343 w 5793011"/>
                  <a:gd name="connsiteY39" fmla="*/ 6469368 h 6628777"/>
                  <a:gd name="connsiteX40" fmla="*/ 2835015 w 5793011"/>
                  <a:gd name="connsiteY40" fmla="*/ 6582967 h 6628777"/>
                  <a:gd name="connsiteX41" fmla="*/ 3071204 w 5793011"/>
                  <a:gd name="connsiteY41" fmla="*/ 6616329 h 6628777"/>
                  <a:gd name="connsiteX42" fmla="*/ 3480080 w 5793011"/>
                  <a:gd name="connsiteY42" fmla="*/ 6470817 h 6628777"/>
                  <a:gd name="connsiteX43" fmla="*/ 5038275 w 5793011"/>
                  <a:gd name="connsiteY43" fmla="*/ 5249708 h 6628777"/>
                  <a:gd name="connsiteX44" fmla="*/ 5778627 w 5793011"/>
                  <a:gd name="connsiteY44" fmla="*/ 3366202 h 6628777"/>
                  <a:gd name="connsiteX45" fmla="*/ 4630848 w 5793011"/>
                  <a:gd name="connsiteY45" fmla="*/ 1300903 h 6628777"/>
                  <a:gd name="connsiteX46" fmla="*/ 3795301 w 5793011"/>
                  <a:gd name="connsiteY46" fmla="*/ 443223 h 6628777"/>
                  <a:gd name="connsiteX47" fmla="*/ 3169591 w 5793011"/>
                  <a:gd name="connsiteY47" fmla="*/ 15628 h 6628777"/>
                  <a:gd name="connsiteX48" fmla="*/ 3033850 w 5793011"/>
                  <a:gd name="connsiteY48" fmla="*/ 25971 h 6628777"/>
                  <a:gd name="connsiteX49" fmla="*/ 3086417 w 5793011"/>
                  <a:gd name="connsiteY49" fmla="*/ 364616 h 6628777"/>
                  <a:gd name="connsiteX50" fmla="*/ 3386922 w 5793011"/>
                  <a:gd name="connsiteY50" fmla="*/ 1166142 h 6628777"/>
                  <a:gd name="connsiteX51" fmla="*/ 3521101 w 5793011"/>
                  <a:gd name="connsiteY51" fmla="*/ 1782004 h 6628777"/>
                  <a:gd name="connsiteX52" fmla="*/ 3510620 w 5793011"/>
                  <a:gd name="connsiteY52" fmla="*/ 2235017 h 6628777"/>
                  <a:gd name="connsiteX53" fmla="*/ 3377007 w 5793011"/>
                  <a:gd name="connsiteY53" fmla="*/ 2547905 h 6628777"/>
                  <a:gd name="connsiteX54" fmla="*/ 3052798 w 5793011"/>
                  <a:gd name="connsiteY54" fmla="*/ 2783046 h 6628777"/>
                  <a:gd name="connsiteX55" fmla="*/ 2604236 w 5793011"/>
                  <a:gd name="connsiteY55" fmla="*/ 2867967 h 6628777"/>
                  <a:gd name="connsiteX56" fmla="*/ 2456066 w 5793011"/>
                  <a:gd name="connsiteY56" fmla="*/ 2871793 h 6628777"/>
                  <a:gd name="connsiteX57" fmla="*/ 1527995 w 5793011"/>
                  <a:gd name="connsiteY57" fmla="*/ 2791330 h 6628777"/>
                  <a:gd name="connsiteX58" fmla="*/ 708069 w 5793011"/>
                  <a:gd name="connsiteY58" fmla="*/ 2718223 h 6628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5793011" h="6628777">
                    <a:moveTo>
                      <a:pt x="2970598" y="6628777"/>
                    </a:moveTo>
                    <a:cubicBezTo>
                      <a:pt x="2908002" y="6628777"/>
                      <a:pt x="2862023" y="6614020"/>
                      <a:pt x="2833340" y="6584619"/>
                    </a:cubicBezTo>
                    <a:cubicBezTo>
                      <a:pt x="2807214" y="6557821"/>
                      <a:pt x="2796325" y="6518981"/>
                      <a:pt x="2801011" y="6469142"/>
                    </a:cubicBezTo>
                    <a:cubicBezTo>
                      <a:pt x="2805902" y="6417062"/>
                      <a:pt x="2827861" y="6352533"/>
                      <a:pt x="2866301" y="6277344"/>
                    </a:cubicBezTo>
                    <a:cubicBezTo>
                      <a:pt x="3035819" y="5945648"/>
                      <a:pt x="3139889" y="5653334"/>
                      <a:pt x="3175613" y="5408506"/>
                    </a:cubicBezTo>
                    <a:cubicBezTo>
                      <a:pt x="3208824" y="5180811"/>
                      <a:pt x="3185982" y="4992295"/>
                      <a:pt x="3105728" y="4832185"/>
                    </a:cubicBezTo>
                    <a:cubicBezTo>
                      <a:pt x="2871803" y="4365433"/>
                      <a:pt x="2185467" y="4248078"/>
                      <a:pt x="1521747" y="4134592"/>
                    </a:cubicBezTo>
                    <a:cubicBezTo>
                      <a:pt x="1127654" y="4067212"/>
                      <a:pt x="755384" y="4003566"/>
                      <a:pt x="471563" y="3872042"/>
                    </a:cubicBezTo>
                    <a:cubicBezTo>
                      <a:pt x="318933" y="3801312"/>
                      <a:pt x="206985" y="3717658"/>
                      <a:pt x="129289" y="3616259"/>
                    </a:cubicBezTo>
                    <a:cubicBezTo>
                      <a:pt x="87249" y="3561395"/>
                      <a:pt x="55102" y="3500397"/>
                      <a:pt x="33732" y="3435009"/>
                    </a:cubicBezTo>
                    <a:cubicBezTo>
                      <a:pt x="11342" y="3366496"/>
                      <a:pt x="0" y="3290764"/>
                      <a:pt x="0" y="3209872"/>
                    </a:cubicBezTo>
                    <a:cubicBezTo>
                      <a:pt x="0" y="3128979"/>
                      <a:pt x="11908" y="3063500"/>
                      <a:pt x="35429" y="3005195"/>
                    </a:cubicBezTo>
                    <a:cubicBezTo>
                      <a:pt x="57887" y="2949471"/>
                      <a:pt x="91709" y="2901443"/>
                      <a:pt x="135968" y="2862445"/>
                    </a:cubicBezTo>
                    <a:cubicBezTo>
                      <a:pt x="383793" y="2644075"/>
                      <a:pt x="939753" y="2714466"/>
                      <a:pt x="1528358" y="2788976"/>
                    </a:cubicBezTo>
                    <a:cubicBezTo>
                      <a:pt x="1895307" y="2835420"/>
                      <a:pt x="2274731" y="2883471"/>
                      <a:pt x="2604146" y="2865568"/>
                    </a:cubicBezTo>
                    <a:cubicBezTo>
                      <a:pt x="2976914" y="2845311"/>
                      <a:pt x="3229108" y="2740925"/>
                      <a:pt x="3375150" y="2546434"/>
                    </a:cubicBezTo>
                    <a:cubicBezTo>
                      <a:pt x="3508718" y="2368533"/>
                      <a:pt x="3555716" y="2118567"/>
                      <a:pt x="3518792" y="1782231"/>
                    </a:cubicBezTo>
                    <a:cubicBezTo>
                      <a:pt x="3478405" y="1414252"/>
                      <a:pt x="3332205" y="937610"/>
                      <a:pt x="3084289" y="365544"/>
                    </a:cubicBezTo>
                    <a:cubicBezTo>
                      <a:pt x="3006774" y="186693"/>
                      <a:pt x="2989229" y="71895"/>
                      <a:pt x="3032152" y="24364"/>
                    </a:cubicBezTo>
                    <a:cubicBezTo>
                      <a:pt x="3057643" y="-3882"/>
                      <a:pt x="3104143" y="-7594"/>
                      <a:pt x="3170361" y="13364"/>
                    </a:cubicBezTo>
                    <a:cubicBezTo>
                      <a:pt x="3309317" y="57319"/>
                      <a:pt x="3531832" y="209327"/>
                      <a:pt x="3796931" y="441435"/>
                    </a:cubicBezTo>
                    <a:cubicBezTo>
                      <a:pt x="4066648" y="677595"/>
                      <a:pt x="4363463" y="982289"/>
                      <a:pt x="4632704" y="1299364"/>
                    </a:cubicBezTo>
                    <a:cubicBezTo>
                      <a:pt x="4935066" y="1655459"/>
                      <a:pt x="5196950" y="2019612"/>
                      <a:pt x="5390057" y="2352418"/>
                    </a:cubicBezTo>
                    <a:cubicBezTo>
                      <a:pt x="5614678" y="2739544"/>
                      <a:pt x="5746208" y="3080543"/>
                      <a:pt x="5781050" y="3365908"/>
                    </a:cubicBezTo>
                    <a:cubicBezTo>
                      <a:pt x="5871853" y="4109922"/>
                      <a:pt x="5428271" y="4801833"/>
                      <a:pt x="5040155" y="5251247"/>
                    </a:cubicBezTo>
                    <a:cubicBezTo>
                      <a:pt x="4816439" y="5510289"/>
                      <a:pt x="4544980" y="5764601"/>
                      <a:pt x="4255114" y="5986682"/>
                    </a:cubicBezTo>
                    <a:cubicBezTo>
                      <a:pt x="3992189" y="6188122"/>
                      <a:pt x="3724577" y="6356268"/>
                      <a:pt x="3481189" y="6472944"/>
                    </a:cubicBezTo>
                    <a:cubicBezTo>
                      <a:pt x="3323941" y="6548314"/>
                      <a:pt x="3182337" y="6598720"/>
                      <a:pt x="3071702" y="6618660"/>
                    </a:cubicBezTo>
                    <a:cubicBezTo>
                      <a:pt x="3034280" y="6625405"/>
                      <a:pt x="3000571" y="6628777"/>
                      <a:pt x="2970665" y="6628777"/>
                    </a:cubicBezTo>
                    <a:close/>
                    <a:moveTo>
                      <a:pt x="708092" y="2718246"/>
                    </a:moveTo>
                    <a:cubicBezTo>
                      <a:pt x="463368" y="2718246"/>
                      <a:pt x="261590" y="2754912"/>
                      <a:pt x="137507" y="2864233"/>
                    </a:cubicBezTo>
                    <a:cubicBezTo>
                      <a:pt x="46568" y="2944379"/>
                      <a:pt x="2354" y="3057434"/>
                      <a:pt x="2354" y="3209872"/>
                    </a:cubicBezTo>
                    <a:cubicBezTo>
                      <a:pt x="2354" y="3511533"/>
                      <a:pt x="151769" y="3721257"/>
                      <a:pt x="472536" y="3869892"/>
                    </a:cubicBezTo>
                    <a:cubicBezTo>
                      <a:pt x="756085" y="4001280"/>
                      <a:pt x="1128174" y="4064904"/>
                      <a:pt x="1522132" y="4132239"/>
                    </a:cubicBezTo>
                    <a:cubicBezTo>
                      <a:pt x="2186440" y="4245814"/>
                      <a:pt x="2873364" y="4363261"/>
                      <a:pt x="3107833" y="4831099"/>
                    </a:cubicBezTo>
                    <a:cubicBezTo>
                      <a:pt x="3146658" y="4908574"/>
                      <a:pt x="3172421" y="4994989"/>
                      <a:pt x="3184397" y="5087923"/>
                    </a:cubicBezTo>
                    <a:cubicBezTo>
                      <a:pt x="3196961" y="5185406"/>
                      <a:pt x="3194788" y="5293368"/>
                      <a:pt x="3177945" y="5408845"/>
                    </a:cubicBezTo>
                    <a:cubicBezTo>
                      <a:pt x="3160377" y="5529279"/>
                      <a:pt x="3126261" y="5661777"/>
                      <a:pt x="3076569" y="5802717"/>
                    </a:cubicBezTo>
                    <a:cubicBezTo>
                      <a:pt x="3024976" y="5949043"/>
                      <a:pt x="2954932" y="6109108"/>
                      <a:pt x="2868384" y="6278431"/>
                    </a:cubicBezTo>
                    <a:cubicBezTo>
                      <a:pt x="2830079" y="6353348"/>
                      <a:pt x="2808211" y="6417605"/>
                      <a:pt x="2803343" y="6469368"/>
                    </a:cubicBezTo>
                    <a:cubicBezTo>
                      <a:pt x="2798725" y="6518461"/>
                      <a:pt x="2809388" y="6556689"/>
                      <a:pt x="2835015" y="6582967"/>
                    </a:cubicBezTo>
                    <a:cubicBezTo>
                      <a:pt x="2876806" y="6625812"/>
                      <a:pt x="2956267" y="6637038"/>
                      <a:pt x="3071204" y="6616329"/>
                    </a:cubicBezTo>
                    <a:cubicBezTo>
                      <a:pt x="3181635" y="6596411"/>
                      <a:pt x="3323036" y="6546096"/>
                      <a:pt x="3480080" y="6470817"/>
                    </a:cubicBezTo>
                    <a:cubicBezTo>
                      <a:pt x="3895567" y="6271663"/>
                      <a:pt x="4523088" y="5846286"/>
                      <a:pt x="5038275" y="5249708"/>
                    </a:cubicBezTo>
                    <a:cubicBezTo>
                      <a:pt x="5426076" y="4800656"/>
                      <a:pt x="5869318" y="4109356"/>
                      <a:pt x="5778627" y="3366202"/>
                    </a:cubicBezTo>
                    <a:cubicBezTo>
                      <a:pt x="5713994" y="2836620"/>
                      <a:pt x="5295631" y="2083847"/>
                      <a:pt x="4630848" y="1300903"/>
                    </a:cubicBezTo>
                    <a:cubicBezTo>
                      <a:pt x="4361674" y="983896"/>
                      <a:pt x="4064950" y="679292"/>
                      <a:pt x="3795301" y="443223"/>
                    </a:cubicBezTo>
                    <a:cubicBezTo>
                      <a:pt x="3530474" y="211341"/>
                      <a:pt x="3308253" y="59492"/>
                      <a:pt x="3169591" y="15628"/>
                    </a:cubicBezTo>
                    <a:cubicBezTo>
                      <a:pt x="3104347" y="-5014"/>
                      <a:pt x="3058662" y="-1529"/>
                      <a:pt x="3033850" y="25971"/>
                    </a:cubicBezTo>
                    <a:cubicBezTo>
                      <a:pt x="2991629" y="72755"/>
                      <a:pt x="3009310" y="186693"/>
                      <a:pt x="3086417" y="364616"/>
                    </a:cubicBezTo>
                    <a:cubicBezTo>
                      <a:pt x="3213374" y="657586"/>
                      <a:pt x="3314501" y="927267"/>
                      <a:pt x="3386922" y="1166142"/>
                    </a:cubicBezTo>
                    <a:cubicBezTo>
                      <a:pt x="3456174" y="1394539"/>
                      <a:pt x="3501315" y="1601750"/>
                      <a:pt x="3521101" y="1782004"/>
                    </a:cubicBezTo>
                    <a:cubicBezTo>
                      <a:pt x="3539914" y="1953386"/>
                      <a:pt x="3536382" y="2105801"/>
                      <a:pt x="3510620" y="2235017"/>
                    </a:cubicBezTo>
                    <a:cubicBezTo>
                      <a:pt x="3486306" y="2356967"/>
                      <a:pt x="3441345" y="2462236"/>
                      <a:pt x="3377007" y="2547905"/>
                    </a:cubicBezTo>
                    <a:cubicBezTo>
                      <a:pt x="3299537" y="2651069"/>
                      <a:pt x="3190464" y="2730174"/>
                      <a:pt x="3052798" y="2783046"/>
                    </a:cubicBezTo>
                    <a:cubicBezTo>
                      <a:pt x="2929214" y="2830509"/>
                      <a:pt x="2782493" y="2858303"/>
                      <a:pt x="2604236" y="2867967"/>
                    </a:cubicBezTo>
                    <a:cubicBezTo>
                      <a:pt x="2555880" y="2870593"/>
                      <a:pt x="2506392" y="2871793"/>
                      <a:pt x="2456066" y="2871793"/>
                    </a:cubicBezTo>
                    <a:cubicBezTo>
                      <a:pt x="2163439" y="2871793"/>
                      <a:pt x="1841201" y="2830984"/>
                      <a:pt x="1527995" y="2791330"/>
                    </a:cubicBezTo>
                    <a:cubicBezTo>
                      <a:pt x="1235300" y="2754279"/>
                      <a:pt x="950597" y="2718223"/>
                      <a:pt x="708069" y="271822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446F74E-4142-E5AF-27CE-71B9673B3303}"/>
                  </a:ext>
                </a:extLst>
              </p:cNvPr>
              <p:cNvSpPr/>
              <p:nvPr/>
            </p:nvSpPr>
            <p:spPr>
              <a:xfrm>
                <a:off x="3215549" y="54856"/>
                <a:ext cx="5727481" cy="6559990"/>
              </a:xfrm>
              <a:custGeom>
                <a:avLst/>
                <a:gdLst>
                  <a:gd name="connsiteX0" fmla="*/ 2930708 w 5727481"/>
                  <a:gd name="connsiteY0" fmla="*/ 6559990 h 6559990"/>
                  <a:gd name="connsiteX1" fmla="*/ 2779844 w 5727481"/>
                  <a:gd name="connsiteY1" fmla="*/ 6512573 h 6559990"/>
                  <a:gd name="connsiteX2" fmla="*/ 2753266 w 5727481"/>
                  <a:gd name="connsiteY2" fmla="*/ 6405945 h 6559990"/>
                  <a:gd name="connsiteX3" fmla="*/ 2821228 w 5727481"/>
                  <a:gd name="connsiteY3" fmla="*/ 6235423 h 6559990"/>
                  <a:gd name="connsiteX4" fmla="*/ 3113108 w 5727481"/>
                  <a:gd name="connsiteY4" fmla="*/ 4910064 h 6559990"/>
                  <a:gd name="connsiteX5" fmla="*/ 2509901 w 5727481"/>
                  <a:gd name="connsiteY5" fmla="*/ 4409679 h 6559990"/>
                  <a:gd name="connsiteX6" fmla="*/ 1555139 w 5727481"/>
                  <a:gd name="connsiteY6" fmla="*/ 4149052 h 6559990"/>
                  <a:gd name="connsiteX7" fmla="*/ 484331 w 5727481"/>
                  <a:gd name="connsiteY7" fmla="*/ 3832928 h 6559990"/>
                  <a:gd name="connsiteX8" fmla="*/ 133047 w 5727481"/>
                  <a:gd name="connsiteY8" fmla="*/ 3559106 h 6559990"/>
                  <a:gd name="connsiteX9" fmla="*/ 34750 w 5727481"/>
                  <a:gd name="connsiteY9" fmla="*/ 3372717 h 6559990"/>
                  <a:gd name="connsiteX10" fmla="*/ 0 w 5727481"/>
                  <a:gd name="connsiteY10" fmla="*/ 3145634 h 6559990"/>
                  <a:gd name="connsiteX11" fmla="*/ 35407 w 5727481"/>
                  <a:gd name="connsiteY11" fmla="*/ 2939034 h 6559990"/>
                  <a:gd name="connsiteX12" fmla="*/ 135900 w 5727481"/>
                  <a:gd name="connsiteY12" fmla="*/ 2795333 h 6559990"/>
                  <a:gd name="connsiteX13" fmla="*/ 1483737 w 5727481"/>
                  <a:gd name="connsiteY13" fmla="*/ 2714236 h 6559990"/>
                  <a:gd name="connsiteX14" fmla="*/ 2537950 w 5727481"/>
                  <a:gd name="connsiteY14" fmla="*/ 2781979 h 6559990"/>
                  <a:gd name="connsiteX15" fmla="*/ 3307687 w 5727481"/>
                  <a:gd name="connsiteY15" fmla="*/ 2459246 h 6559990"/>
                  <a:gd name="connsiteX16" fmla="*/ 3474715 w 5727481"/>
                  <a:gd name="connsiteY16" fmla="*/ 1716318 h 6559990"/>
                  <a:gd name="connsiteX17" fmla="*/ 3111795 w 5727481"/>
                  <a:gd name="connsiteY17" fmla="*/ 353274 h 6559990"/>
                  <a:gd name="connsiteX18" fmla="*/ 3071136 w 5727481"/>
                  <a:gd name="connsiteY18" fmla="*/ 22415 h 6559990"/>
                  <a:gd name="connsiteX19" fmla="*/ 3190034 w 5727481"/>
                  <a:gd name="connsiteY19" fmla="*/ 10283 h 6559990"/>
                  <a:gd name="connsiteX20" fmla="*/ 3777416 w 5727481"/>
                  <a:gd name="connsiteY20" fmla="*/ 430047 h 6559990"/>
                  <a:gd name="connsiteX21" fmla="*/ 4573685 w 5727481"/>
                  <a:gd name="connsiteY21" fmla="*/ 1288587 h 6559990"/>
                  <a:gd name="connsiteX22" fmla="*/ 5307268 w 5727481"/>
                  <a:gd name="connsiteY22" fmla="*/ 2343791 h 6559990"/>
                  <a:gd name="connsiteX23" fmla="*/ 5706297 w 5727481"/>
                  <a:gd name="connsiteY23" fmla="*/ 3353637 h 6559990"/>
                  <a:gd name="connsiteX24" fmla="*/ 5593896 w 5727481"/>
                  <a:gd name="connsiteY24" fmla="*/ 4331864 h 6559990"/>
                  <a:gd name="connsiteX25" fmla="*/ 5070083 w 5727481"/>
                  <a:gd name="connsiteY25" fmla="*/ 5196063 h 6559990"/>
                  <a:gd name="connsiteX26" fmla="*/ 4329573 w 5727481"/>
                  <a:gd name="connsiteY26" fmla="*/ 5891573 h 6559990"/>
                  <a:gd name="connsiteX27" fmla="*/ 3566922 w 5727481"/>
                  <a:gd name="connsiteY27" fmla="*/ 6363779 h 6559990"/>
                  <a:gd name="connsiteX28" fmla="*/ 3063982 w 5727481"/>
                  <a:gd name="connsiteY28" fmla="*/ 6545459 h 6559990"/>
                  <a:gd name="connsiteX29" fmla="*/ 2930708 w 5727481"/>
                  <a:gd name="connsiteY29" fmla="*/ 6559922 h 6559990"/>
                  <a:gd name="connsiteX30" fmla="*/ 707933 w 5727481"/>
                  <a:gd name="connsiteY30" fmla="*/ 2650975 h 6559990"/>
                  <a:gd name="connsiteX31" fmla="*/ 137507 w 5727481"/>
                  <a:gd name="connsiteY31" fmla="*/ 2797166 h 6559990"/>
                  <a:gd name="connsiteX32" fmla="*/ 2445 w 5727481"/>
                  <a:gd name="connsiteY32" fmla="*/ 3145634 h 6559990"/>
                  <a:gd name="connsiteX33" fmla="*/ 485418 w 5727481"/>
                  <a:gd name="connsiteY33" fmla="*/ 3830732 h 6559990"/>
                  <a:gd name="connsiteX34" fmla="*/ 1555637 w 5727481"/>
                  <a:gd name="connsiteY34" fmla="*/ 4146653 h 6559990"/>
                  <a:gd name="connsiteX35" fmla="*/ 2510807 w 5727481"/>
                  <a:gd name="connsiteY35" fmla="*/ 4407393 h 6559990"/>
                  <a:gd name="connsiteX36" fmla="*/ 2879613 w 5727481"/>
                  <a:gd name="connsiteY36" fmla="*/ 4613178 h 6559990"/>
                  <a:gd name="connsiteX37" fmla="*/ 3115326 w 5727481"/>
                  <a:gd name="connsiteY37" fmla="*/ 4909068 h 6559990"/>
                  <a:gd name="connsiteX38" fmla="*/ 3174753 w 5727481"/>
                  <a:gd name="connsiteY38" fmla="*/ 5152923 h 6559990"/>
                  <a:gd name="connsiteX39" fmla="*/ 3153223 w 5727481"/>
                  <a:gd name="connsiteY39" fmla="*/ 5450646 h 6559990"/>
                  <a:gd name="connsiteX40" fmla="*/ 2823311 w 5727481"/>
                  <a:gd name="connsiteY40" fmla="*/ 6236645 h 6559990"/>
                  <a:gd name="connsiteX41" fmla="*/ 2755666 w 5727481"/>
                  <a:gd name="connsiteY41" fmla="*/ 6406262 h 6559990"/>
                  <a:gd name="connsiteX42" fmla="*/ 2781610 w 5727481"/>
                  <a:gd name="connsiteY42" fmla="*/ 6510897 h 6559990"/>
                  <a:gd name="connsiteX43" fmla="*/ 3063461 w 5727481"/>
                  <a:gd name="connsiteY43" fmla="*/ 6543106 h 6559990"/>
                  <a:gd name="connsiteX44" fmla="*/ 3565813 w 5727481"/>
                  <a:gd name="connsiteY44" fmla="*/ 6361629 h 6559990"/>
                  <a:gd name="connsiteX45" fmla="*/ 5068159 w 5727481"/>
                  <a:gd name="connsiteY45" fmla="*/ 5194547 h 6559990"/>
                  <a:gd name="connsiteX46" fmla="*/ 5703829 w 5727481"/>
                  <a:gd name="connsiteY46" fmla="*/ 3354067 h 6559990"/>
                  <a:gd name="connsiteX47" fmla="*/ 4571739 w 5727481"/>
                  <a:gd name="connsiteY47" fmla="*/ 1290171 h 6559990"/>
                  <a:gd name="connsiteX48" fmla="*/ 3775718 w 5727481"/>
                  <a:gd name="connsiteY48" fmla="*/ 431903 h 6559990"/>
                  <a:gd name="connsiteX49" fmla="*/ 3189287 w 5727481"/>
                  <a:gd name="connsiteY49" fmla="*/ 12682 h 6559990"/>
                  <a:gd name="connsiteX50" fmla="*/ 3072902 w 5727481"/>
                  <a:gd name="connsiteY50" fmla="*/ 24135 h 6559990"/>
                  <a:gd name="connsiteX51" fmla="*/ 3114036 w 5727481"/>
                  <a:gd name="connsiteY51" fmla="*/ 352436 h 6559990"/>
                  <a:gd name="connsiteX52" fmla="*/ 3371777 w 5727481"/>
                  <a:gd name="connsiteY52" fmla="*/ 1122411 h 6559990"/>
                  <a:gd name="connsiteX53" fmla="*/ 3477115 w 5727481"/>
                  <a:gd name="connsiteY53" fmla="*/ 1716182 h 6559990"/>
                  <a:gd name="connsiteX54" fmla="*/ 3449812 w 5727481"/>
                  <a:gd name="connsiteY54" fmla="*/ 2155185 h 6559990"/>
                  <a:gd name="connsiteX55" fmla="*/ 3309589 w 5727481"/>
                  <a:gd name="connsiteY55" fmla="*/ 2460762 h 6559990"/>
                  <a:gd name="connsiteX56" fmla="*/ 2982528 w 5727481"/>
                  <a:gd name="connsiteY56" fmla="*/ 2696740 h 6559990"/>
                  <a:gd name="connsiteX57" fmla="*/ 2538064 w 5727481"/>
                  <a:gd name="connsiteY57" fmla="*/ 2784446 h 6559990"/>
                  <a:gd name="connsiteX58" fmla="*/ 2367844 w 5727481"/>
                  <a:gd name="connsiteY58" fmla="*/ 2789471 h 6559990"/>
                  <a:gd name="connsiteX59" fmla="*/ 1483397 w 5727481"/>
                  <a:gd name="connsiteY59" fmla="*/ 2716681 h 6559990"/>
                  <a:gd name="connsiteX60" fmla="*/ 707888 w 5727481"/>
                  <a:gd name="connsiteY60" fmla="*/ 2650975 h 6559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727481" h="6559990">
                    <a:moveTo>
                      <a:pt x="2930708" y="6559990"/>
                    </a:moveTo>
                    <a:cubicBezTo>
                      <a:pt x="2860189" y="6559990"/>
                      <a:pt x="2808935" y="6544079"/>
                      <a:pt x="2779844" y="6512573"/>
                    </a:cubicBezTo>
                    <a:cubicBezTo>
                      <a:pt x="2756119" y="6486861"/>
                      <a:pt x="2747154" y="6450986"/>
                      <a:pt x="2753266" y="6405945"/>
                    </a:cubicBezTo>
                    <a:cubicBezTo>
                      <a:pt x="2759628" y="6358913"/>
                      <a:pt x="2782493" y="6301536"/>
                      <a:pt x="2821228" y="6235423"/>
                    </a:cubicBezTo>
                    <a:cubicBezTo>
                      <a:pt x="3157208" y="5661728"/>
                      <a:pt x="3252698" y="5228203"/>
                      <a:pt x="3113108" y="4910064"/>
                    </a:cubicBezTo>
                    <a:cubicBezTo>
                      <a:pt x="3021376" y="4700997"/>
                      <a:pt x="2824058" y="4537310"/>
                      <a:pt x="2509901" y="4409679"/>
                    </a:cubicBezTo>
                    <a:cubicBezTo>
                      <a:pt x="2230019" y="4295967"/>
                      <a:pt x="1886931" y="4221299"/>
                      <a:pt x="1555139" y="4149052"/>
                    </a:cubicBezTo>
                    <a:cubicBezTo>
                      <a:pt x="1171708" y="4065579"/>
                      <a:pt x="775192" y="3979277"/>
                      <a:pt x="484331" y="3832928"/>
                    </a:cubicBezTo>
                    <a:cubicBezTo>
                      <a:pt x="327785" y="3754163"/>
                      <a:pt x="212871" y="3664601"/>
                      <a:pt x="133047" y="3559106"/>
                    </a:cubicBezTo>
                    <a:cubicBezTo>
                      <a:pt x="89807" y="3501956"/>
                      <a:pt x="56732" y="3439261"/>
                      <a:pt x="34750" y="3372717"/>
                    </a:cubicBezTo>
                    <a:cubicBezTo>
                      <a:pt x="11682" y="3302961"/>
                      <a:pt x="0" y="3226549"/>
                      <a:pt x="0" y="3145634"/>
                    </a:cubicBezTo>
                    <a:cubicBezTo>
                      <a:pt x="0" y="3064719"/>
                      <a:pt x="11908" y="2997836"/>
                      <a:pt x="35407" y="2939034"/>
                    </a:cubicBezTo>
                    <a:cubicBezTo>
                      <a:pt x="57842" y="2882880"/>
                      <a:pt x="91664" y="2834534"/>
                      <a:pt x="135900" y="2795333"/>
                    </a:cubicBezTo>
                    <a:cubicBezTo>
                      <a:pt x="377884" y="2580834"/>
                      <a:pt x="915054" y="2645634"/>
                      <a:pt x="1483737" y="2714236"/>
                    </a:cubicBezTo>
                    <a:cubicBezTo>
                      <a:pt x="1842355" y="2757489"/>
                      <a:pt x="2213199" y="2802236"/>
                      <a:pt x="2537950" y="2781979"/>
                    </a:cubicBezTo>
                    <a:cubicBezTo>
                      <a:pt x="2905761" y="2759051"/>
                      <a:pt x="3157525" y="2653488"/>
                      <a:pt x="3307687" y="2459246"/>
                    </a:cubicBezTo>
                    <a:cubicBezTo>
                      <a:pt x="3442726" y="2284559"/>
                      <a:pt x="3497376" y="2041541"/>
                      <a:pt x="3474715" y="1716318"/>
                    </a:cubicBezTo>
                    <a:cubicBezTo>
                      <a:pt x="3449948" y="1360743"/>
                      <a:pt x="3327835" y="902162"/>
                      <a:pt x="3111795" y="353274"/>
                    </a:cubicBezTo>
                    <a:cubicBezTo>
                      <a:pt x="3043132" y="178836"/>
                      <a:pt x="3029458" y="67524"/>
                      <a:pt x="3071136" y="22415"/>
                    </a:cubicBezTo>
                    <a:cubicBezTo>
                      <a:pt x="3094272" y="-2618"/>
                      <a:pt x="3134275" y="-6715"/>
                      <a:pt x="3190034" y="10283"/>
                    </a:cubicBezTo>
                    <a:cubicBezTo>
                      <a:pt x="3317218" y="49032"/>
                      <a:pt x="3525810" y="198097"/>
                      <a:pt x="3777416" y="430047"/>
                    </a:cubicBezTo>
                    <a:cubicBezTo>
                      <a:pt x="4031127" y="663943"/>
                      <a:pt x="4313907" y="968841"/>
                      <a:pt x="4573685" y="1288587"/>
                    </a:cubicBezTo>
                    <a:cubicBezTo>
                      <a:pt x="4863166" y="1644886"/>
                      <a:pt x="5116832" y="2009786"/>
                      <a:pt x="5307268" y="2343791"/>
                    </a:cubicBezTo>
                    <a:cubicBezTo>
                      <a:pt x="5528040" y="2731030"/>
                      <a:pt x="5662287" y="3070807"/>
                      <a:pt x="5706297" y="3353637"/>
                    </a:cubicBezTo>
                    <a:cubicBezTo>
                      <a:pt x="5755988" y="3672953"/>
                      <a:pt x="5718159" y="4002069"/>
                      <a:pt x="5593896" y="4331864"/>
                    </a:cubicBezTo>
                    <a:cubicBezTo>
                      <a:pt x="5484234" y="4622865"/>
                      <a:pt x="5307992" y="4913617"/>
                      <a:pt x="5070083" y="5196063"/>
                    </a:cubicBezTo>
                    <a:cubicBezTo>
                      <a:pt x="4861468" y="5443720"/>
                      <a:pt x="4612329" y="5677730"/>
                      <a:pt x="4329573" y="5891573"/>
                    </a:cubicBezTo>
                    <a:cubicBezTo>
                      <a:pt x="4080932" y="6079636"/>
                      <a:pt x="3817215" y="6242915"/>
                      <a:pt x="3566922" y="6363779"/>
                    </a:cubicBezTo>
                    <a:cubicBezTo>
                      <a:pt x="3376214" y="6455853"/>
                      <a:pt x="3202304" y="6518684"/>
                      <a:pt x="3063982" y="6545459"/>
                    </a:cubicBezTo>
                    <a:cubicBezTo>
                      <a:pt x="3014064" y="6555124"/>
                      <a:pt x="2969465" y="6559922"/>
                      <a:pt x="2930708" y="6559922"/>
                    </a:cubicBezTo>
                    <a:close/>
                    <a:moveTo>
                      <a:pt x="707933" y="2650975"/>
                    </a:moveTo>
                    <a:cubicBezTo>
                      <a:pt x="463594" y="2650975"/>
                      <a:pt x="261522" y="2687257"/>
                      <a:pt x="137507" y="2797166"/>
                    </a:cubicBezTo>
                    <a:cubicBezTo>
                      <a:pt x="46613" y="2877719"/>
                      <a:pt x="2445" y="2991702"/>
                      <a:pt x="2445" y="3145634"/>
                    </a:cubicBezTo>
                    <a:cubicBezTo>
                      <a:pt x="2445" y="3443131"/>
                      <a:pt x="160417" y="3667227"/>
                      <a:pt x="485418" y="3830732"/>
                    </a:cubicBezTo>
                    <a:cubicBezTo>
                      <a:pt x="776007" y="3976946"/>
                      <a:pt x="1172365" y="4063225"/>
                      <a:pt x="1555637" y="4146653"/>
                    </a:cubicBezTo>
                    <a:cubicBezTo>
                      <a:pt x="1887542" y="4218900"/>
                      <a:pt x="2230721" y="4293613"/>
                      <a:pt x="2510807" y="4407393"/>
                    </a:cubicBezTo>
                    <a:cubicBezTo>
                      <a:pt x="2661739" y="4468707"/>
                      <a:pt x="2782380" y="4536020"/>
                      <a:pt x="2879613" y="4613178"/>
                    </a:cubicBezTo>
                    <a:cubicBezTo>
                      <a:pt x="2988935" y="4699910"/>
                      <a:pt x="3066042" y="4796692"/>
                      <a:pt x="3115326" y="4909068"/>
                    </a:cubicBezTo>
                    <a:cubicBezTo>
                      <a:pt x="3148016" y="4983601"/>
                      <a:pt x="3168007" y="5065648"/>
                      <a:pt x="3174753" y="5152923"/>
                    </a:cubicBezTo>
                    <a:cubicBezTo>
                      <a:pt x="3181793" y="5244273"/>
                      <a:pt x="3174549" y="5344427"/>
                      <a:pt x="3153223" y="5450646"/>
                    </a:cubicBezTo>
                    <a:cubicBezTo>
                      <a:pt x="3108082" y="5675467"/>
                      <a:pt x="2997085" y="5939919"/>
                      <a:pt x="2823311" y="6236645"/>
                    </a:cubicBezTo>
                    <a:cubicBezTo>
                      <a:pt x="2784757" y="6302487"/>
                      <a:pt x="2762005" y="6359546"/>
                      <a:pt x="2755666" y="6406262"/>
                    </a:cubicBezTo>
                    <a:cubicBezTo>
                      <a:pt x="2749667" y="6450556"/>
                      <a:pt x="2758405" y="6485752"/>
                      <a:pt x="2781610" y="6510897"/>
                    </a:cubicBezTo>
                    <a:cubicBezTo>
                      <a:pt x="2826072" y="6559039"/>
                      <a:pt x="2923532" y="6570175"/>
                      <a:pt x="3063461" y="6543106"/>
                    </a:cubicBezTo>
                    <a:cubicBezTo>
                      <a:pt x="3201580" y="6516375"/>
                      <a:pt x="3375286" y="6453612"/>
                      <a:pt x="3565813" y="6361629"/>
                    </a:cubicBezTo>
                    <a:cubicBezTo>
                      <a:pt x="4113849" y="6096996"/>
                      <a:pt x="4675491" y="5660709"/>
                      <a:pt x="5068159" y="5194547"/>
                    </a:cubicBezTo>
                    <a:cubicBezTo>
                      <a:pt x="5423200" y="4773040"/>
                      <a:pt x="5821708" y="4111593"/>
                      <a:pt x="5703829" y="3354067"/>
                    </a:cubicBezTo>
                    <a:cubicBezTo>
                      <a:pt x="5621809" y="2827020"/>
                      <a:pt x="5209174" y="2074745"/>
                      <a:pt x="4571739" y="1290171"/>
                    </a:cubicBezTo>
                    <a:cubicBezTo>
                      <a:pt x="4312028" y="970516"/>
                      <a:pt x="4029339" y="665709"/>
                      <a:pt x="3775718" y="431903"/>
                    </a:cubicBezTo>
                    <a:cubicBezTo>
                      <a:pt x="3524384" y="200202"/>
                      <a:pt x="3316131" y="51318"/>
                      <a:pt x="3189287" y="12682"/>
                    </a:cubicBezTo>
                    <a:cubicBezTo>
                      <a:pt x="3134501" y="-3999"/>
                      <a:pt x="3095359" y="-151"/>
                      <a:pt x="3072902" y="24135"/>
                    </a:cubicBezTo>
                    <a:cubicBezTo>
                      <a:pt x="3031903" y="68497"/>
                      <a:pt x="3045758" y="178949"/>
                      <a:pt x="3114036" y="352436"/>
                    </a:cubicBezTo>
                    <a:cubicBezTo>
                      <a:pt x="3224671" y="633501"/>
                      <a:pt x="3311377" y="892566"/>
                      <a:pt x="3371777" y="1122411"/>
                    </a:cubicBezTo>
                    <a:cubicBezTo>
                      <a:pt x="3429528" y="1342229"/>
                      <a:pt x="3464980" y="1541994"/>
                      <a:pt x="3477115" y="1716182"/>
                    </a:cubicBezTo>
                    <a:cubicBezTo>
                      <a:pt x="3488660" y="1881861"/>
                      <a:pt x="3479469" y="2029545"/>
                      <a:pt x="3449812" y="2155185"/>
                    </a:cubicBezTo>
                    <a:cubicBezTo>
                      <a:pt x="3421808" y="2273808"/>
                      <a:pt x="3374629" y="2376610"/>
                      <a:pt x="3309589" y="2460762"/>
                    </a:cubicBezTo>
                    <a:cubicBezTo>
                      <a:pt x="3229946" y="2563790"/>
                      <a:pt x="3119899" y="2643167"/>
                      <a:pt x="2982528" y="2696740"/>
                    </a:cubicBezTo>
                    <a:cubicBezTo>
                      <a:pt x="2859261" y="2744792"/>
                      <a:pt x="2713875" y="2773491"/>
                      <a:pt x="2538064" y="2784446"/>
                    </a:cubicBezTo>
                    <a:cubicBezTo>
                      <a:pt x="2482576" y="2787909"/>
                      <a:pt x="2425708" y="2789471"/>
                      <a:pt x="2367844" y="2789471"/>
                    </a:cubicBezTo>
                    <a:cubicBezTo>
                      <a:pt x="2086717" y="2789471"/>
                      <a:pt x="1780869" y="2752578"/>
                      <a:pt x="1483397" y="2716681"/>
                    </a:cubicBezTo>
                    <a:cubicBezTo>
                      <a:pt x="1207387" y="2683387"/>
                      <a:pt x="938779" y="2650975"/>
                      <a:pt x="707888" y="265097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CF0DE401-8FB9-E134-84C5-601FBD045534}"/>
                  </a:ext>
                </a:extLst>
              </p:cNvPr>
              <p:cNvSpPr/>
              <p:nvPr/>
            </p:nvSpPr>
            <p:spPr>
              <a:xfrm>
                <a:off x="3260600" y="65842"/>
                <a:ext cx="5663497" cy="6442580"/>
              </a:xfrm>
              <a:custGeom>
                <a:avLst/>
                <a:gdLst>
                  <a:gd name="connsiteX0" fmla="*/ 2800468 w 5663497"/>
                  <a:gd name="connsiteY0" fmla="*/ 6442581 h 6442580"/>
                  <a:gd name="connsiteX1" fmla="*/ 2675706 w 5663497"/>
                  <a:gd name="connsiteY1" fmla="*/ 6402315 h 6442580"/>
                  <a:gd name="connsiteX2" fmla="*/ 2776154 w 5663497"/>
                  <a:gd name="connsiteY2" fmla="*/ 6194629 h 6442580"/>
                  <a:gd name="connsiteX3" fmla="*/ 2907979 w 5663497"/>
                  <a:gd name="connsiteY3" fmla="*/ 4857998 h 6442580"/>
                  <a:gd name="connsiteX4" fmla="*/ 1415413 w 5663497"/>
                  <a:gd name="connsiteY4" fmla="*/ 4082365 h 6442580"/>
                  <a:gd name="connsiteX5" fmla="*/ 437650 w 5663497"/>
                  <a:gd name="connsiteY5" fmla="*/ 3764475 h 6442580"/>
                  <a:gd name="connsiteX6" fmla="*/ 119894 w 5663497"/>
                  <a:gd name="connsiteY6" fmla="*/ 3492350 h 6442580"/>
                  <a:gd name="connsiteX7" fmla="*/ 0 w 5663497"/>
                  <a:gd name="connsiteY7" fmla="*/ 3082545 h 6442580"/>
                  <a:gd name="connsiteX8" fmla="*/ 35429 w 5663497"/>
                  <a:gd name="connsiteY8" fmla="*/ 2873818 h 6442580"/>
                  <a:gd name="connsiteX9" fmla="*/ 135900 w 5663497"/>
                  <a:gd name="connsiteY9" fmla="*/ 2728940 h 6442580"/>
                  <a:gd name="connsiteX10" fmla="*/ 361766 w 5663497"/>
                  <a:gd name="connsiteY10" fmla="*/ 2616993 h 6442580"/>
                  <a:gd name="connsiteX11" fmla="*/ 669334 w 5663497"/>
                  <a:gd name="connsiteY11" fmla="*/ 2581323 h 6442580"/>
                  <a:gd name="connsiteX12" fmla="*/ 1440429 w 5663497"/>
                  <a:gd name="connsiteY12" fmla="*/ 2639016 h 6442580"/>
                  <a:gd name="connsiteX13" fmla="*/ 2473272 w 5663497"/>
                  <a:gd name="connsiteY13" fmla="*/ 2696868 h 6442580"/>
                  <a:gd name="connsiteX14" fmla="*/ 3242216 w 5663497"/>
                  <a:gd name="connsiteY14" fmla="*/ 2370105 h 6442580"/>
                  <a:gd name="connsiteX15" fmla="*/ 3432131 w 5663497"/>
                  <a:gd name="connsiteY15" fmla="*/ 1649472 h 6442580"/>
                  <a:gd name="connsiteX16" fmla="*/ 3139323 w 5663497"/>
                  <a:gd name="connsiteY16" fmla="*/ 342220 h 6442580"/>
                  <a:gd name="connsiteX17" fmla="*/ 3110233 w 5663497"/>
                  <a:gd name="connsiteY17" fmla="*/ 20640 h 6442580"/>
                  <a:gd name="connsiteX18" fmla="*/ 3214212 w 5663497"/>
                  <a:gd name="connsiteY18" fmla="*/ 8169 h 6442580"/>
                  <a:gd name="connsiteX19" fmla="*/ 4520869 w 5663497"/>
                  <a:gd name="connsiteY19" fmla="*/ 1281403 h 6442580"/>
                  <a:gd name="connsiteX20" fmla="*/ 5227852 w 5663497"/>
                  <a:gd name="connsiteY20" fmla="*/ 2337966 h 6442580"/>
                  <a:gd name="connsiteX21" fmla="*/ 5631544 w 5663497"/>
                  <a:gd name="connsiteY21" fmla="*/ 3342629 h 6442580"/>
                  <a:gd name="connsiteX22" fmla="*/ 5534786 w 5663497"/>
                  <a:gd name="connsiteY22" fmla="*/ 4364357 h 6442580"/>
                  <a:gd name="connsiteX23" fmla="*/ 4983309 w 5663497"/>
                  <a:gd name="connsiteY23" fmla="*/ 5214207 h 6442580"/>
                  <a:gd name="connsiteX24" fmla="*/ 4199967 w 5663497"/>
                  <a:gd name="connsiteY24" fmla="*/ 5863091 h 6442580"/>
                  <a:gd name="connsiteX25" fmla="*/ 3407388 w 5663497"/>
                  <a:gd name="connsiteY25" fmla="*/ 6281972 h 6442580"/>
                  <a:gd name="connsiteX26" fmla="*/ 2918936 w 5663497"/>
                  <a:gd name="connsiteY26" fmla="*/ 6431467 h 6442580"/>
                  <a:gd name="connsiteX27" fmla="*/ 2800400 w 5663497"/>
                  <a:gd name="connsiteY27" fmla="*/ 6442558 h 6442580"/>
                  <a:gd name="connsiteX28" fmla="*/ 710355 w 5663497"/>
                  <a:gd name="connsiteY28" fmla="*/ 2583541 h 6442580"/>
                  <a:gd name="connsiteX29" fmla="*/ 669379 w 5663497"/>
                  <a:gd name="connsiteY29" fmla="*/ 2583880 h 6442580"/>
                  <a:gd name="connsiteX30" fmla="*/ 137598 w 5663497"/>
                  <a:gd name="connsiteY30" fmla="*/ 2730863 h 6442580"/>
                  <a:gd name="connsiteX31" fmla="*/ 2558 w 5663497"/>
                  <a:gd name="connsiteY31" fmla="*/ 3082591 h 6442580"/>
                  <a:gd name="connsiteX32" fmla="*/ 438895 w 5663497"/>
                  <a:gd name="connsiteY32" fmla="*/ 3762302 h 6442580"/>
                  <a:gd name="connsiteX33" fmla="*/ 1416025 w 5663497"/>
                  <a:gd name="connsiteY33" fmla="*/ 4079943 h 6442580"/>
                  <a:gd name="connsiteX34" fmla="*/ 2910265 w 5663497"/>
                  <a:gd name="connsiteY34" fmla="*/ 4856911 h 6442580"/>
                  <a:gd name="connsiteX35" fmla="*/ 2989931 w 5663497"/>
                  <a:gd name="connsiteY35" fmla="*/ 5103618 h 6442580"/>
                  <a:gd name="connsiteX36" fmla="*/ 3000911 w 5663497"/>
                  <a:gd name="connsiteY36" fmla="*/ 5404239 h 6442580"/>
                  <a:gd name="connsiteX37" fmla="*/ 2778418 w 5663497"/>
                  <a:gd name="connsiteY37" fmla="*/ 6195896 h 6442580"/>
                  <a:gd name="connsiteX38" fmla="*/ 2778146 w 5663497"/>
                  <a:gd name="connsiteY38" fmla="*/ 6196281 h 6442580"/>
                  <a:gd name="connsiteX39" fmla="*/ 2677835 w 5663497"/>
                  <a:gd name="connsiteY39" fmla="*/ 6400934 h 6442580"/>
                  <a:gd name="connsiteX40" fmla="*/ 2918619 w 5663497"/>
                  <a:gd name="connsiteY40" fmla="*/ 6429000 h 6442580"/>
                  <a:gd name="connsiteX41" fmla="*/ 3406527 w 5663497"/>
                  <a:gd name="connsiteY41" fmla="*/ 6279664 h 6442580"/>
                  <a:gd name="connsiteX42" fmla="*/ 4981543 w 5663497"/>
                  <a:gd name="connsiteY42" fmla="*/ 5212509 h 6442580"/>
                  <a:gd name="connsiteX43" fmla="*/ 5629122 w 5663497"/>
                  <a:gd name="connsiteY43" fmla="*/ 3343127 h 6442580"/>
                  <a:gd name="connsiteX44" fmla="*/ 4518922 w 5663497"/>
                  <a:gd name="connsiteY44" fmla="*/ 1282988 h 6442580"/>
                  <a:gd name="connsiteX45" fmla="*/ 3213533 w 5663497"/>
                  <a:gd name="connsiteY45" fmla="*/ 10636 h 6442580"/>
                  <a:gd name="connsiteX46" fmla="*/ 3112112 w 5663497"/>
                  <a:gd name="connsiteY46" fmla="*/ 22428 h 6442580"/>
                  <a:gd name="connsiteX47" fmla="*/ 3141746 w 5663497"/>
                  <a:gd name="connsiteY47" fmla="*/ 341427 h 6442580"/>
                  <a:gd name="connsiteX48" fmla="*/ 3357628 w 5663497"/>
                  <a:gd name="connsiteY48" fmla="*/ 1078651 h 6442580"/>
                  <a:gd name="connsiteX49" fmla="*/ 3434690 w 5663497"/>
                  <a:gd name="connsiteY49" fmla="*/ 1649449 h 6442580"/>
                  <a:gd name="connsiteX50" fmla="*/ 3390929 w 5663497"/>
                  <a:gd name="connsiteY50" fmla="*/ 2073831 h 6442580"/>
                  <a:gd name="connsiteX51" fmla="*/ 3244231 w 5663497"/>
                  <a:gd name="connsiteY51" fmla="*/ 2371735 h 6442580"/>
                  <a:gd name="connsiteX52" fmla="*/ 2914001 w 5663497"/>
                  <a:gd name="connsiteY52" fmla="*/ 2608619 h 6442580"/>
                  <a:gd name="connsiteX53" fmla="*/ 2473476 w 5663497"/>
                  <a:gd name="connsiteY53" fmla="*/ 2699448 h 6442580"/>
                  <a:gd name="connsiteX54" fmla="*/ 1440180 w 5663497"/>
                  <a:gd name="connsiteY54" fmla="*/ 2641596 h 6442580"/>
                  <a:gd name="connsiteX55" fmla="*/ 710378 w 5663497"/>
                  <a:gd name="connsiteY55" fmla="*/ 2583564 h 6442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5663497" h="6442580">
                    <a:moveTo>
                      <a:pt x="2800468" y="6442581"/>
                    </a:moveTo>
                    <a:cubicBezTo>
                      <a:pt x="2735993" y="6442581"/>
                      <a:pt x="2693568" y="6429046"/>
                      <a:pt x="2675706" y="6402315"/>
                    </a:cubicBezTo>
                    <a:cubicBezTo>
                      <a:pt x="2648019" y="6360828"/>
                      <a:pt x="2682747" y="6289034"/>
                      <a:pt x="2776154" y="6194629"/>
                    </a:cubicBezTo>
                    <a:cubicBezTo>
                      <a:pt x="3026062" y="5618443"/>
                      <a:pt x="3069166" y="5181229"/>
                      <a:pt x="2907979" y="4857998"/>
                    </a:cubicBezTo>
                    <a:cubicBezTo>
                      <a:pt x="2672198" y="4385226"/>
                      <a:pt x="2033290" y="4231249"/>
                      <a:pt x="1415413" y="4082365"/>
                    </a:cubicBezTo>
                    <a:cubicBezTo>
                      <a:pt x="1048192" y="3993867"/>
                      <a:pt x="701323" y="3910281"/>
                      <a:pt x="437650" y="3764475"/>
                    </a:cubicBezTo>
                    <a:cubicBezTo>
                      <a:pt x="295910" y="3686095"/>
                      <a:pt x="191976" y="3597099"/>
                      <a:pt x="119894" y="3492350"/>
                    </a:cubicBezTo>
                    <a:cubicBezTo>
                      <a:pt x="39210" y="3375108"/>
                      <a:pt x="0" y="3241071"/>
                      <a:pt x="0" y="3082545"/>
                    </a:cubicBezTo>
                    <a:cubicBezTo>
                      <a:pt x="0" y="3003373"/>
                      <a:pt x="11908" y="2933163"/>
                      <a:pt x="35429" y="2873818"/>
                    </a:cubicBezTo>
                    <a:cubicBezTo>
                      <a:pt x="57864" y="2817165"/>
                      <a:pt x="91664" y="2768435"/>
                      <a:pt x="135900" y="2728940"/>
                    </a:cubicBezTo>
                    <a:cubicBezTo>
                      <a:pt x="192881" y="2678059"/>
                      <a:pt x="266751" y="2641438"/>
                      <a:pt x="361766" y="2616993"/>
                    </a:cubicBezTo>
                    <a:cubicBezTo>
                      <a:pt x="446842" y="2595084"/>
                      <a:pt x="547448" y="2583428"/>
                      <a:pt x="669334" y="2581323"/>
                    </a:cubicBezTo>
                    <a:cubicBezTo>
                      <a:pt x="896603" y="2577384"/>
                      <a:pt x="1160774" y="2607329"/>
                      <a:pt x="1440429" y="2639016"/>
                    </a:cubicBezTo>
                    <a:cubicBezTo>
                      <a:pt x="1790785" y="2678715"/>
                      <a:pt x="2153048" y="2719773"/>
                      <a:pt x="2473272" y="2696868"/>
                    </a:cubicBezTo>
                    <a:cubicBezTo>
                      <a:pt x="2836215" y="2670907"/>
                      <a:pt x="3087752" y="2564031"/>
                      <a:pt x="3242216" y="2370105"/>
                    </a:cubicBezTo>
                    <a:cubicBezTo>
                      <a:pt x="3378682" y="2198791"/>
                      <a:pt x="3440802" y="1963084"/>
                      <a:pt x="3432131" y="1649472"/>
                    </a:cubicBezTo>
                    <a:cubicBezTo>
                      <a:pt x="3422669" y="1306844"/>
                      <a:pt x="3324145" y="867026"/>
                      <a:pt x="3139323" y="342220"/>
                    </a:cubicBezTo>
                    <a:cubicBezTo>
                      <a:pt x="3079263" y="171697"/>
                      <a:pt x="3069483" y="63509"/>
                      <a:pt x="3110233" y="20640"/>
                    </a:cubicBezTo>
                    <a:cubicBezTo>
                      <a:pt x="3131513" y="-1744"/>
                      <a:pt x="3166512" y="-5954"/>
                      <a:pt x="3214212" y="8169"/>
                    </a:cubicBezTo>
                    <a:cubicBezTo>
                      <a:pt x="3455449" y="79556"/>
                      <a:pt x="4004980" y="615023"/>
                      <a:pt x="4520869" y="1281403"/>
                    </a:cubicBezTo>
                    <a:cubicBezTo>
                      <a:pt x="4796517" y="1637454"/>
                      <a:pt x="5040992" y="2002806"/>
                      <a:pt x="5227852" y="2337966"/>
                    </a:cubicBezTo>
                    <a:cubicBezTo>
                      <a:pt x="5443485" y="2724707"/>
                      <a:pt x="5579317" y="3062718"/>
                      <a:pt x="5631544" y="3342629"/>
                    </a:cubicBezTo>
                    <a:cubicBezTo>
                      <a:pt x="5695702" y="3686366"/>
                      <a:pt x="5663147" y="4030126"/>
                      <a:pt x="5534786" y="4364357"/>
                    </a:cubicBezTo>
                    <a:cubicBezTo>
                      <a:pt x="5422476" y="4656762"/>
                      <a:pt x="5236952" y="4942693"/>
                      <a:pt x="4983309" y="5214207"/>
                    </a:cubicBezTo>
                    <a:cubicBezTo>
                      <a:pt x="4764982" y="5447944"/>
                      <a:pt x="4501423" y="5666269"/>
                      <a:pt x="4199967" y="5863091"/>
                    </a:cubicBezTo>
                    <a:cubicBezTo>
                      <a:pt x="3943697" y="6030421"/>
                      <a:pt x="3669634" y="6175277"/>
                      <a:pt x="3407388" y="6281972"/>
                    </a:cubicBezTo>
                    <a:cubicBezTo>
                      <a:pt x="3220347" y="6358089"/>
                      <a:pt x="3051440" y="6409784"/>
                      <a:pt x="2918936" y="6431467"/>
                    </a:cubicBezTo>
                    <a:cubicBezTo>
                      <a:pt x="2873682" y="6438868"/>
                      <a:pt x="2834041" y="6442558"/>
                      <a:pt x="2800400" y="6442558"/>
                    </a:cubicBezTo>
                    <a:close/>
                    <a:moveTo>
                      <a:pt x="710355" y="2583541"/>
                    </a:moveTo>
                    <a:cubicBezTo>
                      <a:pt x="696568" y="2583541"/>
                      <a:pt x="682917" y="2583654"/>
                      <a:pt x="669379" y="2583880"/>
                    </a:cubicBezTo>
                    <a:cubicBezTo>
                      <a:pt x="413948" y="2588294"/>
                      <a:pt x="244950" y="2634987"/>
                      <a:pt x="137598" y="2730863"/>
                    </a:cubicBezTo>
                    <a:cubicBezTo>
                      <a:pt x="46726" y="2812005"/>
                      <a:pt x="2558" y="2927052"/>
                      <a:pt x="2558" y="3082591"/>
                    </a:cubicBezTo>
                    <a:cubicBezTo>
                      <a:pt x="2558" y="3381717"/>
                      <a:pt x="141197" y="3597687"/>
                      <a:pt x="438895" y="3762302"/>
                    </a:cubicBezTo>
                    <a:cubicBezTo>
                      <a:pt x="702273" y="3907949"/>
                      <a:pt x="1048984" y="3991490"/>
                      <a:pt x="1416025" y="4079943"/>
                    </a:cubicBezTo>
                    <a:cubicBezTo>
                      <a:pt x="2034467" y="4228963"/>
                      <a:pt x="2673941" y="4383076"/>
                      <a:pt x="2910265" y="4856911"/>
                    </a:cubicBezTo>
                    <a:cubicBezTo>
                      <a:pt x="2947936" y="4932440"/>
                      <a:pt x="2974741" y="5015460"/>
                      <a:pt x="2989931" y="5103618"/>
                    </a:cubicBezTo>
                    <a:cubicBezTo>
                      <a:pt x="3005846" y="5195986"/>
                      <a:pt x="3009536" y="5297136"/>
                      <a:pt x="3000911" y="5404239"/>
                    </a:cubicBezTo>
                    <a:cubicBezTo>
                      <a:pt x="2982641" y="5631322"/>
                      <a:pt x="2907775" y="5897675"/>
                      <a:pt x="2778418" y="6195896"/>
                    </a:cubicBezTo>
                    <a:lnTo>
                      <a:pt x="2778146" y="6196281"/>
                    </a:lnTo>
                    <a:cubicBezTo>
                      <a:pt x="2685577" y="6289781"/>
                      <a:pt x="2650895" y="6360556"/>
                      <a:pt x="2677835" y="6400934"/>
                    </a:cubicBezTo>
                    <a:cubicBezTo>
                      <a:pt x="2704027" y="6440181"/>
                      <a:pt x="2789534" y="6450140"/>
                      <a:pt x="2918619" y="6429000"/>
                    </a:cubicBezTo>
                    <a:cubicBezTo>
                      <a:pt x="3050942" y="6407340"/>
                      <a:pt x="3219645" y="6355690"/>
                      <a:pt x="3406527" y="6279664"/>
                    </a:cubicBezTo>
                    <a:cubicBezTo>
                      <a:pt x="3990514" y="6042055"/>
                      <a:pt x="4579300" y="5643114"/>
                      <a:pt x="4981543" y="5212509"/>
                    </a:cubicBezTo>
                    <a:cubicBezTo>
                      <a:pt x="5524893" y="4630846"/>
                      <a:pt x="5748812" y="3984429"/>
                      <a:pt x="5629122" y="3343127"/>
                    </a:cubicBezTo>
                    <a:cubicBezTo>
                      <a:pt x="5531255" y="2818818"/>
                      <a:pt x="5126612" y="2067946"/>
                      <a:pt x="4518922" y="1282988"/>
                    </a:cubicBezTo>
                    <a:cubicBezTo>
                      <a:pt x="4003282" y="616970"/>
                      <a:pt x="3454295" y="81864"/>
                      <a:pt x="3213533" y="10636"/>
                    </a:cubicBezTo>
                    <a:cubicBezTo>
                      <a:pt x="3166807" y="-3193"/>
                      <a:pt x="3132690" y="768"/>
                      <a:pt x="3112112" y="22428"/>
                    </a:cubicBezTo>
                    <a:cubicBezTo>
                      <a:pt x="3072064" y="64550"/>
                      <a:pt x="3082047" y="171879"/>
                      <a:pt x="3141746" y="341427"/>
                    </a:cubicBezTo>
                    <a:cubicBezTo>
                      <a:pt x="3236375" y="610134"/>
                      <a:pt x="3309000" y="858154"/>
                      <a:pt x="3357628" y="1078651"/>
                    </a:cubicBezTo>
                    <a:cubicBezTo>
                      <a:pt x="3404127" y="1289529"/>
                      <a:pt x="3430049" y="1481576"/>
                      <a:pt x="3434690" y="1649449"/>
                    </a:cubicBezTo>
                    <a:cubicBezTo>
                      <a:pt x="3439104" y="1809152"/>
                      <a:pt x="3424389" y="1951948"/>
                      <a:pt x="3390929" y="2073831"/>
                    </a:cubicBezTo>
                    <a:cubicBezTo>
                      <a:pt x="3359326" y="2188991"/>
                      <a:pt x="3309973" y="2289213"/>
                      <a:pt x="3244231" y="2371735"/>
                    </a:cubicBezTo>
                    <a:cubicBezTo>
                      <a:pt x="3162302" y="2474605"/>
                      <a:pt x="3051191" y="2554298"/>
                      <a:pt x="2914001" y="2608619"/>
                    </a:cubicBezTo>
                    <a:cubicBezTo>
                      <a:pt x="2790960" y="2657349"/>
                      <a:pt x="2646865" y="2687045"/>
                      <a:pt x="2473476" y="2699448"/>
                    </a:cubicBezTo>
                    <a:cubicBezTo>
                      <a:pt x="2153026" y="2722376"/>
                      <a:pt x="1790626" y="2681296"/>
                      <a:pt x="1440180" y="2641596"/>
                    </a:cubicBezTo>
                    <a:cubicBezTo>
                      <a:pt x="1177255" y="2611810"/>
                      <a:pt x="928049" y="2583564"/>
                      <a:pt x="710378" y="258356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E8CDB01-1B65-7C92-68F4-0D3D8F371D10}"/>
                  </a:ext>
                </a:extLst>
              </p:cNvPr>
              <p:cNvSpPr/>
              <p:nvPr/>
            </p:nvSpPr>
            <p:spPr>
              <a:xfrm>
                <a:off x="3305673" y="75513"/>
                <a:ext cx="5602931" cy="6363650"/>
              </a:xfrm>
              <a:custGeom>
                <a:avLst/>
                <a:gdLst>
                  <a:gd name="connsiteX0" fmla="*/ 2742785 w 5602931"/>
                  <a:gd name="connsiteY0" fmla="*/ 6363628 h 6363650"/>
                  <a:gd name="connsiteX1" fmla="*/ 2615601 w 5602931"/>
                  <a:gd name="connsiteY1" fmla="*/ 6325015 h 6363650"/>
                  <a:gd name="connsiteX2" fmla="*/ 2731081 w 5602931"/>
                  <a:gd name="connsiteY2" fmla="*/ 6155195 h 6363650"/>
                  <a:gd name="connsiteX3" fmla="*/ 2872980 w 5602931"/>
                  <a:gd name="connsiteY3" fmla="*/ 4909913 h 6363650"/>
                  <a:gd name="connsiteX4" fmla="*/ 1412742 w 5602931"/>
                  <a:gd name="connsiteY4" fmla="*/ 4081589 h 6363650"/>
                  <a:gd name="connsiteX5" fmla="*/ 437967 w 5602931"/>
                  <a:gd name="connsiteY5" fmla="*/ 3721556 h 6363650"/>
                  <a:gd name="connsiteX6" fmla="*/ 120098 w 5602931"/>
                  <a:gd name="connsiteY6" fmla="*/ 3435602 h 6363650"/>
                  <a:gd name="connsiteX7" fmla="*/ 0 w 5602931"/>
                  <a:gd name="connsiteY7" fmla="*/ 3020840 h 6363650"/>
                  <a:gd name="connsiteX8" fmla="*/ 135968 w 5602931"/>
                  <a:gd name="connsiteY8" fmla="*/ 2663455 h 6363650"/>
                  <a:gd name="connsiteX9" fmla="*/ 355427 w 5602931"/>
                  <a:gd name="connsiteY9" fmla="*/ 2552165 h 6363650"/>
                  <a:gd name="connsiteX10" fmla="*/ 653034 w 5602931"/>
                  <a:gd name="connsiteY10" fmla="*/ 2514412 h 6363650"/>
                  <a:gd name="connsiteX11" fmla="*/ 1399023 w 5602931"/>
                  <a:gd name="connsiteY11" fmla="*/ 2563301 h 6363650"/>
                  <a:gd name="connsiteX12" fmla="*/ 2410880 w 5602931"/>
                  <a:gd name="connsiteY12" fmla="*/ 2610039 h 6363650"/>
                  <a:gd name="connsiteX13" fmla="*/ 3179552 w 5602931"/>
                  <a:gd name="connsiteY13" fmla="*/ 2278728 h 6363650"/>
                  <a:gd name="connsiteX14" fmla="*/ 3391563 w 5602931"/>
                  <a:gd name="connsiteY14" fmla="*/ 1581520 h 6363650"/>
                  <a:gd name="connsiteX15" fmla="*/ 3166897 w 5602931"/>
                  <a:gd name="connsiteY15" fmla="*/ 332504 h 6363650"/>
                  <a:gd name="connsiteX16" fmla="*/ 3149466 w 5602931"/>
                  <a:gd name="connsiteY16" fmla="*/ 19028 h 6363650"/>
                  <a:gd name="connsiteX17" fmla="*/ 3241741 w 5602931"/>
                  <a:gd name="connsiteY17" fmla="*/ 6692 h 6363650"/>
                  <a:gd name="connsiteX18" fmla="*/ 3460498 w 5602931"/>
                  <a:gd name="connsiteY18" fmla="*/ 138964 h 6363650"/>
                  <a:gd name="connsiteX19" fmla="*/ 3758151 w 5602931"/>
                  <a:gd name="connsiteY19" fmla="*/ 416045 h 6363650"/>
                  <a:gd name="connsiteX20" fmla="*/ 4473147 w 5602931"/>
                  <a:gd name="connsiteY20" fmla="*/ 1277120 h 6363650"/>
                  <a:gd name="connsiteX21" fmla="*/ 5151333 w 5602931"/>
                  <a:gd name="connsiteY21" fmla="*/ 2334565 h 6363650"/>
                  <a:gd name="connsiteX22" fmla="*/ 5556904 w 5602931"/>
                  <a:gd name="connsiteY22" fmla="*/ 3332958 h 6363650"/>
                  <a:gd name="connsiteX23" fmla="*/ 5500262 w 5602931"/>
                  <a:gd name="connsiteY23" fmla="*/ 4365099 h 6363650"/>
                  <a:gd name="connsiteX24" fmla="*/ 4984509 w 5602931"/>
                  <a:gd name="connsiteY24" fmla="*/ 5190843 h 6363650"/>
                  <a:gd name="connsiteX25" fmla="*/ 4223986 w 5602931"/>
                  <a:gd name="connsiteY25" fmla="*/ 5803015 h 6363650"/>
                  <a:gd name="connsiteX26" fmla="*/ 3432811 w 5602931"/>
                  <a:gd name="connsiteY26" fmla="*/ 6194668 h 6363650"/>
                  <a:gd name="connsiteX27" fmla="*/ 2879092 w 5602931"/>
                  <a:gd name="connsiteY27" fmla="*/ 6351610 h 6363650"/>
                  <a:gd name="connsiteX28" fmla="*/ 2742830 w 5602931"/>
                  <a:gd name="connsiteY28" fmla="*/ 6363651 h 6363650"/>
                  <a:gd name="connsiteX29" fmla="*/ 717668 w 5602931"/>
                  <a:gd name="connsiteY29" fmla="*/ 2516155 h 6363650"/>
                  <a:gd name="connsiteX30" fmla="*/ 653125 w 5602931"/>
                  <a:gd name="connsiteY30" fmla="*/ 2517015 h 6363650"/>
                  <a:gd name="connsiteX31" fmla="*/ 137734 w 5602931"/>
                  <a:gd name="connsiteY31" fmla="*/ 2665401 h 6363650"/>
                  <a:gd name="connsiteX32" fmla="*/ 2649 w 5602931"/>
                  <a:gd name="connsiteY32" fmla="*/ 3020840 h 6363650"/>
                  <a:gd name="connsiteX33" fmla="*/ 439348 w 5602931"/>
                  <a:gd name="connsiteY33" fmla="*/ 3719292 h 6363650"/>
                  <a:gd name="connsiteX34" fmla="*/ 1413512 w 5602931"/>
                  <a:gd name="connsiteY34" fmla="*/ 4079054 h 6363650"/>
                  <a:gd name="connsiteX35" fmla="*/ 2291914 w 5602931"/>
                  <a:gd name="connsiteY35" fmla="*/ 4381033 h 6363650"/>
                  <a:gd name="connsiteX36" fmla="*/ 2640413 w 5602931"/>
                  <a:gd name="connsiteY36" fmla="*/ 4602956 h 6363650"/>
                  <a:gd name="connsiteX37" fmla="*/ 2875379 w 5602931"/>
                  <a:gd name="connsiteY37" fmla="*/ 4908782 h 6363650"/>
                  <a:gd name="connsiteX38" fmla="*/ 2945423 w 5602931"/>
                  <a:gd name="connsiteY38" fmla="*/ 5145236 h 6363650"/>
                  <a:gd name="connsiteX39" fmla="*/ 2950879 w 5602931"/>
                  <a:gd name="connsiteY39" fmla="*/ 5428044 h 6363650"/>
                  <a:gd name="connsiteX40" fmla="*/ 2733344 w 5602931"/>
                  <a:gd name="connsiteY40" fmla="*/ 6156553 h 6363650"/>
                  <a:gd name="connsiteX41" fmla="*/ 2733209 w 5602931"/>
                  <a:gd name="connsiteY41" fmla="*/ 6156848 h 6363650"/>
                  <a:gd name="connsiteX42" fmla="*/ 2732960 w 5602931"/>
                  <a:gd name="connsiteY42" fmla="*/ 6157051 h 6363650"/>
                  <a:gd name="connsiteX43" fmla="*/ 2617887 w 5602931"/>
                  <a:gd name="connsiteY43" fmla="*/ 6323726 h 6363650"/>
                  <a:gd name="connsiteX44" fmla="*/ 2878639 w 5602931"/>
                  <a:gd name="connsiteY44" fmla="*/ 6349007 h 6363650"/>
                  <a:gd name="connsiteX45" fmla="*/ 3431815 w 5602931"/>
                  <a:gd name="connsiteY45" fmla="*/ 6192201 h 6363650"/>
                  <a:gd name="connsiteX46" fmla="*/ 5554301 w 5602931"/>
                  <a:gd name="connsiteY46" fmla="*/ 3333479 h 6363650"/>
                  <a:gd name="connsiteX47" fmla="*/ 4470996 w 5602931"/>
                  <a:gd name="connsiteY47" fmla="*/ 1278636 h 6363650"/>
                  <a:gd name="connsiteX48" fmla="*/ 3756226 w 5602931"/>
                  <a:gd name="connsiteY48" fmla="*/ 417833 h 6363650"/>
                  <a:gd name="connsiteX49" fmla="*/ 3240971 w 5602931"/>
                  <a:gd name="connsiteY49" fmla="*/ 9182 h 6363650"/>
                  <a:gd name="connsiteX50" fmla="*/ 3151299 w 5602931"/>
                  <a:gd name="connsiteY50" fmla="*/ 20838 h 6363650"/>
                  <a:gd name="connsiteX51" fmla="*/ 3169365 w 5602931"/>
                  <a:gd name="connsiteY51" fmla="*/ 331712 h 6363650"/>
                  <a:gd name="connsiteX52" fmla="*/ 3344520 w 5602931"/>
                  <a:gd name="connsiteY52" fmla="*/ 1034759 h 6363650"/>
                  <a:gd name="connsiteX53" fmla="*/ 3394144 w 5602931"/>
                  <a:gd name="connsiteY53" fmla="*/ 1581520 h 6363650"/>
                  <a:gd name="connsiteX54" fmla="*/ 3334423 w 5602931"/>
                  <a:gd name="connsiteY54" fmla="*/ 1990556 h 6363650"/>
                  <a:gd name="connsiteX55" fmla="*/ 3181545 w 5602931"/>
                  <a:gd name="connsiteY55" fmla="*/ 2280334 h 6363650"/>
                  <a:gd name="connsiteX56" fmla="*/ 2847896 w 5602931"/>
                  <a:gd name="connsiteY56" fmla="*/ 2518237 h 6363650"/>
                  <a:gd name="connsiteX57" fmla="*/ 2411061 w 5602931"/>
                  <a:gd name="connsiteY57" fmla="*/ 2612597 h 6363650"/>
                  <a:gd name="connsiteX58" fmla="*/ 1398729 w 5602931"/>
                  <a:gd name="connsiteY58" fmla="*/ 2565858 h 6363650"/>
                  <a:gd name="connsiteX59" fmla="*/ 717622 w 5602931"/>
                  <a:gd name="connsiteY59" fmla="*/ 2516132 h 636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602931" h="6363650">
                    <a:moveTo>
                      <a:pt x="2742785" y="6363628"/>
                    </a:moveTo>
                    <a:cubicBezTo>
                      <a:pt x="2673963" y="6363628"/>
                      <a:pt x="2630044" y="6350591"/>
                      <a:pt x="2615601" y="6325015"/>
                    </a:cubicBezTo>
                    <a:cubicBezTo>
                      <a:pt x="2595271" y="6288937"/>
                      <a:pt x="2635183" y="6230226"/>
                      <a:pt x="2731081" y="6155195"/>
                    </a:cubicBezTo>
                    <a:cubicBezTo>
                      <a:pt x="2970779" y="5629438"/>
                      <a:pt x="3017188" y="5222100"/>
                      <a:pt x="2872980" y="4909913"/>
                    </a:cubicBezTo>
                    <a:cubicBezTo>
                      <a:pt x="2653770" y="4435331"/>
                      <a:pt x="2022876" y="4255507"/>
                      <a:pt x="1412742" y="4081589"/>
                    </a:cubicBezTo>
                    <a:cubicBezTo>
                      <a:pt x="1046992" y="3977339"/>
                      <a:pt x="701549" y="3878860"/>
                      <a:pt x="437967" y="3721556"/>
                    </a:cubicBezTo>
                    <a:cubicBezTo>
                      <a:pt x="296227" y="3636951"/>
                      <a:pt x="192247" y="3543429"/>
                      <a:pt x="120098" y="3435602"/>
                    </a:cubicBezTo>
                    <a:cubicBezTo>
                      <a:pt x="39278" y="3314829"/>
                      <a:pt x="0" y="3179163"/>
                      <a:pt x="0" y="3020840"/>
                    </a:cubicBezTo>
                    <a:cubicBezTo>
                      <a:pt x="0" y="2862518"/>
                      <a:pt x="44462" y="2745864"/>
                      <a:pt x="135968" y="2663455"/>
                    </a:cubicBezTo>
                    <a:cubicBezTo>
                      <a:pt x="191613" y="2613321"/>
                      <a:pt x="263401" y="2576903"/>
                      <a:pt x="355427" y="2552165"/>
                    </a:cubicBezTo>
                    <a:cubicBezTo>
                      <a:pt x="437877" y="2529984"/>
                      <a:pt x="535223" y="2517648"/>
                      <a:pt x="653034" y="2514412"/>
                    </a:cubicBezTo>
                    <a:cubicBezTo>
                      <a:pt x="872788" y="2508391"/>
                      <a:pt x="1128401" y="2535054"/>
                      <a:pt x="1399023" y="2563301"/>
                    </a:cubicBezTo>
                    <a:cubicBezTo>
                      <a:pt x="1741229" y="2599017"/>
                      <a:pt x="2095071" y="2635932"/>
                      <a:pt x="2410880" y="2610039"/>
                    </a:cubicBezTo>
                    <a:cubicBezTo>
                      <a:pt x="2769114" y="2580661"/>
                      <a:pt x="3020561" y="2472291"/>
                      <a:pt x="3179552" y="2278728"/>
                    </a:cubicBezTo>
                    <a:cubicBezTo>
                      <a:pt x="3317286" y="2111035"/>
                      <a:pt x="3386651" y="1882978"/>
                      <a:pt x="3391563" y="1581520"/>
                    </a:cubicBezTo>
                    <a:cubicBezTo>
                      <a:pt x="3396928" y="1252472"/>
                      <a:pt x="3321338" y="832233"/>
                      <a:pt x="3166897" y="332504"/>
                    </a:cubicBezTo>
                    <a:cubicBezTo>
                      <a:pt x="3115213" y="165309"/>
                      <a:pt x="3109350" y="59836"/>
                      <a:pt x="3149466" y="19028"/>
                    </a:cubicBezTo>
                    <a:cubicBezTo>
                      <a:pt x="3169297" y="-1162"/>
                      <a:pt x="3200357" y="-5303"/>
                      <a:pt x="3241741" y="6692"/>
                    </a:cubicBezTo>
                    <a:cubicBezTo>
                      <a:pt x="3297002" y="22717"/>
                      <a:pt x="3370600" y="67215"/>
                      <a:pt x="3460498" y="138964"/>
                    </a:cubicBezTo>
                    <a:cubicBezTo>
                      <a:pt x="3547408" y="208336"/>
                      <a:pt x="3647561" y="301564"/>
                      <a:pt x="3758151" y="416045"/>
                    </a:cubicBezTo>
                    <a:cubicBezTo>
                      <a:pt x="3980055" y="645709"/>
                      <a:pt x="4233970" y="951512"/>
                      <a:pt x="4473147" y="1277120"/>
                    </a:cubicBezTo>
                    <a:cubicBezTo>
                      <a:pt x="4734148" y="1632446"/>
                      <a:pt x="4968662" y="1998115"/>
                      <a:pt x="5151333" y="2334565"/>
                    </a:cubicBezTo>
                    <a:cubicBezTo>
                      <a:pt x="5360763" y="2720310"/>
                      <a:pt x="5497206" y="3056217"/>
                      <a:pt x="5556904" y="3332958"/>
                    </a:cubicBezTo>
                    <a:cubicBezTo>
                      <a:pt x="5633490" y="3687990"/>
                      <a:pt x="5614429" y="4035258"/>
                      <a:pt x="5500262" y="4365099"/>
                    </a:cubicBezTo>
                    <a:cubicBezTo>
                      <a:pt x="5400200" y="4654221"/>
                      <a:pt x="5226674" y="4932027"/>
                      <a:pt x="4984509" y="5190843"/>
                    </a:cubicBezTo>
                    <a:cubicBezTo>
                      <a:pt x="4776437" y="5413196"/>
                      <a:pt x="4520552" y="5619162"/>
                      <a:pt x="4223986" y="5803015"/>
                    </a:cubicBezTo>
                    <a:cubicBezTo>
                      <a:pt x="3975346" y="5957151"/>
                      <a:pt x="3701758" y="6092568"/>
                      <a:pt x="3432811" y="6194668"/>
                    </a:cubicBezTo>
                    <a:cubicBezTo>
                      <a:pt x="3227433" y="6272619"/>
                      <a:pt x="3030771" y="6328366"/>
                      <a:pt x="2879092" y="6351610"/>
                    </a:cubicBezTo>
                    <a:cubicBezTo>
                      <a:pt x="2826593" y="6359668"/>
                      <a:pt x="2780886" y="6363651"/>
                      <a:pt x="2742830" y="6363651"/>
                    </a:cubicBezTo>
                    <a:close/>
                    <a:moveTo>
                      <a:pt x="717668" y="2516155"/>
                    </a:moveTo>
                    <a:cubicBezTo>
                      <a:pt x="695821" y="2516155"/>
                      <a:pt x="674315" y="2516426"/>
                      <a:pt x="653125" y="2517015"/>
                    </a:cubicBezTo>
                    <a:cubicBezTo>
                      <a:pt x="406364" y="2523782"/>
                      <a:pt x="242596" y="2570928"/>
                      <a:pt x="137734" y="2665401"/>
                    </a:cubicBezTo>
                    <a:cubicBezTo>
                      <a:pt x="46839" y="2747290"/>
                      <a:pt x="2649" y="2863559"/>
                      <a:pt x="2649" y="3020840"/>
                    </a:cubicBezTo>
                    <a:cubicBezTo>
                      <a:pt x="2649" y="3319537"/>
                      <a:pt x="141424" y="3541482"/>
                      <a:pt x="439348" y="3719292"/>
                    </a:cubicBezTo>
                    <a:cubicBezTo>
                      <a:pt x="702636" y="3876415"/>
                      <a:pt x="1047920" y="3974849"/>
                      <a:pt x="1413512" y="4079054"/>
                    </a:cubicBezTo>
                    <a:cubicBezTo>
                      <a:pt x="1716915" y="4165538"/>
                      <a:pt x="2030641" y="4254963"/>
                      <a:pt x="2291914" y="4381033"/>
                    </a:cubicBezTo>
                    <a:cubicBezTo>
                      <a:pt x="2432794" y="4449002"/>
                      <a:pt x="2546802" y="4521610"/>
                      <a:pt x="2640413" y="4602956"/>
                    </a:cubicBezTo>
                    <a:cubicBezTo>
                      <a:pt x="2745751" y="4694486"/>
                      <a:pt x="2822609" y="4794527"/>
                      <a:pt x="2875379" y="4908782"/>
                    </a:cubicBezTo>
                    <a:cubicBezTo>
                      <a:pt x="2909156" y="4981911"/>
                      <a:pt x="2932723" y="5061469"/>
                      <a:pt x="2945423" y="5145236"/>
                    </a:cubicBezTo>
                    <a:cubicBezTo>
                      <a:pt x="2958712" y="5232851"/>
                      <a:pt x="2960546" y="5328002"/>
                      <a:pt x="2950879" y="5428044"/>
                    </a:cubicBezTo>
                    <a:cubicBezTo>
                      <a:pt x="2930459" y="5639691"/>
                      <a:pt x="2857268" y="5884813"/>
                      <a:pt x="2733344" y="6156553"/>
                    </a:cubicBezTo>
                    <a:lnTo>
                      <a:pt x="2733209" y="6156848"/>
                    </a:lnTo>
                    <a:lnTo>
                      <a:pt x="2732960" y="6157051"/>
                    </a:lnTo>
                    <a:cubicBezTo>
                      <a:pt x="2638036" y="6231267"/>
                      <a:pt x="2598260" y="6288892"/>
                      <a:pt x="2617887" y="6323726"/>
                    </a:cubicBezTo>
                    <a:cubicBezTo>
                      <a:pt x="2639734" y="6362451"/>
                      <a:pt x="2732326" y="6371437"/>
                      <a:pt x="2878639" y="6349007"/>
                    </a:cubicBezTo>
                    <a:cubicBezTo>
                      <a:pt x="3030160" y="6325785"/>
                      <a:pt x="3226618" y="6270107"/>
                      <a:pt x="3431815" y="6192201"/>
                    </a:cubicBezTo>
                    <a:cubicBezTo>
                      <a:pt x="4599765" y="5748898"/>
                      <a:pt x="5856436" y="4734209"/>
                      <a:pt x="5554301" y="3333479"/>
                    </a:cubicBezTo>
                    <a:cubicBezTo>
                      <a:pt x="5441741" y="2811614"/>
                      <a:pt x="5046878" y="2062667"/>
                      <a:pt x="4470996" y="1278636"/>
                    </a:cubicBezTo>
                    <a:cubicBezTo>
                      <a:pt x="4231910" y="953119"/>
                      <a:pt x="3978062" y="647429"/>
                      <a:pt x="3756226" y="417833"/>
                    </a:cubicBezTo>
                    <a:cubicBezTo>
                      <a:pt x="3531810" y="185544"/>
                      <a:pt x="3348821" y="40417"/>
                      <a:pt x="3240971" y="9182"/>
                    </a:cubicBezTo>
                    <a:cubicBezTo>
                      <a:pt x="3200583" y="-2520"/>
                      <a:pt x="3170406" y="1396"/>
                      <a:pt x="3151299" y="20838"/>
                    </a:cubicBezTo>
                    <a:cubicBezTo>
                      <a:pt x="3111908" y="60900"/>
                      <a:pt x="3117998" y="165513"/>
                      <a:pt x="3169365" y="331712"/>
                    </a:cubicBezTo>
                    <a:cubicBezTo>
                      <a:pt x="3248442" y="587540"/>
                      <a:pt x="3307370" y="824085"/>
                      <a:pt x="3344520" y="1034759"/>
                    </a:cubicBezTo>
                    <a:cubicBezTo>
                      <a:pt x="3380085" y="1236334"/>
                      <a:pt x="3396770" y="1420278"/>
                      <a:pt x="3394144" y="1581520"/>
                    </a:cubicBezTo>
                    <a:cubicBezTo>
                      <a:pt x="3391654" y="1734976"/>
                      <a:pt x="3371551" y="1872612"/>
                      <a:pt x="3334423" y="1990556"/>
                    </a:cubicBezTo>
                    <a:cubicBezTo>
                      <a:pt x="3299333" y="2102049"/>
                      <a:pt x="3247898" y="2199555"/>
                      <a:pt x="3181545" y="2280334"/>
                    </a:cubicBezTo>
                    <a:cubicBezTo>
                      <a:pt x="3097216" y="2383001"/>
                      <a:pt x="2984950" y="2463056"/>
                      <a:pt x="2847896" y="2518237"/>
                    </a:cubicBezTo>
                    <a:cubicBezTo>
                      <a:pt x="2725036" y="2567714"/>
                      <a:pt x="2582141" y="2598564"/>
                      <a:pt x="2411061" y="2612597"/>
                    </a:cubicBezTo>
                    <a:cubicBezTo>
                      <a:pt x="2095025" y="2638512"/>
                      <a:pt x="1741048" y="2601574"/>
                      <a:pt x="1398729" y="2565858"/>
                    </a:cubicBezTo>
                    <a:cubicBezTo>
                      <a:pt x="1154299" y="2540350"/>
                      <a:pt x="922117" y="2516132"/>
                      <a:pt x="717622" y="2516132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B0CF9FF0-6B01-6754-A227-E9862BDA6CB8}"/>
                  </a:ext>
                </a:extLst>
              </p:cNvPr>
              <p:cNvSpPr/>
              <p:nvPr/>
            </p:nvSpPr>
            <p:spPr>
              <a:xfrm>
                <a:off x="3350747" y="83669"/>
                <a:ext cx="5545027" cy="6286303"/>
              </a:xfrm>
              <a:custGeom>
                <a:avLst/>
                <a:gdLst>
                  <a:gd name="connsiteX0" fmla="*/ 2685645 w 5545027"/>
                  <a:gd name="connsiteY0" fmla="*/ 6286304 h 6286303"/>
                  <a:gd name="connsiteX1" fmla="*/ 2556808 w 5545027"/>
                  <a:gd name="connsiteY1" fmla="*/ 6250860 h 6286303"/>
                  <a:gd name="connsiteX2" fmla="*/ 2686052 w 5545027"/>
                  <a:gd name="connsiteY2" fmla="*/ 6117231 h 6286303"/>
                  <a:gd name="connsiteX3" fmla="*/ 2837596 w 5545027"/>
                  <a:gd name="connsiteY3" fmla="*/ 4964204 h 6286303"/>
                  <a:gd name="connsiteX4" fmla="*/ 2276519 w 5545027"/>
                  <a:gd name="connsiteY4" fmla="*/ 4421471 h 6286303"/>
                  <a:gd name="connsiteX5" fmla="*/ 1410636 w 5545027"/>
                  <a:gd name="connsiteY5" fmla="*/ 4084275 h 6286303"/>
                  <a:gd name="connsiteX6" fmla="*/ 438556 w 5545027"/>
                  <a:gd name="connsiteY6" fmla="*/ 3680966 h 6286303"/>
                  <a:gd name="connsiteX7" fmla="*/ 120392 w 5545027"/>
                  <a:gd name="connsiteY7" fmla="*/ 3380640 h 6286303"/>
                  <a:gd name="connsiteX8" fmla="*/ 0 w 5545027"/>
                  <a:gd name="connsiteY8" fmla="*/ 2960604 h 6286303"/>
                  <a:gd name="connsiteX9" fmla="*/ 136104 w 5545027"/>
                  <a:gd name="connsiteY9" fmla="*/ 2598918 h 6286303"/>
                  <a:gd name="connsiteX10" fmla="*/ 349541 w 5545027"/>
                  <a:gd name="connsiteY10" fmla="*/ 2487855 h 6286303"/>
                  <a:gd name="connsiteX11" fmla="*/ 637799 w 5545027"/>
                  <a:gd name="connsiteY11" fmla="*/ 2447612 h 6286303"/>
                  <a:gd name="connsiteX12" fmla="*/ 1360243 w 5545027"/>
                  <a:gd name="connsiteY12" fmla="*/ 2486859 h 6286303"/>
                  <a:gd name="connsiteX13" fmla="*/ 2351770 w 5545027"/>
                  <a:gd name="connsiteY13" fmla="*/ 2521149 h 6286303"/>
                  <a:gd name="connsiteX14" fmla="*/ 3120669 w 5545027"/>
                  <a:gd name="connsiteY14" fmla="*/ 2184722 h 6286303"/>
                  <a:gd name="connsiteX15" fmla="*/ 3353575 w 5545027"/>
                  <a:gd name="connsiteY15" fmla="*/ 1512276 h 6286303"/>
                  <a:gd name="connsiteX16" fmla="*/ 3194381 w 5545027"/>
                  <a:gd name="connsiteY16" fmla="*/ 324257 h 6286303"/>
                  <a:gd name="connsiteX17" fmla="*/ 3188721 w 5545027"/>
                  <a:gd name="connsiteY17" fmla="*/ 17571 h 6286303"/>
                  <a:gd name="connsiteX18" fmla="*/ 3271692 w 5545027"/>
                  <a:gd name="connsiteY18" fmla="*/ 5621 h 6286303"/>
                  <a:gd name="connsiteX19" fmla="*/ 3755706 w 5545027"/>
                  <a:gd name="connsiteY19" fmla="*/ 412099 h 6286303"/>
                  <a:gd name="connsiteX20" fmla="*/ 4429432 w 5545027"/>
                  <a:gd name="connsiteY20" fmla="*/ 1275211 h 6286303"/>
                  <a:gd name="connsiteX21" fmla="*/ 5077010 w 5545027"/>
                  <a:gd name="connsiteY21" fmla="*/ 2333312 h 6286303"/>
                  <a:gd name="connsiteX22" fmla="*/ 5482106 w 5545027"/>
                  <a:gd name="connsiteY22" fmla="*/ 3324712 h 6286303"/>
                  <a:gd name="connsiteX23" fmla="*/ 5544430 w 5545027"/>
                  <a:gd name="connsiteY23" fmla="*/ 3878331 h 6286303"/>
                  <a:gd name="connsiteX24" fmla="*/ 5464358 w 5545027"/>
                  <a:gd name="connsiteY24" fmla="*/ 4370613 h 6286303"/>
                  <a:gd name="connsiteX25" fmla="*/ 4981113 w 5545027"/>
                  <a:gd name="connsiteY25" fmla="*/ 5176915 h 6286303"/>
                  <a:gd name="connsiteX26" fmla="*/ 4240626 w 5545027"/>
                  <a:gd name="connsiteY26" fmla="*/ 5755341 h 6286303"/>
                  <a:gd name="connsiteX27" fmla="*/ 3450944 w 5545027"/>
                  <a:gd name="connsiteY27" fmla="*/ 6117932 h 6286303"/>
                  <a:gd name="connsiteX28" fmla="*/ 2837324 w 5545027"/>
                  <a:gd name="connsiteY28" fmla="*/ 6274308 h 6286303"/>
                  <a:gd name="connsiteX29" fmla="*/ 2685622 w 5545027"/>
                  <a:gd name="connsiteY29" fmla="*/ 6286282 h 6286303"/>
                  <a:gd name="connsiteX30" fmla="*/ 731002 w 5545027"/>
                  <a:gd name="connsiteY30" fmla="*/ 2448585 h 6286303"/>
                  <a:gd name="connsiteX31" fmla="*/ 637934 w 5545027"/>
                  <a:gd name="connsiteY31" fmla="*/ 2450328 h 6286303"/>
                  <a:gd name="connsiteX32" fmla="*/ 137937 w 5545027"/>
                  <a:gd name="connsiteY32" fmla="*/ 2600932 h 6286303"/>
                  <a:gd name="connsiteX33" fmla="*/ 2717 w 5545027"/>
                  <a:gd name="connsiteY33" fmla="*/ 2960604 h 6286303"/>
                  <a:gd name="connsiteX34" fmla="*/ 440027 w 5545027"/>
                  <a:gd name="connsiteY34" fmla="*/ 3678680 h 6286303"/>
                  <a:gd name="connsiteX35" fmla="*/ 1411497 w 5545027"/>
                  <a:gd name="connsiteY35" fmla="*/ 4081695 h 6286303"/>
                  <a:gd name="connsiteX36" fmla="*/ 2277787 w 5545027"/>
                  <a:gd name="connsiteY36" fmla="*/ 4419072 h 6286303"/>
                  <a:gd name="connsiteX37" fmla="*/ 2616937 w 5545027"/>
                  <a:gd name="connsiteY37" fmla="*/ 4652652 h 6286303"/>
                  <a:gd name="connsiteX38" fmla="*/ 2840086 w 5545027"/>
                  <a:gd name="connsiteY38" fmla="*/ 4963140 h 6286303"/>
                  <a:gd name="connsiteX39" fmla="*/ 2900508 w 5545027"/>
                  <a:gd name="connsiteY39" fmla="*/ 5188436 h 6286303"/>
                  <a:gd name="connsiteX40" fmla="*/ 2900531 w 5545027"/>
                  <a:gd name="connsiteY40" fmla="*/ 5452887 h 6286303"/>
                  <a:gd name="connsiteX41" fmla="*/ 2688294 w 5545027"/>
                  <a:gd name="connsiteY41" fmla="*/ 6118770 h 6286303"/>
                  <a:gd name="connsiteX42" fmla="*/ 2688113 w 5545027"/>
                  <a:gd name="connsiteY42" fmla="*/ 6119155 h 6286303"/>
                  <a:gd name="connsiteX43" fmla="*/ 2687750 w 5545027"/>
                  <a:gd name="connsiteY43" fmla="*/ 6119359 h 6286303"/>
                  <a:gd name="connsiteX44" fmla="*/ 2559253 w 5545027"/>
                  <a:gd name="connsiteY44" fmla="*/ 6249728 h 6286303"/>
                  <a:gd name="connsiteX45" fmla="*/ 2836984 w 5545027"/>
                  <a:gd name="connsiteY45" fmla="*/ 6271637 h 6286303"/>
                  <a:gd name="connsiteX46" fmla="*/ 3450084 w 5545027"/>
                  <a:gd name="connsiteY46" fmla="*/ 6115375 h 6286303"/>
                  <a:gd name="connsiteX47" fmla="*/ 5479525 w 5545027"/>
                  <a:gd name="connsiteY47" fmla="*/ 3325346 h 6286303"/>
                  <a:gd name="connsiteX48" fmla="*/ 4427258 w 5545027"/>
                  <a:gd name="connsiteY48" fmla="*/ 1276750 h 6286303"/>
                  <a:gd name="connsiteX49" fmla="*/ 3753736 w 5545027"/>
                  <a:gd name="connsiteY49" fmla="*/ 413932 h 6286303"/>
                  <a:gd name="connsiteX50" fmla="*/ 3270990 w 5545027"/>
                  <a:gd name="connsiteY50" fmla="*/ 8224 h 6286303"/>
                  <a:gd name="connsiteX51" fmla="*/ 3190668 w 5545027"/>
                  <a:gd name="connsiteY51" fmla="*/ 19495 h 6286303"/>
                  <a:gd name="connsiteX52" fmla="*/ 3197052 w 5545027"/>
                  <a:gd name="connsiteY52" fmla="*/ 323556 h 6286303"/>
                  <a:gd name="connsiteX53" fmla="*/ 3333042 w 5545027"/>
                  <a:gd name="connsiteY53" fmla="*/ 990864 h 6286303"/>
                  <a:gd name="connsiteX54" fmla="*/ 3356338 w 5545027"/>
                  <a:gd name="connsiteY54" fmla="*/ 1512434 h 6286303"/>
                  <a:gd name="connsiteX55" fmla="*/ 3281426 w 5545027"/>
                  <a:gd name="connsiteY55" fmla="*/ 1905309 h 6286303"/>
                  <a:gd name="connsiteX56" fmla="*/ 3122797 w 5545027"/>
                  <a:gd name="connsiteY56" fmla="*/ 2186465 h 6286303"/>
                  <a:gd name="connsiteX57" fmla="*/ 2785481 w 5545027"/>
                  <a:gd name="connsiteY57" fmla="*/ 2425499 h 6286303"/>
                  <a:gd name="connsiteX58" fmla="*/ 2352087 w 5545027"/>
                  <a:gd name="connsiteY58" fmla="*/ 2523842 h 6286303"/>
                  <a:gd name="connsiteX59" fmla="*/ 1360039 w 5545027"/>
                  <a:gd name="connsiteY59" fmla="*/ 2489552 h 6286303"/>
                  <a:gd name="connsiteX60" fmla="*/ 731024 w 5545027"/>
                  <a:gd name="connsiteY60" fmla="*/ 2448563 h 6286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545027" h="6286303">
                    <a:moveTo>
                      <a:pt x="2685645" y="6286304"/>
                    </a:moveTo>
                    <a:cubicBezTo>
                      <a:pt x="2612726" y="6286304"/>
                      <a:pt x="2567562" y="6274308"/>
                      <a:pt x="2556808" y="6250860"/>
                    </a:cubicBezTo>
                    <a:cubicBezTo>
                      <a:pt x="2542931" y="6220599"/>
                      <a:pt x="2587620" y="6174381"/>
                      <a:pt x="2686052" y="6117231"/>
                    </a:cubicBezTo>
                    <a:cubicBezTo>
                      <a:pt x="2915291" y="5640996"/>
                      <a:pt x="2964847" y="5263851"/>
                      <a:pt x="2837596" y="4964204"/>
                    </a:cubicBezTo>
                    <a:cubicBezTo>
                      <a:pt x="2747177" y="4751266"/>
                      <a:pt x="2563645" y="4573751"/>
                      <a:pt x="2276519" y="4421471"/>
                    </a:cubicBezTo>
                    <a:cubicBezTo>
                      <a:pt x="2020907" y="4285918"/>
                      <a:pt x="1710666" y="4183410"/>
                      <a:pt x="1410636" y="4084275"/>
                    </a:cubicBezTo>
                    <a:cubicBezTo>
                      <a:pt x="1062318" y="3969183"/>
                      <a:pt x="702160" y="3850175"/>
                      <a:pt x="438556" y="3680966"/>
                    </a:cubicBezTo>
                    <a:cubicBezTo>
                      <a:pt x="296725" y="3589911"/>
                      <a:pt x="192655" y="3491680"/>
                      <a:pt x="120392" y="3380640"/>
                    </a:cubicBezTo>
                    <a:cubicBezTo>
                      <a:pt x="39391" y="3256154"/>
                      <a:pt x="0" y="3118768"/>
                      <a:pt x="0" y="2960604"/>
                    </a:cubicBezTo>
                    <a:cubicBezTo>
                      <a:pt x="0" y="2802440"/>
                      <a:pt x="44508" y="2682323"/>
                      <a:pt x="136104" y="2598918"/>
                    </a:cubicBezTo>
                    <a:cubicBezTo>
                      <a:pt x="190504" y="2549373"/>
                      <a:pt x="260322" y="2513046"/>
                      <a:pt x="349541" y="2487855"/>
                    </a:cubicBezTo>
                    <a:cubicBezTo>
                      <a:pt x="429500" y="2465266"/>
                      <a:pt x="523790" y="2452116"/>
                      <a:pt x="637799" y="2447612"/>
                    </a:cubicBezTo>
                    <a:cubicBezTo>
                      <a:pt x="850489" y="2439215"/>
                      <a:pt x="1098087" y="2462369"/>
                      <a:pt x="1360243" y="2486859"/>
                    </a:cubicBezTo>
                    <a:cubicBezTo>
                      <a:pt x="1694548" y="2518093"/>
                      <a:pt x="2040217" y="2550414"/>
                      <a:pt x="2351770" y="2521149"/>
                    </a:cubicBezTo>
                    <a:cubicBezTo>
                      <a:pt x="2705499" y="2487923"/>
                      <a:pt x="2957014" y="2377878"/>
                      <a:pt x="3120669" y="2184722"/>
                    </a:cubicBezTo>
                    <a:cubicBezTo>
                      <a:pt x="3257542" y="2023186"/>
                      <a:pt x="3335895" y="1796939"/>
                      <a:pt x="3353575" y="1512276"/>
                    </a:cubicBezTo>
                    <a:cubicBezTo>
                      <a:pt x="3373135" y="1197487"/>
                      <a:pt x="3319572" y="797776"/>
                      <a:pt x="3194381" y="324257"/>
                    </a:cubicBezTo>
                    <a:cubicBezTo>
                      <a:pt x="3150869" y="159711"/>
                      <a:pt x="3148967" y="56524"/>
                      <a:pt x="3188721" y="17571"/>
                    </a:cubicBezTo>
                    <a:cubicBezTo>
                      <a:pt x="3207420" y="-739"/>
                      <a:pt x="3235334" y="-4768"/>
                      <a:pt x="3271692" y="5621"/>
                    </a:cubicBezTo>
                    <a:cubicBezTo>
                      <a:pt x="3373792" y="34818"/>
                      <a:pt x="3541182" y="175373"/>
                      <a:pt x="3755706" y="412099"/>
                    </a:cubicBezTo>
                    <a:cubicBezTo>
                      <a:pt x="3961853" y="639590"/>
                      <a:pt x="4201121" y="946095"/>
                      <a:pt x="4429432" y="1275211"/>
                    </a:cubicBezTo>
                    <a:cubicBezTo>
                      <a:pt x="4675084" y="1629269"/>
                      <a:pt x="4899003" y="1995165"/>
                      <a:pt x="5077010" y="2333312"/>
                    </a:cubicBezTo>
                    <a:cubicBezTo>
                      <a:pt x="5279309" y="2717609"/>
                      <a:pt x="5415617" y="3051161"/>
                      <a:pt x="5482106" y="3324712"/>
                    </a:cubicBezTo>
                    <a:cubicBezTo>
                      <a:pt x="5527972" y="3513363"/>
                      <a:pt x="5548935" y="3699616"/>
                      <a:pt x="5544430" y="3878331"/>
                    </a:cubicBezTo>
                    <a:cubicBezTo>
                      <a:pt x="5540174" y="4046590"/>
                      <a:pt x="5513234" y="4212223"/>
                      <a:pt x="5464358" y="4370613"/>
                    </a:cubicBezTo>
                    <a:cubicBezTo>
                      <a:pt x="5375682" y="4657925"/>
                      <a:pt x="5213091" y="4929190"/>
                      <a:pt x="4981113" y="5176915"/>
                    </a:cubicBezTo>
                    <a:cubicBezTo>
                      <a:pt x="4781961" y="5389558"/>
                      <a:pt x="4532823" y="5584162"/>
                      <a:pt x="4240626" y="5755341"/>
                    </a:cubicBezTo>
                    <a:cubicBezTo>
                      <a:pt x="3998233" y="5897345"/>
                      <a:pt x="3725166" y="6022712"/>
                      <a:pt x="3450944" y="6117932"/>
                    </a:cubicBezTo>
                    <a:cubicBezTo>
                      <a:pt x="3228452" y="6195181"/>
                      <a:pt x="3010532" y="6250701"/>
                      <a:pt x="2837324" y="6274308"/>
                    </a:cubicBezTo>
                    <a:cubicBezTo>
                      <a:pt x="2778486" y="6282321"/>
                      <a:pt x="2727481" y="6286282"/>
                      <a:pt x="2685622" y="6286282"/>
                    </a:cubicBezTo>
                    <a:close/>
                    <a:moveTo>
                      <a:pt x="731002" y="2448585"/>
                    </a:moveTo>
                    <a:cubicBezTo>
                      <a:pt x="699285" y="2448585"/>
                      <a:pt x="668270" y="2449129"/>
                      <a:pt x="637934" y="2450328"/>
                    </a:cubicBezTo>
                    <a:cubicBezTo>
                      <a:pt x="399323" y="2459744"/>
                      <a:pt x="240445" y="2507591"/>
                      <a:pt x="137937" y="2600932"/>
                    </a:cubicBezTo>
                    <a:cubicBezTo>
                      <a:pt x="46953" y="2683794"/>
                      <a:pt x="2717" y="2801444"/>
                      <a:pt x="2717" y="2960604"/>
                    </a:cubicBezTo>
                    <a:cubicBezTo>
                      <a:pt x="2717" y="3254887"/>
                      <a:pt x="145770" y="3489779"/>
                      <a:pt x="440027" y="3678680"/>
                    </a:cubicBezTo>
                    <a:cubicBezTo>
                      <a:pt x="703337" y="3847708"/>
                      <a:pt x="1063337" y="3966670"/>
                      <a:pt x="1411497" y="4081695"/>
                    </a:cubicBezTo>
                    <a:cubicBezTo>
                      <a:pt x="1711617" y="4180875"/>
                      <a:pt x="2021970" y="4283406"/>
                      <a:pt x="2277787" y="4419072"/>
                    </a:cubicBezTo>
                    <a:cubicBezTo>
                      <a:pt x="2415679" y="4492201"/>
                      <a:pt x="2526609" y="4568590"/>
                      <a:pt x="2616937" y="4652652"/>
                    </a:cubicBezTo>
                    <a:cubicBezTo>
                      <a:pt x="2718494" y="4747147"/>
                      <a:pt x="2791481" y="4848704"/>
                      <a:pt x="2840086" y="4963140"/>
                    </a:cubicBezTo>
                    <a:cubicBezTo>
                      <a:pt x="2869969" y="5033509"/>
                      <a:pt x="2890298" y="5109309"/>
                      <a:pt x="2900508" y="5188436"/>
                    </a:cubicBezTo>
                    <a:cubicBezTo>
                      <a:pt x="2911171" y="5271049"/>
                      <a:pt x="2911194" y="5360021"/>
                      <a:pt x="2900531" y="5452887"/>
                    </a:cubicBezTo>
                    <a:cubicBezTo>
                      <a:pt x="2878028" y="5648940"/>
                      <a:pt x="2806626" y="5872968"/>
                      <a:pt x="2688294" y="6118770"/>
                    </a:cubicBezTo>
                    <a:lnTo>
                      <a:pt x="2688113" y="6119155"/>
                    </a:lnTo>
                    <a:lnTo>
                      <a:pt x="2687750" y="6119359"/>
                    </a:lnTo>
                    <a:cubicBezTo>
                      <a:pt x="2564823" y="6190677"/>
                      <a:pt x="2550017" y="6229607"/>
                      <a:pt x="2559253" y="6249728"/>
                    </a:cubicBezTo>
                    <a:cubicBezTo>
                      <a:pt x="2575417" y="6284946"/>
                      <a:pt x="2679238" y="6293139"/>
                      <a:pt x="2836984" y="6271637"/>
                    </a:cubicBezTo>
                    <a:cubicBezTo>
                      <a:pt x="3010011" y="6248053"/>
                      <a:pt x="3227750" y="6192578"/>
                      <a:pt x="3450084" y="6115375"/>
                    </a:cubicBezTo>
                    <a:cubicBezTo>
                      <a:pt x="4657222" y="5696290"/>
                      <a:pt x="5824267" y="4743254"/>
                      <a:pt x="5479525" y="3325346"/>
                    </a:cubicBezTo>
                    <a:cubicBezTo>
                      <a:pt x="5354877" y="2812648"/>
                      <a:pt x="4961485" y="2046815"/>
                      <a:pt x="4427258" y="1276750"/>
                    </a:cubicBezTo>
                    <a:cubicBezTo>
                      <a:pt x="4199016" y="947747"/>
                      <a:pt x="3959816" y="641333"/>
                      <a:pt x="3753736" y="413932"/>
                    </a:cubicBezTo>
                    <a:cubicBezTo>
                      <a:pt x="3539552" y="177569"/>
                      <a:pt x="3372615" y="37285"/>
                      <a:pt x="3270990" y="8224"/>
                    </a:cubicBezTo>
                    <a:cubicBezTo>
                      <a:pt x="3235628" y="-1871"/>
                      <a:pt x="3208620" y="1909"/>
                      <a:pt x="3190668" y="19495"/>
                    </a:cubicBezTo>
                    <a:cubicBezTo>
                      <a:pt x="3151661" y="57723"/>
                      <a:pt x="3153812" y="160005"/>
                      <a:pt x="3197052" y="323556"/>
                    </a:cubicBezTo>
                    <a:cubicBezTo>
                      <a:pt x="3261119" y="565940"/>
                      <a:pt x="3306872" y="790443"/>
                      <a:pt x="3333042" y="990864"/>
                    </a:cubicBezTo>
                    <a:cubicBezTo>
                      <a:pt x="3358080" y="1182684"/>
                      <a:pt x="3365914" y="1358163"/>
                      <a:pt x="3356338" y="1512434"/>
                    </a:cubicBezTo>
                    <a:cubicBezTo>
                      <a:pt x="3347214" y="1659327"/>
                      <a:pt x="3322017" y="1791507"/>
                      <a:pt x="3281426" y="1905309"/>
                    </a:cubicBezTo>
                    <a:cubicBezTo>
                      <a:pt x="3243031" y="2012933"/>
                      <a:pt x="3189672" y="2107519"/>
                      <a:pt x="3122797" y="2186465"/>
                    </a:cubicBezTo>
                    <a:cubicBezTo>
                      <a:pt x="3035978" y="2288927"/>
                      <a:pt x="2922491" y="2369345"/>
                      <a:pt x="2785481" y="2425499"/>
                    </a:cubicBezTo>
                    <a:cubicBezTo>
                      <a:pt x="2662712" y="2475814"/>
                      <a:pt x="2520949" y="2507976"/>
                      <a:pt x="2352087" y="2523842"/>
                    </a:cubicBezTo>
                    <a:cubicBezTo>
                      <a:pt x="2040262" y="2553130"/>
                      <a:pt x="1694457" y="2520809"/>
                      <a:pt x="1360039" y="2489552"/>
                    </a:cubicBezTo>
                    <a:cubicBezTo>
                      <a:pt x="1135396" y="2468548"/>
                      <a:pt x="921415" y="2448563"/>
                      <a:pt x="731024" y="244856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F647B3C-2F0E-0A73-5EFD-51A7E93678F5}"/>
                  </a:ext>
                </a:extLst>
              </p:cNvPr>
              <p:cNvSpPr/>
              <p:nvPr/>
            </p:nvSpPr>
            <p:spPr>
              <a:xfrm>
                <a:off x="3395820" y="79915"/>
                <a:ext cx="5489653" cy="6220730"/>
              </a:xfrm>
              <a:custGeom>
                <a:avLst/>
                <a:gdLst>
                  <a:gd name="connsiteX0" fmla="*/ 2631063 w 5489653"/>
                  <a:gd name="connsiteY0" fmla="*/ 6220731 h 6220730"/>
                  <a:gd name="connsiteX1" fmla="*/ 2499148 w 5489653"/>
                  <a:gd name="connsiteY1" fmla="*/ 6190334 h 6220730"/>
                  <a:gd name="connsiteX2" fmla="*/ 2641002 w 5489653"/>
                  <a:gd name="connsiteY2" fmla="*/ 6091199 h 6220730"/>
                  <a:gd name="connsiteX3" fmla="*/ 2801600 w 5489653"/>
                  <a:gd name="connsiteY3" fmla="*/ 5031106 h 6220730"/>
                  <a:gd name="connsiteX4" fmla="*/ 2262665 w 5489653"/>
                  <a:gd name="connsiteY4" fmla="*/ 4473639 h 6220730"/>
                  <a:gd name="connsiteX5" fmla="*/ 1409120 w 5489653"/>
                  <a:gd name="connsiteY5" fmla="*/ 4101088 h 6220730"/>
                  <a:gd name="connsiteX6" fmla="*/ 439416 w 5489653"/>
                  <a:gd name="connsiteY6" fmla="*/ 3653282 h 6220730"/>
                  <a:gd name="connsiteX7" fmla="*/ 120755 w 5489653"/>
                  <a:gd name="connsiteY7" fmla="*/ 3337994 h 6220730"/>
                  <a:gd name="connsiteX8" fmla="*/ 0 w 5489653"/>
                  <a:gd name="connsiteY8" fmla="*/ 2912323 h 6220730"/>
                  <a:gd name="connsiteX9" fmla="*/ 35226 w 5489653"/>
                  <a:gd name="connsiteY9" fmla="*/ 2708801 h 6220730"/>
                  <a:gd name="connsiteX10" fmla="*/ 135175 w 5489653"/>
                  <a:gd name="connsiteY10" fmla="*/ 2559600 h 6220730"/>
                  <a:gd name="connsiteX11" fmla="*/ 1553939 w 5489653"/>
                  <a:gd name="connsiteY11" fmla="*/ 2362008 h 6220730"/>
                  <a:gd name="connsiteX12" fmla="*/ 2624611 w 5489653"/>
                  <a:gd name="connsiteY12" fmla="*/ 2345214 h 6220730"/>
                  <a:gd name="connsiteX13" fmla="*/ 3376599 w 5489653"/>
                  <a:gd name="connsiteY13" fmla="*/ 1972913 h 6220730"/>
                  <a:gd name="connsiteX14" fmla="*/ 3509578 w 5489653"/>
                  <a:gd name="connsiteY14" fmla="*/ 1358160 h 6220730"/>
                  <a:gd name="connsiteX15" fmla="*/ 3222022 w 5489653"/>
                  <a:gd name="connsiteY15" fmla="*/ 328147 h 6220730"/>
                  <a:gd name="connsiteX16" fmla="*/ 3221909 w 5489653"/>
                  <a:gd name="connsiteY16" fmla="*/ 327649 h 6220730"/>
                  <a:gd name="connsiteX17" fmla="*/ 3341532 w 5489653"/>
                  <a:gd name="connsiteY17" fmla="*/ 1227 h 6220730"/>
                  <a:gd name="connsiteX18" fmla="*/ 3535387 w 5489653"/>
                  <a:gd name="connsiteY18" fmla="*/ 78317 h 6220730"/>
                  <a:gd name="connsiteX19" fmla="*/ 3792607 w 5489653"/>
                  <a:gd name="connsiteY19" fmla="*/ 328804 h 6220730"/>
                  <a:gd name="connsiteX20" fmla="*/ 4408219 w 5489653"/>
                  <a:gd name="connsiteY20" fmla="*/ 1196692 h 6220730"/>
                  <a:gd name="connsiteX21" fmla="*/ 5007193 w 5489653"/>
                  <a:gd name="connsiteY21" fmla="*/ 2298679 h 6220730"/>
                  <a:gd name="connsiteX22" fmla="*/ 5407399 w 5489653"/>
                  <a:gd name="connsiteY22" fmla="*/ 3328443 h 6220730"/>
                  <a:gd name="connsiteX23" fmla="*/ 5489532 w 5489653"/>
                  <a:gd name="connsiteY23" fmla="*/ 3895213 h 6220730"/>
                  <a:gd name="connsiteX24" fmla="*/ 5427796 w 5489653"/>
                  <a:gd name="connsiteY24" fmla="*/ 4390573 h 6220730"/>
                  <a:gd name="connsiteX25" fmla="*/ 4974615 w 5489653"/>
                  <a:gd name="connsiteY25" fmla="*/ 5181076 h 6220730"/>
                  <a:gd name="connsiteX26" fmla="*/ 4251877 w 5489653"/>
                  <a:gd name="connsiteY26" fmla="*/ 5728313 h 6220730"/>
                  <a:gd name="connsiteX27" fmla="*/ 3463418 w 5489653"/>
                  <a:gd name="connsiteY27" fmla="*/ 6060983 h 6220730"/>
                  <a:gd name="connsiteX28" fmla="*/ 2795171 w 5489653"/>
                  <a:gd name="connsiteY28" fmla="*/ 6209844 h 6220730"/>
                  <a:gd name="connsiteX29" fmla="*/ 2631018 w 5489653"/>
                  <a:gd name="connsiteY29" fmla="*/ 6220731 h 6220730"/>
                  <a:gd name="connsiteX30" fmla="*/ 1047196 w 5489653"/>
                  <a:gd name="connsiteY30" fmla="*/ 2351733 h 6220730"/>
                  <a:gd name="connsiteX31" fmla="*/ 137122 w 5489653"/>
                  <a:gd name="connsiteY31" fmla="*/ 2561614 h 6220730"/>
                  <a:gd name="connsiteX32" fmla="*/ 2807 w 5489653"/>
                  <a:gd name="connsiteY32" fmla="*/ 2912323 h 6220730"/>
                  <a:gd name="connsiteX33" fmla="*/ 441023 w 5489653"/>
                  <a:gd name="connsiteY33" fmla="*/ 3650995 h 6220730"/>
                  <a:gd name="connsiteX34" fmla="*/ 1410138 w 5489653"/>
                  <a:gd name="connsiteY34" fmla="*/ 4098486 h 6220730"/>
                  <a:gd name="connsiteX35" fmla="*/ 2264091 w 5489653"/>
                  <a:gd name="connsiteY35" fmla="*/ 4471240 h 6220730"/>
                  <a:gd name="connsiteX36" fmla="*/ 2593506 w 5489653"/>
                  <a:gd name="connsiteY36" fmla="*/ 4715932 h 6220730"/>
                  <a:gd name="connsiteX37" fmla="*/ 2804226 w 5489653"/>
                  <a:gd name="connsiteY37" fmla="*/ 5030110 h 6220730"/>
                  <a:gd name="connsiteX38" fmla="*/ 2849866 w 5489653"/>
                  <a:gd name="connsiteY38" fmla="*/ 5488939 h 6220730"/>
                  <a:gd name="connsiteX39" fmla="*/ 2643288 w 5489653"/>
                  <a:gd name="connsiteY39" fmla="*/ 6092919 h 6220730"/>
                  <a:gd name="connsiteX40" fmla="*/ 2643039 w 5489653"/>
                  <a:gd name="connsiteY40" fmla="*/ 6093372 h 6220730"/>
                  <a:gd name="connsiteX41" fmla="*/ 2642564 w 5489653"/>
                  <a:gd name="connsiteY41" fmla="*/ 6093575 h 6220730"/>
                  <a:gd name="connsiteX42" fmla="*/ 2501797 w 5489653"/>
                  <a:gd name="connsiteY42" fmla="*/ 6189406 h 6220730"/>
                  <a:gd name="connsiteX43" fmla="*/ 2629207 w 5489653"/>
                  <a:gd name="connsiteY43" fmla="*/ 6217947 h 6220730"/>
                  <a:gd name="connsiteX44" fmla="*/ 3462649 w 5489653"/>
                  <a:gd name="connsiteY44" fmla="*/ 6058335 h 6220730"/>
                  <a:gd name="connsiteX45" fmla="*/ 5404772 w 5489653"/>
                  <a:gd name="connsiteY45" fmla="*/ 3329167 h 6220730"/>
                  <a:gd name="connsiteX46" fmla="*/ 4405910 w 5489653"/>
                  <a:gd name="connsiteY46" fmla="*/ 1198140 h 6220730"/>
                  <a:gd name="connsiteX47" fmla="*/ 3790569 w 5489653"/>
                  <a:gd name="connsiteY47" fmla="*/ 330614 h 6220730"/>
                  <a:gd name="connsiteX48" fmla="*/ 3533779 w 5489653"/>
                  <a:gd name="connsiteY48" fmla="*/ 80535 h 6220730"/>
                  <a:gd name="connsiteX49" fmla="*/ 3341984 w 5489653"/>
                  <a:gd name="connsiteY49" fmla="*/ 3965 h 6220730"/>
                  <a:gd name="connsiteX50" fmla="*/ 3224716 w 5489653"/>
                  <a:gd name="connsiteY50" fmla="*/ 327310 h 6220730"/>
                  <a:gd name="connsiteX51" fmla="*/ 3428147 w 5489653"/>
                  <a:gd name="connsiteY51" fmla="*/ 900756 h 6220730"/>
                  <a:gd name="connsiteX52" fmla="*/ 3512408 w 5489653"/>
                  <a:gd name="connsiteY52" fmla="*/ 1357956 h 6220730"/>
                  <a:gd name="connsiteX53" fmla="*/ 3491354 w 5489653"/>
                  <a:gd name="connsiteY53" fmla="*/ 1711585 h 6220730"/>
                  <a:gd name="connsiteX54" fmla="*/ 3378931 w 5489653"/>
                  <a:gd name="connsiteY54" fmla="*/ 1974497 h 6220730"/>
                  <a:gd name="connsiteX55" fmla="*/ 3066042 w 5489653"/>
                  <a:gd name="connsiteY55" fmla="*/ 2228334 h 6220730"/>
                  <a:gd name="connsiteX56" fmla="*/ 2625041 w 5489653"/>
                  <a:gd name="connsiteY56" fmla="*/ 2347953 h 6220730"/>
                  <a:gd name="connsiteX57" fmla="*/ 1553894 w 5489653"/>
                  <a:gd name="connsiteY57" fmla="*/ 2364770 h 6220730"/>
                  <a:gd name="connsiteX58" fmla="*/ 1047241 w 5489653"/>
                  <a:gd name="connsiteY58" fmla="*/ 2351710 h 6220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5489653" h="6220730">
                    <a:moveTo>
                      <a:pt x="2631063" y="6220731"/>
                    </a:moveTo>
                    <a:cubicBezTo>
                      <a:pt x="2553911" y="6220731"/>
                      <a:pt x="2506279" y="6210365"/>
                      <a:pt x="2499148" y="6190334"/>
                    </a:cubicBezTo>
                    <a:cubicBezTo>
                      <a:pt x="2490545" y="6166139"/>
                      <a:pt x="2539581" y="6131849"/>
                      <a:pt x="2641002" y="6091199"/>
                    </a:cubicBezTo>
                    <a:cubicBezTo>
                      <a:pt x="2859487" y="5663423"/>
                      <a:pt x="2912009" y="5316652"/>
                      <a:pt x="2801600" y="5031106"/>
                    </a:cubicBezTo>
                    <a:cubicBezTo>
                      <a:pt x="2719422" y="4818598"/>
                      <a:pt x="2543135" y="4636239"/>
                      <a:pt x="2262665" y="4473639"/>
                    </a:cubicBezTo>
                    <a:cubicBezTo>
                      <a:pt x="2012688" y="4328715"/>
                      <a:pt x="1705867" y="4212989"/>
                      <a:pt x="1409120" y="4101088"/>
                    </a:cubicBezTo>
                    <a:cubicBezTo>
                      <a:pt x="1062047" y="3970198"/>
                      <a:pt x="703179" y="3834849"/>
                      <a:pt x="439416" y="3653282"/>
                    </a:cubicBezTo>
                    <a:cubicBezTo>
                      <a:pt x="297426" y="3555549"/>
                      <a:pt x="193198" y="3452408"/>
                      <a:pt x="120755" y="3337994"/>
                    </a:cubicBezTo>
                    <a:cubicBezTo>
                      <a:pt x="39482" y="3209616"/>
                      <a:pt x="0" y="3070374"/>
                      <a:pt x="0" y="2912323"/>
                    </a:cubicBezTo>
                    <a:cubicBezTo>
                      <a:pt x="0" y="2836546"/>
                      <a:pt x="11840" y="2768079"/>
                      <a:pt x="35226" y="2708801"/>
                    </a:cubicBezTo>
                    <a:cubicBezTo>
                      <a:pt x="57547" y="2652149"/>
                      <a:pt x="91188" y="2601948"/>
                      <a:pt x="135175" y="2559600"/>
                    </a:cubicBezTo>
                    <a:cubicBezTo>
                      <a:pt x="386328" y="2317827"/>
                      <a:pt x="953494" y="2339284"/>
                      <a:pt x="1553939" y="2362008"/>
                    </a:cubicBezTo>
                    <a:cubicBezTo>
                      <a:pt x="1920278" y="2375860"/>
                      <a:pt x="2299067" y="2390210"/>
                      <a:pt x="2624611" y="2345214"/>
                    </a:cubicBezTo>
                    <a:cubicBezTo>
                      <a:pt x="2992489" y="2294356"/>
                      <a:pt x="3238458" y="2172587"/>
                      <a:pt x="3376599" y="1972913"/>
                    </a:cubicBezTo>
                    <a:cubicBezTo>
                      <a:pt x="3483272" y="1818732"/>
                      <a:pt x="3528006" y="1611906"/>
                      <a:pt x="3509578" y="1358160"/>
                    </a:cubicBezTo>
                    <a:cubicBezTo>
                      <a:pt x="3489385" y="1080038"/>
                      <a:pt x="3392627" y="733494"/>
                      <a:pt x="3222022" y="328147"/>
                    </a:cubicBezTo>
                    <a:lnTo>
                      <a:pt x="3221909" y="327649"/>
                    </a:lnTo>
                    <a:cubicBezTo>
                      <a:pt x="3215570" y="123743"/>
                      <a:pt x="3255799" y="13901"/>
                      <a:pt x="3341532" y="1227"/>
                    </a:cubicBezTo>
                    <a:cubicBezTo>
                      <a:pt x="3391405" y="-6152"/>
                      <a:pt x="3456604" y="19786"/>
                      <a:pt x="3535387" y="78317"/>
                    </a:cubicBezTo>
                    <a:cubicBezTo>
                      <a:pt x="3609709" y="133543"/>
                      <a:pt x="3696257" y="217808"/>
                      <a:pt x="3792607" y="328804"/>
                    </a:cubicBezTo>
                    <a:cubicBezTo>
                      <a:pt x="3975617" y="539591"/>
                      <a:pt x="4188489" y="839713"/>
                      <a:pt x="4408219" y="1196692"/>
                    </a:cubicBezTo>
                    <a:cubicBezTo>
                      <a:pt x="4625550" y="1549799"/>
                      <a:pt x="4832671" y="1930860"/>
                      <a:pt x="5007193" y="2298679"/>
                    </a:cubicBezTo>
                    <a:cubicBezTo>
                      <a:pt x="5193124" y="2690536"/>
                      <a:pt x="5331514" y="3046631"/>
                      <a:pt x="5407399" y="3328443"/>
                    </a:cubicBezTo>
                    <a:cubicBezTo>
                      <a:pt x="5459875" y="3523274"/>
                      <a:pt x="5487494" y="3713962"/>
                      <a:pt x="5489532" y="3895213"/>
                    </a:cubicBezTo>
                    <a:cubicBezTo>
                      <a:pt x="5491456" y="4066052"/>
                      <a:pt x="5470674" y="4232726"/>
                      <a:pt x="5427796" y="4390573"/>
                    </a:cubicBezTo>
                    <a:cubicBezTo>
                      <a:pt x="5349942" y="4677161"/>
                      <a:pt x="5197471" y="4943129"/>
                      <a:pt x="4974615" y="5181076"/>
                    </a:cubicBezTo>
                    <a:cubicBezTo>
                      <a:pt x="4783364" y="5385277"/>
                      <a:pt x="4540203" y="5569402"/>
                      <a:pt x="4251877" y="5728313"/>
                    </a:cubicBezTo>
                    <a:cubicBezTo>
                      <a:pt x="4011205" y="5860947"/>
                      <a:pt x="3745926" y="5972893"/>
                      <a:pt x="3463418" y="6060983"/>
                    </a:cubicBezTo>
                    <a:cubicBezTo>
                      <a:pt x="3227795" y="6134451"/>
                      <a:pt x="2990474" y="6187324"/>
                      <a:pt x="2795171" y="6209844"/>
                    </a:cubicBezTo>
                    <a:cubicBezTo>
                      <a:pt x="2731805" y="6217155"/>
                      <a:pt x="2676318" y="6220731"/>
                      <a:pt x="2631018" y="6220731"/>
                    </a:cubicBezTo>
                    <a:close/>
                    <a:moveTo>
                      <a:pt x="1047196" y="2351733"/>
                    </a:moveTo>
                    <a:cubicBezTo>
                      <a:pt x="651925" y="2351733"/>
                      <a:pt x="314813" y="2390549"/>
                      <a:pt x="137122" y="2561614"/>
                    </a:cubicBezTo>
                    <a:cubicBezTo>
                      <a:pt x="46749" y="2648618"/>
                      <a:pt x="2807" y="2763348"/>
                      <a:pt x="2807" y="2912323"/>
                    </a:cubicBezTo>
                    <a:cubicBezTo>
                      <a:pt x="2807" y="3206402"/>
                      <a:pt x="146155" y="3448017"/>
                      <a:pt x="441023" y="3650995"/>
                    </a:cubicBezTo>
                    <a:cubicBezTo>
                      <a:pt x="704515" y="3832359"/>
                      <a:pt x="1063224" y="3967640"/>
                      <a:pt x="1410138" y="4098486"/>
                    </a:cubicBezTo>
                    <a:cubicBezTo>
                      <a:pt x="1706976" y="4210432"/>
                      <a:pt x="2013911" y="4326180"/>
                      <a:pt x="2264091" y="4471240"/>
                    </a:cubicBezTo>
                    <a:cubicBezTo>
                      <a:pt x="2398881" y="4549393"/>
                      <a:pt x="2506619" y="4629426"/>
                      <a:pt x="2593506" y="4715932"/>
                    </a:cubicBezTo>
                    <a:cubicBezTo>
                      <a:pt x="2691123" y="4813144"/>
                      <a:pt x="2760058" y="4915900"/>
                      <a:pt x="2804226" y="5030110"/>
                    </a:cubicBezTo>
                    <a:cubicBezTo>
                      <a:pt x="2857201" y="5167089"/>
                      <a:pt x="2872550" y="5321473"/>
                      <a:pt x="2849866" y="5488939"/>
                    </a:cubicBezTo>
                    <a:cubicBezTo>
                      <a:pt x="2825438" y="5669262"/>
                      <a:pt x="2755938" y="5872467"/>
                      <a:pt x="2643288" y="6092919"/>
                    </a:cubicBezTo>
                    <a:lnTo>
                      <a:pt x="2643039" y="6093372"/>
                    </a:lnTo>
                    <a:lnTo>
                      <a:pt x="2642564" y="6093575"/>
                    </a:lnTo>
                    <a:cubicBezTo>
                      <a:pt x="2509403" y="6146900"/>
                      <a:pt x="2497223" y="6176505"/>
                      <a:pt x="2501797" y="6189406"/>
                    </a:cubicBezTo>
                    <a:cubicBezTo>
                      <a:pt x="2508407" y="6208011"/>
                      <a:pt x="2554001" y="6217947"/>
                      <a:pt x="2629207" y="6217947"/>
                    </a:cubicBezTo>
                    <a:cubicBezTo>
                      <a:pt x="2795397" y="6217947"/>
                      <a:pt x="3106429" y="6169421"/>
                      <a:pt x="3462649" y="6058335"/>
                    </a:cubicBezTo>
                    <a:cubicBezTo>
                      <a:pt x="4041994" y="5877673"/>
                      <a:pt x="5894265" y="5146990"/>
                      <a:pt x="5404772" y="3329167"/>
                    </a:cubicBezTo>
                    <a:cubicBezTo>
                      <a:pt x="5256987" y="2780392"/>
                      <a:pt x="4864909" y="1943919"/>
                      <a:pt x="4405910" y="1198140"/>
                    </a:cubicBezTo>
                    <a:cubicBezTo>
                      <a:pt x="4186270" y="841275"/>
                      <a:pt x="3973489" y="541288"/>
                      <a:pt x="3790569" y="330614"/>
                    </a:cubicBezTo>
                    <a:cubicBezTo>
                      <a:pt x="3694355" y="219777"/>
                      <a:pt x="3607943" y="135648"/>
                      <a:pt x="3533779" y="80535"/>
                    </a:cubicBezTo>
                    <a:cubicBezTo>
                      <a:pt x="3455608" y="22457"/>
                      <a:pt x="3391088" y="-3300"/>
                      <a:pt x="3341984" y="3965"/>
                    </a:cubicBezTo>
                    <a:cubicBezTo>
                      <a:pt x="3257927" y="16414"/>
                      <a:pt x="3218468" y="125191"/>
                      <a:pt x="3224716" y="327310"/>
                    </a:cubicBezTo>
                    <a:cubicBezTo>
                      <a:pt x="3311852" y="534340"/>
                      <a:pt x="3380289" y="727269"/>
                      <a:pt x="3428147" y="900756"/>
                    </a:cubicBezTo>
                    <a:cubicBezTo>
                      <a:pt x="3474126" y="1067499"/>
                      <a:pt x="3502470" y="1221317"/>
                      <a:pt x="3512408" y="1357956"/>
                    </a:cubicBezTo>
                    <a:cubicBezTo>
                      <a:pt x="3521894" y="1488620"/>
                      <a:pt x="3514808" y="1607606"/>
                      <a:pt x="3491354" y="1711585"/>
                    </a:cubicBezTo>
                    <a:cubicBezTo>
                      <a:pt x="3469055" y="1810449"/>
                      <a:pt x="3431226" y="1898901"/>
                      <a:pt x="3378931" y="1974497"/>
                    </a:cubicBezTo>
                    <a:cubicBezTo>
                      <a:pt x="3304608" y="2081917"/>
                      <a:pt x="3202259" y="2164960"/>
                      <a:pt x="3066042" y="2228334"/>
                    </a:cubicBezTo>
                    <a:cubicBezTo>
                      <a:pt x="2945356" y="2284488"/>
                      <a:pt x="2801102" y="2323622"/>
                      <a:pt x="2625041" y="2347953"/>
                    </a:cubicBezTo>
                    <a:cubicBezTo>
                      <a:pt x="2299271" y="2392994"/>
                      <a:pt x="1920346" y="2378644"/>
                      <a:pt x="1553894" y="2364770"/>
                    </a:cubicBezTo>
                    <a:cubicBezTo>
                      <a:pt x="1379916" y="2358183"/>
                      <a:pt x="1208722" y="2351710"/>
                      <a:pt x="1047241" y="235171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5FBFC7A-D605-3D9E-F827-4AD0D00F45F3}"/>
                  </a:ext>
                </a:extLst>
              </p:cNvPr>
              <p:cNvSpPr/>
              <p:nvPr/>
            </p:nvSpPr>
            <p:spPr>
              <a:xfrm>
                <a:off x="3440916" y="89362"/>
                <a:ext cx="5436941" cy="6142069"/>
              </a:xfrm>
              <a:custGeom>
                <a:avLst/>
                <a:gdLst>
                  <a:gd name="connsiteX0" fmla="*/ 2576323 w 5436941"/>
                  <a:gd name="connsiteY0" fmla="*/ 6142070 h 6142069"/>
                  <a:gd name="connsiteX1" fmla="*/ 2450248 w 5436941"/>
                  <a:gd name="connsiteY1" fmla="*/ 6126770 h 6142069"/>
                  <a:gd name="connsiteX2" fmla="*/ 2442076 w 5436941"/>
                  <a:gd name="connsiteY2" fmla="*/ 6114457 h 6142069"/>
                  <a:gd name="connsiteX3" fmla="*/ 2595973 w 5436941"/>
                  <a:gd name="connsiteY3" fmla="*/ 6051921 h 6142069"/>
                  <a:gd name="connsiteX4" fmla="*/ 2764812 w 5436941"/>
                  <a:gd name="connsiteY4" fmla="*/ 5085169 h 6142069"/>
                  <a:gd name="connsiteX5" fmla="*/ 2249104 w 5436941"/>
                  <a:gd name="connsiteY5" fmla="*/ 4514846 h 6142069"/>
                  <a:gd name="connsiteX6" fmla="*/ 1408259 w 5436941"/>
                  <a:gd name="connsiteY6" fmla="*/ 4107100 h 6142069"/>
                  <a:gd name="connsiteX7" fmla="*/ 440571 w 5436941"/>
                  <a:gd name="connsiteY7" fmla="*/ 3613505 h 6142069"/>
                  <a:gd name="connsiteX8" fmla="*/ 121230 w 5436941"/>
                  <a:gd name="connsiteY8" fmla="*/ 3282578 h 6142069"/>
                  <a:gd name="connsiteX9" fmla="*/ 0 w 5436941"/>
                  <a:gd name="connsiteY9" fmla="*/ 2850864 h 6142069"/>
                  <a:gd name="connsiteX10" fmla="*/ 35226 w 5436941"/>
                  <a:gd name="connsiteY10" fmla="*/ 2646618 h 6142069"/>
                  <a:gd name="connsiteX11" fmla="*/ 135153 w 5436941"/>
                  <a:gd name="connsiteY11" fmla="*/ 2496013 h 6142069"/>
                  <a:gd name="connsiteX12" fmla="*/ 1544204 w 5436941"/>
                  <a:gd name="connsiteY12" fmla="*/ 2279500 h 6142069"/>
                  <a:gd name="connsiteX13" fmla="*/ 2606885 w 5436941"/>
                  <a:gd name="connsiteY13" fmla="*/ 2247926 h 6142069"/>
                  <a:gd name="connsiteX14" fmla="*/ 3356677 w 5436941"/>
                  <a:gd name="connsiteY14" fmla="*/ 1868472 h 6142069"/>
                  <a:gd name="connsiteX15" fmla="*/ 3495565 w 5436941"/>
                  <a:gd name="connsiteY15" fmla="*/ 1282328 h 6142069"/>
                  <a:gd name="connsiteX16" fmla="*/ 3249573 w 5436941"/>
                  <a:gd name="connsiteY16" fmla="*/ 318700 h 6142069"/>
                  <a:gd name="connsiteX17" fmla="*/ 3249460 w 5436941"/>
                  <a:gd name="connsiteY17" fmla="*/ 318406 h 6142069"/>
                  <a:gd name="connsiteX18" fmla="*/ 3249460 w 5436941"/>
                  <a:gd name="connsiteY18" fmla="*/ 318089 h 6142069"/>
                  <a:gd name="connsiteX19" fmla="*/ 3391359 w 5436941"/>
                  <a:gd name="connsiteY19" fmla="*/ 856 h 6142069"/>
                  <a:gd name="connsiteX20" fmla="*/ 3579826 w 5436941"/>
                  <a:gd name="connsiteY20" fmla="*/ 81409 h 6142069"/>
                  <a:gd name="connsiteX21" fmla="*/ 3821064 w 5436941"/>
                  <a:gd name="connsiteY21" fmla="*/ 334544 h 6142069"/>
                  <a:gd name="connsiteX22" fmla="*/ 4388320 w 5436941"/>
                  <a:gd name="connsiteY22" fmla="*/ 1204287 h 6142069"/>
                  <a:gd name="connsiteX23" fmla="*/ 4942672 w 5436941"/>
                  <a:gd name="connsiteY23" fmla="*/ 2301884 h 6142069"/>
                  <a:gd name="connsiteX24" fmla="*/ 5332691 w 5436941"/>
                  <a:gd name="connsiteY24" fmla="*/ 3318951 h 6142069"/>
                  <a:gd name="connsiteX25" fmla="*/ 5436919 w 5436941"/>
                  <a:gd name="connsiteY25" fmla="*/ 4001424 h 6142069"/>
                  <a:gd name="connsiteX26" fmla="*/ 5340773 w 5436941"/>
                  <a:gd name="connsiteY26" fmla="*/ 4570298 h 6142069"/>
                  <a:gd name="connsiteX27" fmla="*/ 4717486 w 5436941"/>
                  <a:gd name="connsiteY27" fmla="*/ 5403624 h 6142069"/>
                  <a:gd name="connsiteX28" fmla="*/ 4021325 w 5436941"/>
                  <a:gd name="connsiteY28" fmla="*/ 5806707 h 6142069"/>
                  <a:gd name="connsiteX29" fmla="*/ 3307981 w 5436941"/>
                  <a:gd name="connsiteY29" fmla="*/ 6039155 h 6142069"/>
                  <a:gd name="connsiteX30" fmla="*/ 2576323 w 5436941"/>
                  <a:gd name="connsiteY30" fmla="*/ 6142070 h 6142069"/>
                  <a:gd name="connsiteX31" fmla="*/ 1138384 w 5436941"/>
                  <a:gd name="connsiteY31" fmla="*/ 2275810 h 6142069"/>
                  <a:gd name="connsiteX32" fmla="*/ 137145 w 5436941"/>
                  <a:gd name="connsiteY32" fmla="*/ 2498028 h 6142069"/>
                  <a:gd name="connsiteX33" fmla="*/ 2852 w 5436941"/>
                  <a:gd name="connsiteY33" fmla="*/ 2850819 h 6142069"/>
                  <a:gd name="connsiteX34" fmla="*/ 442269 w 5436941"/>
                  <a:gd name="connsiteY34" fmla="*/ 3611174 h 6142069"/>
                  <a:gd name="connsiteX35" fmla="*/ 1409369 w 5436941"/>
                  <a:gd name="connsiteY35" fmla="*/ 4104452 h 6142069"/>
                  <a:gd name="connsiteX36" fmla="*/ 2250621 w 5436941"/>
                  <a:gd name="connsiteY36" fmla="*/ 4512424 h 6142069"/>
                  <a:gd name="connsiteX37" fmla="*/ 2569871 w 5436941"/>
                  <a:gd name="connsiteY37" fmla="*/ 4767550 h 6142069"/>
                  <a:gd name="connsiteX38" fmla="*/ 2767506 w 5436941"/>
                  <a:gd name="connsiteY38" fmla="*/ 5084218 h 6142069"/>
                  <a:gd name="connsiteX39" fmla="*/ 2798680 w 5436941"/>
                  <a:gd name="connsiteY39" fmla="*/ 5510772 h 6142069"/>
                  <a:gd name="connsiteX40" fmla="*/ 2598169 w 5436941"/>
                  <a:gd name="connsiteY40" fmla="*/ 6053844 h 6142069"/>
                  <a:gd name="connsiteX41" fmla="*/ 2597875 w 5436941"/>
                  <a:gd name="connsiteY41" fmla="*/ 6054410 h 6142069"/>
                  <a:gd name="connsiteX42" fmla="*/ 2597264 w 5436941"/>
                  <a:gd name="connsiteY42" fmla="*/ 6054569 h 6142069"/>
                  <a:gd name="connsiteX43" fmla="*/ 2444928 w 5436941"/>
                  <a:gd name="connsiteY43" fmla="*/ 6114887 h 6142069"/>
                  <a:gd name="connsiteX44" fmla="*/ 2451697 w 5436941"/>
                  <a:gd name="connsiteY44" fmla="*/ 6124326 h 6142069"/>
                  <a:gd name="connsiteX45" fmla="*/ 2576210 w 5436941"/>
                  <a:gd name="connsiteY45" fmla="*/ 6139422 h 6142069"/>
                  <a:gd name="connsiteX46" fmla="*/ 3307325 w 5436941"/>
                  <a:gd name="connsiteY46" fmla="*/ 6036394 h 6142069"/>
                  <a:gd name="connsiteX47" fmla="*/ 4715697 w 5436941"/>
                  <a:gd name="connsiteY47" fmla="*/ 5401406 h 6142069"/>
                  <a:gd name="connsiteX48" fmla="*/ 5329952 w 5436941"/>
                  <a:gd name="connsiteY48" fmla="*/ 3319811 h 6142069"/>
                  <a:gd name="connsiteX49" fmla="*/ 4385830 w 5436941"/>
                  <a:gd name="connsiteY49" fmla="*/ 1205759 h 6142069"/>
                  <a:gd name="connsiteX50" fmla="*/ 3818822 w 5436941"/>
                  <a:gd name="connsiteY50" fmla="*/ 336400 h 6142069"/>
                  <a:gd name="connsiteX51" fmla="*/ 3578015 w 5436941"/>
                  <a:gd name="connsiteY51" fmla="*/ 83717 h 6142069"/>
                  <a:gd name="connsiteX52" fmla="*/ 3391676 w 5436941"/>
                  <a:gd name="connsiteY52" fmla="*/ 3775 h 6142069"/>
                  <a:gd name="connsiteX53" fmla="*/ 3252313 w 5436941"/>
                  <a:gd name="connsiteY53" fmla="*/ 317976 h 6142069"/>
                  <a:gd name="connsiteX54" fmla="*/ 3429732 w 5436941"/>
                  <a:gd name="connsiteY54" fmla="*/ 852764 h 6142069"/>
                  <a:gd name="connsiteX55" fmla="*/ 3498395 w 5436941"/>
                  <a:gd name="connsiteY55" fmla="*/ 1282238 h 6142069"/>
                  <a:gd name="connsiteX56" fmla="*/ 3470663 w 5436941"/>
                  <a:gd name="connsiteY56" fmla="*/ 1617578 h 6142069"/>
                  <a:gd name="connsiteX57" fmla="*/ 3359009 w 5436941"/>
                  <a:gd name="connsiteY57" fmla="*/ 1870147 h 6142069"/>
                  <a:gd name="connsiteX58" fmla="*/ 3046120 w 5436941"/>
                  <a:gd name="connsiteY58" fmla="*/ 2126089 h 6142069"/>
                  <a:gd name="connsiteX59" fmla="*/ 2607293 w 5436941"/>
                  <a:gd name="connsiteY59" fmla="*/ 2250800 h 6142069"/>
                  <a:gd name="connsiteX60" fmla="*/ 1544114 w 5436941"/>
                  <a:gd name="connsiteY60" fmla="*/ 2282419 h 6142069"/>
                  <a:gd name="connsiteX61" fmla="*/ 1138362 w 5436941"/>
                  <a:gd name="connsiteY61" fmla="*/ 2275901 h 614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5436941" h="6142069">
                    <a:moveTo>
                      <a:pt x="2576323" y="6142070"/>
                    </a:moveTo>
                    <a:cubicBezTo>
                      <a:pt x="2511373" y="6142070"/>
                      <a:pt x="2467363" y="6136661"/>
                      <a:pt x="2450248" y="6126770"/>
                    </a:cubicBezTo>
                    <a:cubicBezTo>
                      <a:pt x="2444158" y="6123239"/>
                      <a:pt x="2441397" y="6119097"/>
                      <a:pt x="2442076" y="6114457"/>
                    </a:cubicBezTo>
                    <a:cubicBezTo>
                      <a:pt x="2445268" y="6092525"/>
                      <a:pt x="2527378" y="6068375"/>
                      <a:pt x="2595973" y="6051921"/>
                    </a:cubicBezTo>
                    <a:cubicBezTo>
                      <a:pt x="2803457" y="5671290"/>
                      <a:pt x="2858695" y="5355052"/>
                      <a:pt x="2764812" y="5085169"/>
                    </a:cubicBezTo>
                    <a:cubicBezTo>
                      <a:pt x="2691350" y="4873974"/>
                      <a:pt x="2522647" y="4687427"/>
                      <a:pt x="2249104" y="4514846"/>
                    </a:cubicBezTo>
                    <a:cubicBezTo>
                      <a:pt x="2004991" y="4360846"/>
                      <a:pt x="1701634" y="4231834"/>
                      <a:pt x="1408259" y="4107100"/>
                    </a:cubicBezTo>
                    <a:cubicBezTo>
                      <a:pt x="1062341" y="3960004"/>
                      <a:pt x="704650" y="3807906"/>
                      <a:pt x="440571" y="3613505"/>
                    </a:cubicBezTo>
                    <a:cubicBezTo>
                      <a:pt x="298309" y="3508779"/>
                      <a:pt x="193855" y="3400545"/>
                      <a:pt x="121230" y="3282578"/>
                    </a:cubicBezTo>
                    <a:cubicBezTo>
                      <a:pt x="39663" y="3150104"/>
                      <a:pt x="0" y="3008869"/>
                      <a:pt x="0" y="2850864"/>
                    </a:cubicBezTo>
                    <a:cubicBezTo>
                      <a:pt x="0" y="2774973"/>
                      <a:pt x="11840" y="2706257"/>
                      <a:pt x="35226" y="2646618"/>
                    </a:cubicBezTo>
                    <a:cubicBezTo>
                      <a:pt x="57547" y="2589626"/>
                      <a:pt x="91166" y="2538949"/>
                      <a:pt x="135153" y="2496013"/>
                    </a:cubicBezTo>
                    <a:cubicBezTo>
                      <a:pt x="385106" y="2252000"/>
                      <a:pt x="948129" y="2265354"/>
                      <a:pt x="1544204" y="2279500"/>
                    </a:cubicBezTo>
                    <a:cubicBezTo>
                      <a:pt x="1907600" y="2288123"/>
                      <a:pt x="2283379" y="2297041"/>
                      <a:pt x="2606885" y="2247926"/>
                    </a:cubicBezTo>
                    <a:cubicBezTo>
                      <a:pt x="2972499" y="2192405"/>
                      <a:pt x="3217766" y="2068282"/>
                      <a:pt x="3356677" y="1868472"/>
                    </a:cubicBezTo>
                    <a:cubicBezTo>
                      <a:pt x="3460407" y="1719271"/>
                      <a:pt x="3507133" y="1522064"/>
                      <a:pt x="3495565" y="1282328"/>
                    </a:cubicBezTo>
                    <a:cubicBezTo>
                      <a:pt x="3482887" y="1020163"/>
                      <a:pt x="3400120" y="695935"/>
                      <a:pt x="3249573" y="318700"/>
                    </a:cubicBezTo>
                    <a:lnTo>
                      <a:pt x="3249460" y="318406"/>
                    </a:lnTo>
                    <a:lnTo>
                      <a:pt x="3249460" y="318089"/>
                    </a:lnTo>
                    <a:cubicBezTo>
                      <a:pt x="3257882" y="118098"/>
                      <a:pt x="3305627" y="11380"/>
                      <a:pt x="3391359" y="856"/>
                    </a:cubicBezTo>
                    <a:cubicBezTo>
                      <a:pt x="3441549" y="-5301"/>
                      <a:pt x="3504937" y="21792"/>
                      <a:pt x="3579826" y="81409"/>
                    </a:cubicBezTo>
                    <a:cubicBezTo>
                      <a:pt x="3650209" y="137427"/>
                      <a:pt x="3731369" y="222598"/>
                      <a:pt x="3821064" y="334544"/>
                    </a:cubicBezTo>
                    <a:cubicBezTo>
                      <a:pt x="3987888" y="542751"/>
                      <a:pt x="4184051" y="843507"/>
                      <a:pt x="4388320" y="1204287"/>
                    </a:cubicBezTo>
                    <a:cubicBezTo>
                      <a:pt x="4583465" y="1548930"/>
                      <a:pt x="4775146" y="1928474"/>
                      <a:pt x="4942672" y="2301884"/>
                    </a:cubicBezTo>
                    <a:cubicBezTo>
                      <a:pt x="5115021" y="2686023"/>
                      <a:pt x="5249879" y="3037727"/>
                      <a:pt x="5332691" y="3318951"/>
                    </a:cubicBezTo>
                    <a:cubicBezTo>
                      <a:pt x="5402893" y="3557374"/>
                      <a:pt x="5437961" y="3786992"/>
                      <a:pt x="5436919" y="4001424"/>
                    </a:cubicBezTo>
                    <a:cubicBezTo>
                      <a:pt x="5435946" y="4201256"/>
                      <a:pt x="5403595" y="4392647"/>
                      <a:pt x="5340773" y="4570298"/>
                    </a:cubicBezTo>
                    <a:cubicBezTo>
                      <a:pt x="5229142" y="4885947"/>
                      <a:pt x="5019440" y="5166333"/>
                      <a:pt x="4717486" y="5403624"/>
                    </a:cubicBezTo>
                    <a:cubicBezTo>
                      <a:pt x="4522001" y="5557262"/>
                      <a:pt x="4287782" y="5692883"/>
                      <a:pt x="4021325" y="5806707"/>
                    </a:cubicBezTo>
                    <a:cubicBezTo>
                      <a:pt x="3799308" y="5901565"/>
                      <a:pt x="3559316" y="5979764"/>
                      <a:pt x="3307981" y="6039155"/>
                    </a:cubicBezTo>
                    <a:cubicBezTo>
                      <a:pt x="3000548" y="6111809"/>
                      <a:pt x="2729949" y="6142070"/>
                      <a:pt x="2576323" y="6142070"/>
                    </a:cubicBezTo>
                    <a:close/>
                    <a:moveTo>
                      <a:pt x="1138384" y="2275810"/>
                    </a:moveTo>
                    <a:cubicBezTo>
                      <a:pt x="704469" y="2275810"/>
                      <a:pt x="328419" y="2311277"/>
                      <a:pt x="137145" y="2498028"/>
                    </a:cubicBezTo>
                    <a:cubicBezTo>
                      <a:pt x="46794" y="2586254"/>
                      <a:pt x="2852" y="2701640"/>
                      <a:pt x="2852" y="2850819"/>
                    </a:cubicBezTo>
                    <a:cubicBezTo>
                      <a:pt x="2852" y="3144807"/>
                      <a:pt x="146585" y="3393506"/>
                      <a:pt x="442269" y="3611174"/>
                    </a:cubicBezTo>
                    <a:cubicBezTo>
                      <a:pt x="706077" y="3805371"/>
                      <a:pt x="1063609" y="3957401"/>
                      <a:pt x="1409369" y="4104452"/>
                    </a:cubicBezTo>
                    <a:cubicBezTo>
                      <a:pt x="1702856" y="4229254"/>
                      <a:pt x="2006305" y="4358289"/>
                      <a:pt x="2250621" y="4512424"/>
                    </a:cubicBezTo>
                    <a:cubicBezTo>
                      <a:pt x="2382174" y="4595422"/>
                      <a:pt x="2486606" y="4678872"/>
                      <a:pt x="2569871" y="4767550"/>
                    </a:cubicBezTo>
                    <a:cubicBezTo>
                      <a:pt x="2663369" y="4867138"/>
                      <a:pt x="2728024" y="4970710"/>
                      <a:pt x="2767506" y="5084218"/>
                    </a:cubicBezTo>
                    <a:cubicBezTo>
                      <a:pt x="2812625" y="5213932"/>
                      <a:pt x="2823129" y="5357452"/>
                      <a:pt x="2798680" y="5510772"/>
                    </a:cubicBezTo>
                    <a:cubicBezTo>
                      <a:pt x="2772464" y="5675273"/>
                      <a:pt x="2705001" y="5857995"/>
                      <a:pt x="2598169" y="6053844"/>
                    </a:cubicBezTo>
                    <a:lnTo>
                      <a:pt x="2597875" y="6054410"/>
                    </a:lnTo>
                    <a:lnTo>
                      <a:pt x="2597264" y="6054569"/>
                    </a:lnTo>
                    <a:cubicBezTo>
                      <a:pt x="2463017" y="6086731"/>
                      <a:pt x="2446015" y="6107463"/>
                      <a:pt x="2444928" y="6114887"/>
                    </a:cubicBezTo>
                    <a:cubicBezTo>
                      <a:pt x="2444430" y="6118259"/>
                      <a:pt x="2446717" y="6121428"/>
                      <a:pt x="2451697" y="6124326"/>
                    </a:cubicBezTo>
                    <a:cubicBezTo>
                      <a:pt x="2468586" y="6134103"/>
                      <a:pt x="2512097" y="6139422"/>
                      <a:pt x="2576210" y="6139422"/>
                    </a:cubicBezTo>
                    <a:cubicBezTo>
                      <a:pt x="2729156" y="6139422"/>
                      <a:pt x="2999620" y="6109116"/>
                      <a:pt x="3307325" y="6036394"/>
                    </a:cubicBezTo>
                    <a:cubicBezTo>
                      <a:pt x="3698996" y="5943822"/>
                      <a:pt x="4261272" y="5758520"/>
                      <a:pt x="4715697" y="5401406"/>
                    </a:cubicBezTo>
                    <a:cubicBezTo>
                      <a:pt x="5376950" y="4881738"/>
                      <a:pt x="5583618" y="4181384"/>
                      <a:pt x="5329952" y="3319811"/>
                    </a:cubicBezTo>
                    <a:cubicBezTo>
                      <a:pt x="5163558" y="2754626"/>
                      <a:pt x="4792963" y="1924808"/>
                      <a:pt x="4385830" y="1205759"/>
                    </a:cubicBezTo>
                    <a:cubicBezTo>
                      <a:pt x="4181629" y="845114"/>
                      <a:pt x="3985578" y="544493"/>
                      <a:pt x="3818822" y="336400"/>
                    </a:cubicBezTo>
                    <a:cubicBezTo>
                      <a:pt x="3729241" y="224612"/>
                      <a:pt x="3648240" y="139600"/>
                      <a:pt x="3578015" y="83717"/>
                    </a:cubicBezTo>
                    <a:cubicBezTo>
                      <a:pt x="3503738" y="24598"/>
                      <a:pt x="3441051" y="-2291"/>
                      <a:pt x="3391676" y="3775"/>
                    </a:cubicBezTo>
                    <a:cubicBezTo>
                      <a:pt x="3307574" y="14096"/>
                      <a:pt x="3260689" y="119795"/>
                      <a:pt x="3252313" y="317976"/>
                    </a:cubicBezTo>
                    <a:cubicBezTo>
                      <a:pt x="3329171" y="510566"/>
                      <a:pt x="3388846" y="690481"/>
                      <a:pt x="3429732" y="852764"/>
                    </a:cubicBezTo>
                    <a:cubicBezTo>
                      <a:pt x="3469055" y="1008891"/>
                      <a:pt x="3492169" y="1153384"/>
                      <a:pt x="3498395" y="1282238"/>
                    </a:cubicBezTo>
                    <a:cubicBezTo>
                      <a:pt x="3504349" y="1405614"/>
                      <a:pt x="3495022" y="1518443"/>
                      <a:pt x="3470663" y="1617578"/>
                    </a:cubicBezTo>
                    <a:cubicBezTo>
                      <a:pt x="3447458" y="1711983"/>
                      <a:pt x="3409901" y="1796950"/>
                      <a:pt x="3359009" y="1870147"/>
                    </a:cubicBezTo>
                    <a:cubicBezTo>
                      <a:pt x="3284279" y="1977634"/>
                      <a:pt x="3181929" y="2061356"/>
                      <a:pt x="3046120" y="2126089"/>
                    </a:cubicBezTo>
                    <a:cubicBezTo>
                      <a:pt x="2925818" y="2183420"/>
                      <a:pt x="2782267" y="2224206"/>
                      <a:pt x="2607293" y="2250800"/>
                    </a:cubicBezTo>
                    <a:cubicBezTo>
                      <a:pt x="2283537" y="2299983"/>
                      <a:pt x="1907623" y="2291043"/>
                      <a:pt x="1544114" y="2282419"/>
                    </a:cubicBezTo>
                    <a:cubicBezTo>
                      <a:pt x="1405928" y="2279137"/>
                      <a:pt x="1269485" y="2275901"/>
                      <a:pt x="1138362" y="2275901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840E134-2CBB-C985-A36A-DDB2EE21A2D0}"/>
                  </a:ext>
                </a:extLst>
              </p:cNvPr>
              <p:cNvSpPr/>
              <p:nvPr/>
            </p:nvSpPr>
            <p:spPr>
              <a:xfrm>
                <a:off x="3485990" y="98620"/>
                <a:ext cx="5386864" cy="6063507"/>
              </a:xfrm>
              <a:custGeom>
                <a:avLst/>
                <a:gdLst>
                  <a:gd name="connsiteX0" fmla="*/ 2528601 w 5386864"/>
                  <a:gd name="connsiteY0" fmla="*/ 6063508 h 6063507"/>
                  <a:gd name="connsiteX1" fmla="*/ 2388920 w 5386864"/>
                  <a:gd name="connsiteY1" fmla="*/ 6050764 h 6063507"/>
                  <a:gd name="connsiteX2" fmla="*/ 2385887 w 5386864"/>
                  <a:gd name="connsiteY2" fmla="*/ 6045106 h 6063507"/>
                  <a:gd name="connsiteX3" fmla="*/ 2550945 w 5386864"/>
                  <a:gd name="connsiteY3" fmla="*/ 6012830 h 6063507"/>
                  <a:gd name="connsiteX4" fmla="*/ 2727006 w 5386864"/>
                  <a:gd name="connsiteY4" fmla="*/ 5139398 h 6063507"/>
                  <a:gd name="connsiteX5" fmla="*/ 2235747 w 5386864"/>
                  <a:gd name="connsiteY5" fmla="*/ 4558527 h 6063507"/>
                  <a:gd name="connsiteX6" fmla="*/ 1408146 w 5386864"/>
                  <a:gd name="connsiteY6" fmla="*/ 4115881 h 6063507"/>
                  <a:gd name="connsiteX7" fmla="*/ 442087 w 5386864"/>
                  <a:gd name="connsiteY7" fmla="*/ 3575049 h 6063507"/>
                  <a:gd name="connsiteX8" fmla="*/ 121796 w 5386864"/>
                  <a:gd name="connsiteY8" fmla="*/ 3227736 h 6063507"/>
                  <a:gd name="connsiteX9" fmla="*/ 0 w 5386864"/>
                  <a:gd name="connsiteY9" fmla="*/ 2789503 h 6063507"/>
                  <a:gd name="connsiteX10" fmla="*/ 35226 w 5386864"/>
                  <a:gd name="connsiteY10" fmla="*/ 2584442 h 6063507"/>
                  <a:gd name="connsiteX11" fmla="*/ 135175 w 5386864"/>
                  <a:gd name="connsiteY11" fmla="*/ 2432321 h 6063507"/>
                  <a:gd name="connsiteX12" fmla="*/ 1535828 w 5386864"/>
                  <a:gd name="connsiteY12" fmla="*/ 2196501 h 6063507"/>
                  <a:gd name="connsiteX13" fmla="*/ 2590676 w 5386864"/>
                  <a:gd name="connsiteY13" fmla="*/ 2150079 h 6063507"/>
                  <a:gd name="connsiteX14" fmla="*/ 3338566 w 5386864"/>
                  <a:gd name="connsiteY14" fmla="*/ 1763835 h 6063507"/>
                  <a:gd name="connsiteX15" fmla="*/ 3482887 w 5386864"/>
                  <a:gd name="connsiteY15" fmla="*/ 1207002 h 6063507"/>
                  <a:gd name="connsiteX16" fmla="*/ 3277147 w 5386864"/>
                  <a:gd name="connsiteY16" fmla="*/ 309374 h 6063507"/>
                  <a:gd name="connsiteX17" fmla="*/ 3277012 w 5386864"/>
                  <a:gd name="connsiteY17" fmla="*/ 309034 h 6063507"/>
                  <a:gd name="connsiteX18" fmla="*/ 3277057 w 5386864"/>
                  <a:gd name="connsiteY18" fmla="*/ 308672 h 6063507"/>
                  <a:gd name="connsiteX19" fmla="*/ 3441527 w 5386864"/>
                  <a:gd name="connsiteY19" fmla="*/ 537 h 6063507"/>
                  <a:gd name="connsiteX20" fmla="*/ 3850539 w 5386864"/>
                  <a:gd name="connsiteY20" fmla="*/ 340585 h 6063507"/>
                  <a:gd name="connsiteX21" fmla="*/ 4369734 w 5386864"/>
                  <a:gd name="connsiteY21" fmla="*/ 1212140 h 6063507"/>
                  <a:gd name="connsiteX22" fmla="*/ 5257983 w 5386864"/>
                  <a:gd name="connsiteY22" fmla="*/ 3309647 h 6063507"/>
                  <a:gd name="connsiteX23" fmla="*/ 5386096 w 5386864"/>
                  <a:gd name="connsiteY23" fmla="*/ 4011834 h 6063507"/>
                  <a:gd name="connsiteX24" fmla="*/ 5307992 w 5386864"/>
                  <a:gd name="connsiteY24" fmla="*/ 4586366 h 6063507"/>
                  <a:gd name="connsiteX25" fmla="*/ 4704876 w 5386864"/>
                  <a:gd name="connsiteY25" fmla="*/ 5401156 h 6063507"/>
                  <a:gd name="connsiteX26" fmla="*/ 3248442 w 5386864"/>
                  <a:gd name="connsiteY26" fmla="*/ 5987526 h 6063507"/>
                  <a:gd name="connsiteX27" fmla="*/ 2658162 w 5386864"/>
                  <a:gd name="connsiteY27" fmla="*/ 6059886 h 6063507"/>
                  <a:gd name="connsiteX28" fmla="*/ 2528623 w 5386864"/>
                  <a:gd name="connsiteY28" fmla="*/ 6063485 h 6063507"/>
                  <a:gd name="connsiteX29" fmla="*/ 1277680 w 5386864"/>
                  <a:gd name="connsiteY29" fmla="*/ 2197836 h 6063507"/>
                  <a:gd name="connsiteX30" fmla="*/ 137213 w 5386864"/>
                  <a:gd name="connsiteY30" fmla="*/ 2434426 h 6063507"/>
                  <a:gd name="connsiteX31" fmla="*/ 2920 w 5386864"/>
                  <a:gd name="connsiteY31" fmla="*/ 2789525 h 6063507"/>
                  <a:gd name="connsiteX32" fmla="*/ 443876 w 5386864"/>
                  <a:gd name="connsiteY32" fmla="*/ 3572763 h 6063507"/>
                  <a:gd name="connsiteX33" fmla="*/ 1409391 w 5386864"/>
                  <a:gd name="connsiteY33" fmla="*/ 4113255 h 6063507"/>
                  <a:gd name="connsiteX34" fmla="*/ 2237400 w 5386864"/>
                  <a:gd name="connsiteY34" fmla="*/ 4556128 h 6063507"/>
                  <a:gd name="connsiteX35" fmla="*/ 2545964 w 5386864"/>
                  <a:gd name="connsiteY35" fmla="*/ 4820851 h 6063507"/>
                  <a:gd name="connsiteX36" fmla="*/ 2729813 w 5386864"/>
                  <a:gd name="connsiteY36" fmla="*/ 5138537 h 6063507"/>
                  <a:gd name="connsiteX37" fmla="*/ 2747086 w 5386864"/>
                  <a:gd name="connsiteY37" fmla="*/ 5531548 h 6063507"/>
                  <a:gd name="connsiteX38" fmla="*/ 2553096 w 5386864"/>
                  <a:gd name="connsiteY38" fmla="*/ 6014981 h 6063507"/>
                  <a:gd name="connsiteX39" fmla="*/ 2552711 w 5386864"/>
                  <a:gd name="connsiteY39" fmla="*/ 6015637 h 6063507"/>
                  <a:gd name="connsiteX40" fmla="*/ 2551964 w 5386864"/>
                  <a:gd name="connsiteY40" fmla="*/ 6015705 h 6063507"/>
                  <a:gd name="connsiteX41" fmla="*/ 2388739 w 5386864"/>
                  <a:gd name="connsiteY41" fmla="*/ 6045830 h 6063507"/>
                  <a:gd name="connsiteX42" fmla="*/ 2390550 w 5386864"/>
                  <a:gd name="connsiteY42" fmla="*/ 6048320 h 6063507"/>
                  <a:gd name="connsiteX43" fmla="*/ 3247876 w 5386864"/>
                  <a:gd name="connsiteY43" fmla="*/ 5984674 h 6063507"/>
                  <a:gd name="connsiteX44" fmla="*/ 4703065 w 5386864"/>
                  <a:gd name="connsiteY44" fmla="*/ 5398847 h 6063507"/>
                  <a:gd name="connsiteX45" fmla="*/ 5255153 w 5386864"/>
                  <a:gd name="connsiteY45" fmla="*/ 3310575 h 6063507"/>
                  <a:gd name="connsiteX46" fmla="*/ 4367085 w 5386864"/>
                  <a:gd name="connsiteY46" fmla="*/ 1213521 h 6063507"/>
                  <a:gd name="connsiteX47" fmla="*/ 3848117 w 5386864"/>
                  <a:gd name="connsiteY47" fmla="*/ 342351 h 6063507"/>
                  <a:gd name="connsiteX48" fmla="*/ 3441753 w 5386864"/>
                  <a:gd name="connsiteY48" fmla="*/ 3480 h 6063507"/>
                  <a:gd name="connsiteX49" fmla="*/ 3279977 w 5386864"/>
                  <a:gd name="connsiteY49" fmla="*/ 308672 h 6063507"/>
                  <a:gd name="connsiteX50" fmla="*/ 3432200 w 5386864"/>
                  <a:gd name="connsiteY50" fmla="*/ 805164 h 6063507"/>
                  <a:gd name="connsiteX51" fmla="*/ 3485785 w 5386864"/>
                  <a:gd name="connsiteY51" fmla="*/ 1206934 h 6063507"/>
                  <a:gd name="connsiteX52" fmla="*/ 3451669 w 5386864"/>
                  <a:gd name="connsiteY52" fmla="*/ 1523738 h 6063507"/>
                  <a:gd name="connsiteX53" fmla="*/ 3340943 w 5386864"/>
                  <a:gd name="connsiteY53" fmla="*/ 1765533 h 6063507"/>
                  <a:gd name="connsiteX54" fmla="*/ 3027896 w 5386864"/>
                  <a:gd name="connsiteY54" fmla="*/ 2023308 h 6063507"/>
                  <a:gd name="connsiteX55" fmla="*/ 2591129 w 5386864"/>
                  <a:gd name="connsiteY55" fmla="*/ 2152999 h 6063507"/>
                  <a:gd name="connsiteX56" fmla="*/ 1535783 w 5386864"/>
                  <a:gd name="connsiteY56" fmla="*/ 2199443 h 6063507"/>
                  <a:gd name="connsiteX57" fmla="*/ 1277702 w 5386864"/>
                  <a:gd name="connsiteY57" fmla="*/ 2197836 h 6063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86864" h="6063507">
                    <a:moveTo>
                      <a:pt x="2528601" y="6063508"/>
                    </a:moveTo>
                    <a:cubicBezTo>
                      <a:pt x="2454074" y="6063508"/>
                      <a:pt x="2401462" y="6059049"/>
                      <a:pt x="2388920" y="6050764"/>
                    </a:cubicBezTo>
                    <a:cubicBezTo>
                      <a:pt x="2385773" y="6048682"/>
                      <a:pt x="2385524" y="6046532"/>
                      <a:pt x="2385887" y="6045106"/>
                    </a:cubicBezTo>
                    <a:cubicBezTo>
                      <a:pt x="2389599" y="6030304"/>
                      <a:pt x="2490522" y="6018557"/>
                      <a:pt x="2550945" y="6012830"/>
                    </a:cubicBezTo>
                    <a:cubicBezTo>
                      <a:pt x="2747222" y="5677830"/>
                      <a:pt x="2804815" y="5392102"/>
                      <a:pt x="2727006" y="5139398"/>
                    </a:cubicBezTo>
                    <a:cubicBezTo>
                      <a:pt x="2662712" y="4930602"/>
                      <a:pt x="2502023" y="4740593"/>
                      <a:pt x="2235747" y="4558527"/>
                    </a:cubicBezTo>
                    <a:cubicBezTo>
                      <a:pt x="1997792" y="4395836"/>
                      <a:pt x="1698034" y="4253516"/>
                      <a:pt x="1408146" y="4115881"/>
                    </a:cubicBezTo>
                    <a:cubicBezTo>
                      <a:pt x="1063269" y="3952126"/>
                      <a:pt x="706665" y="3782826"/>
                      <a:pt x="442087" y="3575049"/>
                    </a:cubicBezTo>
                    <a:cubicBezTo>
                      <a:pt x="299487" y="3463058"/>
                      <a:pt x="194715" y="3349460"/>
                      <a:pt x="121796" y="3227736"/>
                    </a:cubicBezTo>
                    <a:cubicBezTo>
                      <a:pt x="39844" y="3090915"/>
                      <a:pt x="0" y="2947553"/>
                      <a:pt x="0" y="2789503"/>
                    </a:cubicBezTo>
                    <a:cubicBezTo>
                      <a:pt x="0" y="2713476"/>
                      <a:pt x="11840" y="2644489"/>
                      <a:pt x="35226" y="2584442"/>
                    </a:cubicBezTo>
                    <a:cubicBezTo>
                      <a:pt x="57547" y="2527065"/>
                      <a:pt x="91188" y="2475891"/>
                      <a:pt x="135175" y="2432321"/>
                    </a:cubicBezTo>
                    <a:cubicBezTo>
                      <a:pt x="384087" y="2185772"/>
                      <a:pt x="943533" y="2190978"/>
                      <a:pt x="1535828" y="2196501"/>
                    </a:cubicBezTo>
                    <a:cubicBezTo>
                      <a:pt x="1896326" y="2199850"/>
                      <a:pt x="2269117" y="2203336"/>
                      <a:pt x="2590676" y="2150079"/>
                    </a:cubicBezTo>
                    <a:cubicBezTo>
                      <a:pt x="2954094" y="2089896"/>
                      <a:pt x="3198727" y="1963555"/>
                      <a:pt x="3338566" y="1763835"/>
                    </a:cubicBezTo>
                    <a:cubicBezTo>
                      <a:pt x="3439308" y="1619953"/>
                      <a:pt x="3487845" y="1432592"/>
                      <a:pt x="3482887" y="1207002"/>
                    </a:cubicBezTo>
                    <a:cubicBezTo>
                      <a:pt x="3477454" y="960861"/>
                      <a:pt x="3408248" y="658860"/>
                      <a:pt x="3277147" y="309374"/>
                    </a:cubicBezTo>
                    <a:lnTo>
                      <a:pt x="3277012" y="309034"/>
                    </a:lnTo>
                    <a:lnTo>
                      <a:pt x="3277057" y="308672"/>
                    </a:lnTo>
                    <a:cubicBezTo>
                      <a:pt x="3300148" y="112461"/>
                      <a:pt x="3355477" y="8799"/>
                      <a:pt x="3441527" y="537"/>
                    </a:cubicBezTo>
                    <a:cubicBezTo>
                      <a:pt x="3539937" y="-8878"/>
                      <a:pt x="3677557" y="105512"/>
                      <a:pt x="3850539" y="340585"/>
                    </a:cubicBezTo>
                    <a:cubicBezTo>
                      <a:pt x="4001539" y="545805"/>
                      <a:pt x="4181086" y="847172"/>
                      <a:pt x="4369734" y="1212140"/>
                    </a:cubicBezTo>
                    <a:cubicBezTo>
                      <a:pt x="4712460" y="1875148"/>
                      <a:pt x="5069404" y="2718071"/>
                      <a:pt x="5257983" y="3309647"/>
                    </a:cubicBezTo>
                    <a:cubicBezTo>
                      <a:pt x="5336857" y="3557078"/>
                      <a:pt x="5379961" y="3793328"/>
                      <a:pt x="5386096" y="4011834"/>
                    </a:cubicBezTo>
                    <a:cubicBezTo>
                      <a:pt x="5391823" y="4215605"/>
                      <a:pt x="5365540" y="4408919"/>
                      <a:pt x="5307992" y="4586366"/>
                    </a:cubicBezTo>
                    <a:cubicBezTo>
                      <a:pt x="5205756" y="4901676"/>
                      <a:pt x="5002846" y="5175815"/>
                      <a:pt x="4704876" y="5401156"/>
                    </a:cubicBezTo>
                    <a:cubicBezTo>
                      <a:pt x="4248504" y="5746319"/>
                      <a:pt x="3660963" y="5910549"/>
                      <a:pt x="3248442" y="5987526"/>
                    </a:cubicBezTo>
                    <a:cubicBezTo>
                      <a:pt x="3047909" y="6024962"/>
                      <a:pt x="2838297" y="6050652"/>
                      <a:pt x="2658162" y="6059886"/>
                    </a:cubicBezTo>
                    <a:cubicBezTo>
                      <a:pt x="2610847" y="6062308"/>
                      <a:pt x="2566860" y="6063485"/>
                      <a:pt x="2528623" y="6063485"/>
                    </a:cubicBezTo>
                    <a:close/>
                    <a:moveTo>
                      <a:pt x="1277680" y="2197836"/>
                    </a:moveTo>
                    <a:cubicBezTo>
                      <a:pt x="786421" y="2197836"/>
                      <a:pt x="348771" y="2224883"/>
                      <a:pt x="137213" y="2434426"/>
                    </a:cubicBezTo>
                    <a:cubicBezTo>
                      <a:pt x="46839" y="2523942"/>
                      <a:pt x="2920" y="2640075"/>
                      <a:pt x="2920" y="2789525"/>
                    </a:cubicBezTo>
                    <a:cubicBezTo>
                      <a:pt x="2920" y="3083559"/>
                      <a:pt x="147151" y="3339750"/>
                      <a:pt x="443876" y="3572763"/>
                    </a:cubicBezTo>
                    <a:cubicBezTo>
                      <a:pt x="708205" y="3780337"/>
                      <a:pt x="1064650" y="3949568"/>
                      <a:pt x="1409391" y="4113255"/>
                    </a:cubicBezTo>
                    <a:cubicBezTo>
                      <a:pt x="1699392" y="4250936"/>
                      <a:pt x="1999264" y="4393324"/>
                      <a:pt x="2237400" y="4556128"/>
                    </a:cubicBezTo>
                    <a:cubicBezTo>
                      <a:pt x="2365557" y="4643766"/>
                      <a:pt x="2466503" y="4730362"/>
                      <a:pt x="2545964" y="4820851"/>
                    </a:cubicBezTo>
                    <a:cubicBezTo>
                      <a:pt x="2635138" y="4922408"/>
                      <a:pt x="2695266" y="5026320"/>
                      <a:pt x="2729813" y="5138537"/>
                    </a:cubicBezTo>
                    <a:cubicBezTo>
                      <a:pt x="2767280" y="5260238"/>
                      <a:pt x="2773098" y="5392487"/>
                      <a:pt x="2747086" y="5531548"/>
                    </a:cubicBezTo>
                    <a:cubicBezTo>
                      <a:pt x="2719286" y="5680206"/>
                      <a:pt x="2654019" y="5842852"/>
                      <a:pt x="2553096" y="6014981"/>
                    </a:cubicBezTo>
                    <a:lnTo>
                      <a:pt x="2552711" y="6015637"/>
                    </a:lnTo>
                    <a:lnTo>
                      <a:pt x="2551964" y="6015705"/>
                    </a:lnTo>
                    <a:cubicBezTo>
                      <a:pt x="2400194" y="6030032"/>
                      <a:pt x="2389373" y="6043318"/>
                      <a:pt x="2388739" y="6045830"/>
                    </a:cubicBezTo>
                    <a:cubicBezTo>
                      <a:pt x="2388558" y="6046578"/>
                      <a:pt x="2389169" y="6047415"/>
                      <a:pt x="2390550" y="6048320"/>
                    </a:cubicBezTo>
                    <a:cubicBezTo>
                      <a:pt x="2424304" y="6070614"/>
                      <a:pt x="2792839" y="6069596"/>
                      <a:pt x="3247876" y="5984674"/>
                    </a:cubicBezTo>
                    <a:cubicBezTo>
                      <a:pt x="3660080" y="5907742"/>
                      <a:pt x="4247145" y="5743648"/>
                      <a:pt x="4703065" y="5398847"/>
                    </a:cubicBezTo>
                    <a:cubicBezTo>
                      <a:pt x="5354130" y="4906429"/>
                      <a:pt x="5539880" y="4203835"/>
                      <a:pt x="5255153" y="3310575"/>
                    </a:cubicBezTo>
                    <a:cubicBezTo>
                      <a:pt x="5066619" y="2719134"/>
                      <a:pt x="4709743" y="1876393"/>
                      <a:pt x="4367085" y="1213521"/>
                    </a:cubicBezTo>
                    <a:cubicBezTo>
                      <a:pt x="4178505" y="848689"/>
                      <a:pt x="3999048" y="547457"/>
                      <a:pt x="3848117" y="342351"/>
                    </a:cubicBezTo>
                    <a:cubicBezTo>
                      <a:pt x="3675769" y="108160"/>
                      <a:pt x="3539031" y="-5845"/>
                      <a:pt x="3441753" y="3480"/>
                    </a:cubicBezTo>
                    <a:cubicBezTo>
                      <a:pt x="3357333" y="11582"/>
                      <a:pt x="3302910" y="114271"/>
                      <a:pt x="3279977" y="308672"/>
                    </a:cubicBezTo>
                    <a:cubicBezTo>
                      <a:pt x="3346852" y="486980"/>
                      <a:pt x="3398060" y="654016"/>
                      <a:pt x="3432200" y="805164"/>
                    </a:cubicBezTo>
                    <a:cubicBezTo>
                      <a:pt x="3465071" y="950721"/>
                      <a:pt x="3483114" y="1085912"/>
                      <a:pt x="3485785" y="1206934"/>
                    </a:cubicBezTo>
                    <a:cubicBezTo>
                      <a:pt x="3488343" y="1322954"/>
                      <a:pt x="3476866" y="1429559"/>
                      <a:pt x="3451669" y="1523738"/>
                    </a:cubicBezTo>
                    <a:cubicBezTo>
                      <a:pt x="3427649" y="1613548"/>
                      <a:pt x="3390386" y="1694893"/>
                      <a:pt x="3340943" y="1765533"/>
                    </a:cubicBezTo>
                    <a:cubicBezTo>
                      <a:pt x="3265715" y="1872998"/>
                      <a:pt x="3163320" y="1957308"/>
                      <a:pt x="3027896" y="2023308"/>
                    </a:cubicBezTo>
                    <a:cubicBezTo>
                      <a:pt x="2907934" y="2081771"/>
                      <a:pt x="2765061" y="2124186"/>
                      <a:pt x="2591129" y="2152999"/>
                    </a:cubicBezTo>
                    <a:cubicBezTo>
                      <a:pt x="2269320" y="2206278"/>
                      <a:pt x="1896417" y="2202815"/>
                      <a:pt x="1535783" y="2199443"/>
                    </a:cubicBezTo>
                    <a:cubicBezTo>
                      <a:pt x="1448760" y="2198628"/>
                      <a:pt x="1362439" y="2197836"/>
                      <a:pt x="1277702" y="219783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D36001A-B092-3A25-BDD7-300B84190904}"/>
                  </a:ext>
                </a:extLst>
              </p:cNvPr>
              <p:cNvSpPr/>
              <p:nvPr/>
            </p:nvSpPr>
            <p:spPr>
              <a:xfrm>
                <a:off x="3531063" y="107751"/>
                <a:ext cx="5339418" cy="5985230"/>
              </a:xfrm>
              <a:custGeom>
                <a:avLst/>
                <a:gdLst>
                  <a:gd name="connsiteX0" fmla="*/ 2496884 w 5339418"/>
                  <a:gd name="connsiteY0" fmla="*/ 5985230 h 5985230"/>
                  <a:gd name="connsiteX1" fmla="*/ 2330445 w 5339418"/>
                  <a:gd name="connsiteY1" fmla="*/ 5977309 h 5985230"/>
                  <a:gd name="connsiteX2" fmla="*/ 2329698 w 5339418"/>
                  <a:gd name="connsiteY2" fmla="*/ 5975136 h 5985230"/>
                  <a:gd name="connsiteX3" fmla="*/ 2374069 w 5339418"/>
                  <a:gd name="connsiteY3" fmla="*/ 5971220 h 5985230"/>
                  <a:gd name="connsiteX4" fmla="*/ 2505962 w 5339418"/>
                  <a:gd name="connsiteY4" fmla="*/ 5973868 h 5985230"/>
                  <a:gd name="connsiteX5" fmla="*/ 2688067 w 5339418"/>
                  <a:gd name="connsiteY5" fmla="*/ 5193256 h 5985230"/>
                  <a:gd name="connsiteX6" fmla="*/ 2222526 w 5339418"/>
                  <a:gd name="connsiteY6" fmla="*/ 4604713 h 5985230"/>
                  <a:gd name="connsiteX7" fmla="*/ 1408871 w 5339418"/>
                  <a:gd name="connsiteY7" fmla="*/ 4127708 h 5985230"/>
                  <a:gd name="connsiteX8" fmla="*/ 443989 w 5339418"/>
                  <a:gd name="connsiteY8" fmla="*/ 3538101 h 5985230"/>
                  <a:gd name="connsiteX9" fmla="*/ 122498 w 5339418"/>
                  <a:gd name="connsiteY9" fmla="*/ 3173586 h 5985230"/>
                  <a:gd name="connsiteX10" fmla="*/ 0 w 5339418"/>
                  <a:gd name="connsiteY10" fmla="*/ 2728314 h 5985230"/>
                  <a:gd name="connsiteX11" fmla="*/ 33188 w 5339418"/>
                  <a:gd name="connsiteY11" fmla="*/ 2527735 h 5985230"/>
                  <a:gd name="connsiteX12" fmla="*/ 127523 w 5339418"/>
                  <a:gd name="connsiteY12" fmla="*/ 2376496 h 5985230"/>
                  <a:gd name="connsiteX13" fmla="*/ 467375 w 5339418"/>
                  <a:gd name="connsiteY13" fmla="*/ 2194454 h 5985230"/>
                  <a:gd name="connsiteX14" fmla="*/ 1528923 w 5339418"/>
                  <a:gd name="connsiteY14" fmla="*/ 2112950 h 5985230"/>
                  <a:gd name="connsiteX15" fmla="*/ 2576029 w 5339418"/>
                  <a:gd name="connsiteY15" fmla="*/ 2051703 h 5985230"/>
                  <a:gd name="connsiteX16" fmla="*/ 3322312 w 5339418"/>
                  <a:gd name="connsiteY16" fmla="*/ 1659122 h 5985230"/>
                  <a:gd name="connsiteX17" fmla="*/ 3304653 w 5339418"/>
                  <a:gd name="connsiteY17" fmla="*/ 300175 h 5985230"/>
                  <a:gd name="connsiteX18" fmla="*/ 3304517 w 5339418"/>
                  <a:gd name="connsiteY18" fmla="*/ 299790 h 5985230"/>
                  <a:gd name="connsiteX19" fmla="*/ 3304585 w 5339418"/>
                  <a:gd name="connsiteY19" fmla="*/ 299382 h 5985230"/>
                  <a:gd name="connsiteX20" fmla="*/ 3381738 w 5339418"/>
                  <a:gd name="connsiteY20" fmla="*/ 76554 h 5985230"/>
                  <a:gd name="connsiteX21" fmla="*/ 3491920 w 5339418"/>
                  <a:gd name="connsiteY21" fmla="*/ 278 h 5985230"/>
                  <a:gd name="connsiteX22" fmla="*/ 3880784 w 5339418"/>
                  <a:gd name="connsiteY22" fmla="*/ 346890 h 5985230"/>
                  <a:gd name="connsiteX23" fmla="*/ 4352189 w 5339418"/>
                  <a:gd name="connsiteY23" fmla="*/ 1220165 h 5985230"/>
                  <a:gd name="connsiteX24" fmla="*/ 5183254 w 5339418"/>
                  <a:gd name="connsiteY24" fmla="*/ 3300470 h 5985230"/>
                  <a:gd name="connsiteX25" fmla="*/ 5335724 w 5339418"/>
                  <a:gd name="connsiteY25" fmla="*/ 4020968 h 5985230"/>
                  <a:gd name="connsiteX26" fmla="*/ 5276593 w 5339418"/>
                  <a:gd name="connsiteY26" fmla="*/ 4600729 h 5985230"/>
                  <a:gd name="connsiteX27" fmla="*/ 4696092 w 5339418"/>
                  <a:gd name="connsiteY27" fmla="*/ 5397977 h 5985230"/>
                  <a:gd name="connsiteX28" fmla="*/ 3959567 w 5339418"/>
                  <a:gd name="connsiteY28" fmla="*/ 5761089 h 5985230"/>
                  <a:gd name="connsiteX29" fmla="*/ 3192954 w 5339418"/>
                  <a:gd name="connsiteY29" fmla="*/ 5934101 h 5985230"/>
                  <a:gd name="connsiteX30" fmla="*/ 2496906 w 5339418"/>
                  <a:gd name="connsiteY30" fmla="*/ 5985230 h 5985230"/>
                  <a:gd name="connsiteX31" fmla="*/ 2335289 w 5339418"/>
                  <a:gd name="connsiteY31" fmla="*/ 5975860 h 5985230"/>
                  <a:gd name="connsiteX32" fmla="*/ 3206107 w 5339418"/>
                  <a:gd name="connsiteY32" fmla="*/ 5929189 h 5985230"/>
                  <a:gd name="connsiteX33" fmla="*/ 4717622 w 5339418"/>
                  <a:gd name="connsiteY33" fmla="*/ 5378218 h 5985230"/>
                  <a:gd name="connsiteX34" fmla="*/ 5180378 w 5339418"/>
                  <a:gd name="connsiteY34" fmla="*/ 3301444 h 5985230"/>
                  <a:gd name="connsiteX35" fmla="*/ 4349427 w 5339418"/>
                  <a:gd name="connsiteY35" fmla="*/ 1221433 h 5985230"/>
                  <a:gd name="connsiteX36" fmla="*/ 3878249 w 5339418"/>
                  <a:gd name="connsiteY36" fmla="*/ 348565 h 5985230"/>
                  <a:gd name="connsiteX37" fmla="*/ 3492101 w 5339418"/>
                  <a:gd name="connsiteY37" fmla="*/ 3289 h 5985230"/>
                  <a:gd name="connsiteX38" fmla="*/ 3307619 w 5339418"/>
                  <a:gd name="connsiteY38" fmla="*/ 299563 h 5985230"/>
                  <a:gd name="connsiteX39" fmla="*/ 3474556 w 5339418"/>
                  <a:gd name="connsiteY39" fmla="*/ 1132301 h 5985230"/>
                  <a:gd name="connsiteX40" fmla="*/ 3434396 w 5339418"/>
                  <a:gd name="connsiteY40" fmla="*/ 1430319 h 5985230"/>
                  <a:gd name="connsiteX41" fmla="*/ 3324757 w 5339418"/>
                  <a:gd name="connsiteY41" fmla="*/ 1660888 h 5985230"/>
                  <a:gd name="connsiteX42" fmla="*/ 3011325 w 5339418"/>
                  <a:gd name="connsiteY42" fmla="*/ 1920179 h 5985230"/>
                  <a:gd name="connsiteX43" fmla="*/ 2576527 w 5339418"/>
                  <a:gd name="connsiteY43" fmla="*/ 2054691 h 5985230"/>
                  <a:gd name="connsiteX44" fmla="*/ 1528923 w 5339418"/>
                  <a:gd name="connsiteY44" fmla="*/ 2115983 h 5985230"/>
                  <a:gd name="connsiteX45" fmla="*/ 468167 w 5339418"/>
                  <a:gd name="connsiteY45" fmla="*/ 2197374 h 5985230"/>
                  <a:gd name="connsiteX46" fmla="*/ 3011 w 5339418"/>
                  <a:gd name="connsiteY46" fmla="*/ 2728291 h 5985230"/>
                  <a:gd name="connsiteX47" fmla="*/ 445936 w 5339418"/>
                  <a:gd name="connsiteY47" fmla="*/ 3535747 h 5985230"/>
                  <a:gd name="connsiteX48" fmla="*/ 1410297 w 5339418"/>
                  <a:gd name="connsiteY48" fmla="*/ 4125015 h 5985230"/>
                  <a:gd name="connsiteX49" fmla="*/ 2224337 w 5339418"/>
                  <a:gd name="connsiteY49" fmla="*/ 4602268 h 5985230"/>
                  <a:gd name="connsiteX50" fmla="*/ 2521651 w 5339418"/>
                  <a:gd name="connsiteY50" fmla="*/ 4875524 h 5985230"/>
                  <a:gd name="connsiteX51" fmla="*/ 2691010 w 5339418"/>
                  <a:gd name="connsiteY51" fmla="*/ 5192486 h 5985230"/>
                  <a:gd name="connsiteX52" fmla="*/ 2695085 w 5339418"/>
                  <a:gd name="connsiteY52" fmla="*/ 5550868 h 5985230"/>
                  <a:gd name="connsiteX53" fmla="*/ 2508067 w 5339418"/>
                  <a:gd name="connsiteY53" fmla="*/ 5976245 h 5985230"/>
                  <a:gd name="connsiteX54" fmla="*/ 2507592 w 5339418"/>
                  <a:gd name="connsiteY54" fmla="*/ 5976969 h 5985230"/>
                  <a:gd name="connsiteX55" fmla="*/ 2506732 w 5339418"/>
                  <a:gd name="connsiteY55" fmla="*/ 5976969 h 5985230"/>
                  <a:gd name="connsiteX56" fmla="*/ 2335312 w 5339418"/>
                  <a:gd name="connsiteY56" fmla="*/ 5975860 h 598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339418" h="5985230">
                    <a:moveTo>
                      <a:pt x="2496884" y="5985230"/>
                    </a:moveTo>
                    <a:cubicBezTo>
                      <a:pt x="2395621" y="5985230"/>
                      <a:pt x="2335086" y="5980749"/>
                      <a:pt x="2330445" y="5977309"/>
                    </a:cubicBezTo>
                    <a:cubicBezTo>
                      <a:pt x="2329562" y="5976652"/>
                      <a:pt x="2329471" y="5975747"/>
                      <a:pt x="2329698" y="5975136"/>
                    </a:cubicBezTo>
                    <a:cubicBezTo>
                      <a:pt x="2330196" y="5973732"/>
                      <a:pt x="2330943" y="5971582"/>
                      <a:pt x="2374069" y="5971220"/>
                    </a:cubicBezTo>
                    <a:cubicBezTo>
                      <a:pt x="2406035" y="5970926"/>
                      <a:pt x="2451629" y="5971877"/>
                      <a:pt x="2505962" y="5973868"/>
                    </a:cubicBezTo>
                    <a:cubicBezTo>
                      <a:pt x="2690852" y="5682709"/>
                      <a:pt x="2750414" y="5427356"/>
                      <a:pt x="2688067" y="5193256"/>
                    </a:cubicBezTo>
                    <a:cubicBezTo>
                      <a:pt x="2633440" y="4988150"/>
                      <a:pt x="2481150" y="4795628"/>
                      <a:pt x="2222526" y="4604713"/>
                    </a:cubicBezTo>
                    <a:cubicBezTo>
                      <a:pt x="1991069" y="4433829"/>
                      <a:pt x="1695091" y="4278200"/>
                      <a:pt x="1408871" y="4127708"/>
                    </a:cubicBezTo>
                    <a:cubicBezTo>
                      <a:pt x="1064922" y="3946843"/>
                      <a:pt x="709269" y="3759843"/>
                      <a:pt x="443989" y="3538101"/>
                    </a:cubicBezTo>
                    <a:cubicBezTo>
                      <a:pt x="300913" y="3418505"/>
                      <a:pt x="195734" y="3299271"/>
                      <a:pt x="122498" y="3173586"/>
                    </a:cubicBezTo>
                    <a:cubicBezTo>
                      <a:pt x="40070" y="3032148"/>
                      <a:pt x="0" y="2886501"/>
                      <a:pt x="0" y="2728314"/>
                    </a:cubicBezTo>
                    <a:cubicBezTo>
                      <a:pt x="0" y="2654347"/>
                      <a:pt x="11161" y="2586876"/>
                      <a:pt x="33188" y="2527735"/>
                    </a:cubicBezTo>
                    <a:cubicBezTo>
                      <a:pt x="54265" y="2471150"/>
                      <a:pt x="86004" y="2420270"/>
                      <a:pt x="127523" y="2376496"/>
                    </a:cubicBezTo>
                    <a:cubicBezTo>
                      <a:pt x="204404" y="2295468"/>
                      <a:pt x="315583" y="2235941"/>
                      <a:pt x="467375" y="2194454"/>
                    </a:cubicBezTo>
                    <a:cubicBezTo>
                      <a:pt x="750290" y="2117183"/>
                      <a:pt x="1128491" y="2115123"/>
                      <a:pt x="1528923" y="2112950"/>
                    </a:cubicBezTo>
                    <a:cubicBezTo>
                      <a:pt x="1886569" y="2111003"/>
                      <a:pt x="2256371" y="2109012"/>
                      <a:pt x="2576029" y="2051703"/>
                    </a:cubicBezTo>
                    <a:cubicBezTo>
                      <a:pt x="2937296" y="1986926"/>
                      <a:pt x="3181409" y="1858525"/>
                      <a:pt x="3322312" y="1659122"/>
                    </a:cubicBezTo>
                    <a:cubicBezTo>
                      <a:pt x="3527757" y="1368370"/>
                      <a:pt x="3521984" y="923845"/>
                      <a:pt x="3304653" y="300175"/>
                    </a:cubicBezTo>
                    <a:lnTo>
                      <a:pt x="3304517" y="299790"/>
                    </a:lnTo>
                    <a:lnTo>
                      <a:pt x="3304585" y="299382"/>
                    </a:lnTo>
                    <a:cubicBezTo>
                      <a:pt x="3323806" y="201198"/>
                      <a:pt x="3349772" y="126212"/>
                      <a:pt x="3381738" y="76554"/>
                    </a:cubicBezTo>
                    <a:cubicBezTo>
                      <a:pt x="3412459" y="28842"/>
                      <a:pt x="3449518" y="3176"/>
                      <a:pt x="3491920" y="278"/>
                    </a:cubicBezTo>
                    <a:cubicBezTo>
                      <a:pt x="3590829" y="-6489"/>
                      <a:pt x="3721680" y="110120"/>
                      <a:pt x="3880784" y="346890"/>
                    </a:cubicBezTo>
                    <a:cubicBezTo>
                      <a:pt x="4018291" y="551521"/>
                      <a:pt x="4176898" y="845329"/>
                      <a:pt x="4352189" y="1220165"/>
                    </a:cubicBezTo>
                    <a:cubicBezTo>
                      <a:pt x="4678728" y="1918436"/>
                      <a:pt x="4995601" y="2752645"/>
                      <a:pt x="5183254" y="3300470"/>
                    </a:cubicBezTo>
                    <a:cubicBezTo>
                      <a:pt x="5270865" y="3556253"/>
                      <a:pt x="5322164" y="3798682"/>
                      <a:pt x="5335724" y="4020968"/>
                    </a:cubicBezTo>
                    <a:cubicBezTo>
                      <a:pt x="5348380" y="4228406"/>
                      <a:pt x="5328480" y="4423462"/>
                      <a:pt x="5276593" y="4600729"/>
                    </a:cubicBezTo>
                    <a:cubicBezTo>
                      <a:pt x="5184363" y="4915767"/>
                      <a:pt x="4989059" y="5183999"/>
                      <a:pt x="4696092" y="5397977"/>
                    </a:cubicBezTo>
                    <a:cubicBezTo>
                      <a:pt x="4495605" y="5544395"/>
                      <a:pt x="4247802" y="5666571"/>
                      <a:pt x="3959567" y="5761089"/>
                    </a:cubicBezTo>
                    <a:cubicBezTo>
                      <a:pt x="3727158" y="5837297"/>
                      <a:pt x="3469236" y="5895511"/>
                      <a:pt x="3192954" y="5934101"/>
                    </a:cubicBezTo>
                    <a:cubicBezTo>
                      <a:pt x="2901844" y="5974751"/>
                      <a:pt x="2651755" y="5985230"/>
                      <a:pt x="2496906" y="5985230"/>
                    </a:cubicBezTo>
                    <a:close/>
                    <a:moveTo>
                      <a:pt x="2335289" y="5975860"/>
                    </a:moveTo>
                    <a:cubicBezTo>
                      <a:pt x="2374205" y="5984212"/>
                      <a:pt x="2749758" y="5994125"/>
                      <a:pt x="3206107" y="5929189"/>
                    </a:cubicBezTo>
                    <a:cubicBezTo>
                      <a:pt x="3644980" y="5866743"/>
                      <a:pt x="4263445" y="5720462"/>
                      <a:pt x="4717622" y="5378218"/>
                    </a:cubicBezTo>
                    <a:cubicBezTo>
                      <a:pt x="5336856" y="4911580"/>
                      <a:pt x="5492565" y="4212856"/>
                      <a:pt x="5180378" y="3301444"/>
                    </a:cubicBezTo>
                    <a:cubicBezTo>
                      <a:pt x="4992749" y="2753664"/>
                      <a:pt x="4675921" y="1919590"/>
                      <a:pt x="4349427" y="1221433"/>
                    </a:cubicBezTo>
                    <a:cubicBezTo>
                      <a:pt x="4174204" y="846732"/>
                      <a:pt x="4015665" y="553038"/>
                      <a:pt x="3878249" y="348565"/>
                    </a:cubicBezTo>
                    <a:cubicBezTo>
                      <a:pt x="3719801" y="112768"/>
                      <a:pt x="3589923" y="-3411"/>
                      <a:pt x="3492101" y="3289"/>
                    </a:cubicBezTo>
                    <a:cubicBezTo>
                      <a:pt x="3407093" y="9106"/>
                      <a:pt x="3345041" y="108762"/>
                      <a:pt x="3307619" y="299563"/>
                    </a:cubicBezTo>
                    <a:cubicBezTo>
                      <a:pt x="3419884" y="621822"/>
                      <a:pt x="3476050" y="902004"/>
                      <a:pt x="3474556" y="1132301"/>
                    </a:cubicBezTo>
                    <a:cubicBezTo>
                      <a:pt x="3473855" y="1240943"/>
                      <a:pt x="3460339" y="1341210"/>
                      <a:pt x="3434396" y="1430319"/>
                    </a:cubicBezTo>
                    <a:cubicBezTo>
                      <a:pt x="3409629" y="1515421"/>
                      <a:pt x="3372728" y="1592987"/>
                      <a:pt x="3324757" y="1660888"/>
                    </a:cubicBezTo>
                    <a:cubicBezTo>
                      <a:pt x="3248940" y="1768171"/>
                      <a:pt x="3146432" y="1852980"/>
                      <a:pt x="3011325" y="1920179"/>
                    </a:cubicBezTo>
                    <a:cubicBezTo>
                      <a:pt x="2891656" y="1979706"/>
                      <a:pt x="2749441" y="2023705"/>
                      <a:pt x="2576527" y="2054691"/>
                    </a:cubicBezTo>
                    <a:cubicBezTo>
                      <a:pt x="2256620" y="2112045"/>
                      <a:pt x="1886682" y="2114059"/>
                      <a:pt x="1528923" y="2115983"/>
                    </a:cubicBezTo>
                    <a:cubicBezTo>
                      <a:pt x="1128718" y="2118156"/>
                      <a:pt x="750697" y="2120215"/>
                      <a:pt x="468167" y="2197374"/>
                    </a:cubicBezTo>
                    <a:cubicBezTo>
                      <a:pt x="150819" y="2284061"/>
                      <a:pt x="3011" y="2452772"/>
                      <a:pt x="3011" y="2728291"/>
                    </a:cubicBezTo>
                    <a:cubicBezTo>
                      <a:pt x="3011" y="3022506"/>
                      <a:pt x="147898" y="3286641"/>
                      <a:pt x="445936" y="3535747"/>
                    </a:cubicBezTo>
                    <a:cubicBezTo>
                      <a:pt x="710967" y="3757286"/>
                      <a:pt x="1066484" y="3944217"/>
                      <a:pt x="1410297" y="4125015"/>
                    </a:cubicBezTo>
                    <a:cubicBezTo>
                      <a:pt x="1696608" y="4275574"/>
                      <a:pt x="1992676" y="4431248"/>
                      <a:pt x="2224337" y="4602268"/>
                    </a:cubicBezTo>
                    <a:cubicBezTo>
                      <a:pt x="2348940" y="4694252"/>
                      <a:pt x="2446173" y="4783632"/>
                      <a:pt x="2521651" y="4875524"/>
                    </a:cubicBezTo>
                    <a:cubicBezTo>
                      <a:pt x="2606251" y="4978553"/>
                      <a:pt x="2661648" y="5082215"/>
                      <a:pt x="2691010" y="5192486"/>
                    </a:cubicBezTo>
                    <a:cubicBezTo>
                      <a:pt x="2721097" y="5305473"/>
                      <a:pt x="2722478" y="5426066"/>
                      <a:pt x="2695085" y="5550868"/>
                    </a:cubicBezTo>
                    <a:cubicBezTo>
                      <a:pt x="2665927" y="5683773"/>
                      <a:pt x="2602991" y="5826885"/>
                      <a:pt x="2508067" y="5976245"/>
                    </a:cubicBezTo>
                    <a:lnTo>
                      <a:pt x="2507592" y="5976969"/>
                    </a:lnTo>
                    <a:lnTo>
                      <a:pt x="2506732" y="5976969"/>
                    </a:lnTo>
                    <a:cubicBezTo>
                      <a:pt x="2399289" y="5972963"/>
                      <a:pt x="2348148" y="5973959"/>
                      <a:pt x="2335312" y="597586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3989915-2641-C719-7C2B-DBBAD0676B36}"/>
                  </a:ext>
                </a:extLst>
              </p:cNvPr>
              <p:cNvSpPr/>
              <p:nvPr/>
            </p:nvSpPr>
            <p:spPr>
              <a:xfrm>
                <a:off x="3576092" y="116663"/>
                <a:ext cx="5294777" cy="5938520"/>
              </a:xfrm>
              <a:custGeom>
                <a:avLst/>
                <a:gdLst>
                  <a:gd name="connsiteX0" fmla="*/ 2462451 w 5294777"/>
                  <a:gd name="connsiteY0" fmla="*/ 5938521 h 5938520"/>
                  <a:gd name="connsiteX1" fmla="*/ 2421407 w 5294777"/>
                  <a:gd name="connsiteY1" fmla="*/ 5932093 h 5938520"/>
                  <a:gd name="connsiteX2" fmla="*/ 2273486 w 5294777"/>
                  <a:gd name="connsiteY2" fmla="*/ 5904684 h 5938520"/>
                  <a:gd name="connsiteX3" fmla="*/ 2356819 w 5294777"/>
                  <a:gd name="connsiteY3" fmla="*/ 5902421 h 5938520"/>
                  <a:gd name="connsiteX4" fmla="*/ 2482146 w 5294777"/>
                  <a:gd name="connsiteY4" fmla="*/ 5903982 h 5938520"/>
                  <a:gd name="connsiteX5" fmla="*/ 2647725 w 5294777"/>
                  <a:gd name="connsiteY5" fmla="*/ 5246270 h 5938520"/>
                  <a:gd name="connsiteX6" fmla="*/ 2209283 w 5294777"/>
                  <a:gd name="connsiteY6" fmla="*/ 4653472 h 5938520"/>
                  <a:gd name="connsiteX7" fmla="*/ 1410569 w 5294777"/>
                  <a:gd name="connsiteY7" fmla="*/ 4142947 h 5938520"/>
                  <a:gd name="connsiteX8" fmla="*/ 446366 w 5294777"/>
                  <a:gd name="connsiteY8" fmla="*/ 3502845 h 5938520"/>
                  <a:gd name="connsiteX9" fmla="*/ 123335 w 5294777"/>
                  <a:gd name="connsiteY9" fmla="*/ 3120200 h 5938520"/>
                  <a:gd name="connsiteX10" fmla="*/ 0 w 5294777"/>
                  <a:gd name="connsiteY10" fmla="*/ 2667323 h 5938520"/>
                  <a:gd name="connsiteX11" fmla="*/ 33075 w 5294777"/>
                  <a:gd name="connsiteY11" fmla="*/ 2466155 h 5938520"/>
                  <a:gd name="connsiteX12" fmla="*/ 127093 w 5294777"/>
                  <a:gd name="connsiteY12" fmla="*/ 2313446 h 5938520"/>
                  <a:gd name="connsiteX13" fmla="*/ 465767 w 5294777"/>
                  <a:gd name="connsiteY13" fmla="*/ 2126243 h 5938520"/>
                  <a:gd name="connsiteX14" fmla="*/ 1523807 w 5294777"/>
                  <a:gd name="connsiteY14" fmla="*/ 2028804 h 5938520"/>
                  <a:gd name="connsiteX15" fmla="*/ 2563215 w 5294777"/>
                  <a:gd name="connsiteY15" fmla="*/ 1952733 h 5938520"/>
                  <a:gd name="connsiteX16" fmla="*/ 3308230 w 5294777"/>
                  <a:gd name="connsiteY16" fmla="*/ 1554448 h 5938520"/>
                  <a:gd name="connsiteX17" fmla="*/ 3332205 w 5294777"/>
                  <a:gd name="connsiteY17" fmla="*/ 291150 h 5938520"/>
                  <a:gd name="connsiteX18" fmla="*/ 3332069 w 5294777"/>
                  <a:gd name="connsiteY18" fmla="*/ 290720 h 5938520"/>
                  <a:gd name="connsiteX19" fmla="*/ 3332182 w 5294777"/>
                  <a:gd name="connsiteY19" fmla="*/ 290267 h 5938520"/>
                  <a:gd name="connsiteX20" fmla="*/ 3426427 w 5294777"/>
                  <a:gd name="connsiteY20" fmla="*/ 72192 h 5938520"/>
                  <a:gd name="connsiteX21" fmla="*/ 3542993 w 5294777"/>
                  <a:gd name="connsiteY21" fmla="*/ 81 h 5938520"/>
                  <a:gd name="connsiteX22" fmla="*/ 3695827 w 5294777"/>
                  <a:gd name="connsiteY22" fmla="*/ 72169 h 5938520"/>
                  <a:gd name="connsiteX23" fmla="*/ 3865345 w 5294777"/>
                  <a:gd name="connsiteY23" fmla="*/ 280150 h 5938520"/>
                  <a:gd name="connsiteX24" fmla="*/ 4235623 w 5294777"/>
                  <a:gd name="connsiteY24" fmla="*/ 995646 h 5938520"/>
                  <a:gd name="connsiteX25" fmla="*/ 4956210 w 5294777"/>
                  <a:gd name="connsiteY25" fmla="*/ 2869555 h 5938520"/>
                  <a:gd name="connsiteX26" fmla="*/ 5108568 w 5294777"/>
                  <a:gd name="connsiteY26" fmla="*/ 3291469 h 5938520"/>
                  <a:gd name="connsiteX27" fmla="*/ 5262240 w 5294777"/>
                  <a:gd name="connsiteY27" fmla="*/ 3852082 h 5938520"/>
                  <a:gd name="connsiteX28" fmla="*/ 5291375 w 5294777"/>
                  <a:gd name="connsiteY28" fmla="*/ 4326642 h 5938520"/>
                  <a:gd name="connsiteX29" fmla="*/ 5045791 w 5294777"/>
                  <a:gd name="connsiteY29" fmla="*/ 5046076 h 5938520"/>
                  <a:gd name="connsiteX30" fmla="*/ 4411434 w 5294777"/>
                  <a:gd name="connsiteY30" fmla="*/ 5558683 h 5938520"/>
                  <a:gd name="connsiteX31" fmla="*/ 3607921 w 5294777"/>
                  <a:gd name="connsiteY31" fmla="*/ 5813674 h 5938520"/>
                  <a:gd name="connsiteX32" fmla="*/ 2483822 w 5294777"/>
                  <a:gd name="connsiteY32" fmla="*/ 5907083 h 5938520"/>
                  <a:gd name="connsiteX33" fmla="*/ 2463017 w 5294777"/>
                  <a:gd name="connsiteY33" fmla="*/ 5937683 h 5938520"/>
                  <a:gd name="connsiteX34" fmla="*/ 2462451 w 5294777"/>
                  <a:gd name="connsiteY34" fmla="*/ 5938476 h 5938520"/>
                  <a:gd name="connsiteX35" fmla="*/ 2279508 w 5294777"/>
                  <a:gd name="connsiteY35" fmla="*/ 5905250 h 5938520"/>
                  <a:gd name="connsiteX36" fmla="*/ 2421905 w 5294777"/>
                  <a:gd name="connsiteY36" fmla="*/ 5929038 h 5938520"/>
                  <a:gd name="connsiteX37" fmla="*/ 2461024 w 5294777"/>
                  <a:gd name="connsiteY37" fmla="*/ 5935149 h 5938520"/>
                  <a:gd name="connsiteX38" fmla="*/ 2480109 w 5294777"/>
                  <a:gd name="connsiteY38" fmla="*/ 5907105 h 5938520"/>
                  <a:gd name="connsiteX39" fmla="*/ 2356796 w 5294777"/>
                  <a:gd name="connsiteY39" fmla="*/ 5905544 h 5938520"/>
                  <a:gd name="connsiteX40" fmla="*/ 2279530 w 5294777"/>
                  <a:gd name="connsiteY40" fmla="*/ 5905250 h 5938520"/>
                  <a:gd name="connsiteX41" fmla="*/ 2485859 w 5294777"/>
                  <a:gd name="connsiteY41" fmla="*/ 5904027 h 5938520"/>
                  <a:gd name="connsiteX42" fmla="*/ 3607332 w 5294777"/>
                  <a:gd name="connsiteY42" fmla="*/ 5810664 h 5938520"/>
                  <a:gd name="connsiteX43" fmla="*/ 5043256 w 5294777"/>
                  <a:gd name="connsiteY43" fmla="*/ 5044333 h 5938520"/>
                  <a:gd name="connsiteX44" fmla="*/ 5105648 w 5294777"/>
                  <a:gd name="connsiteY44" fmla="*/ 3292600 h 5938520"/>
                  <a:gd name="connsiteX45" fmla="*/ 4953268 w 5294777"/>
                  <a:gd name="connsiteY45" fmla="*/ 2870664 h 5938520"/>
                  <a:gd name="connsiteX46" fmla="*/ 3547679 w 5294777"/>
                  <a:gd name="connsiteY46" fmla="*/ 3159 h 5938520"/>
                  <a:gd name="connsiteX47" fmla="*/ 3543129 w 5294777"/>
                  <a:gd name="connsiteY47" fmla="*/ 3250 h 5938520"/>
                  <a:gd name="connsiteX48" fmla="*/ 3428940 w 5294777"/>
                  <a:gd name="connsiteY48" fmla="*/ 74116 h 5938520"/>
                  <a:gd name="connsiteX49" fmla="*/ 3335329 w 5294777"/>
                  <a:gd name="connsiteY49" fmla="*/ 290720 h 5938520"/>
                  <a:gd name="connsiteX50" fmla="*/ 3465003 w 5294777"/>
                  <a:gd name="connsiteY50" fmla="*/ 1058522 h 5938520"/>
                  <a:gd name="connsiteX51" fmla="*/ 3419160 w 5294777"/>
                  <a:gd name="connsiteY51" fmla="*/ 1337504 h 5938520"/>
                  <a:gd name="connsiteX52" fmla="*/ 3310788 w 5294777"/>
                  <a:gd name="connsiteY52" fmla="*/ 1556349 h 5938520"/>
                  <a:gd name="connsiteX53" fmla="*/ 2996768 w 5294777"/>
                  <a:gd name="connsiteY53" fmla="*/ 1816704 h 5938520"/>
                  <a:gd name="connsiteX54" fmla="*/ 2563849 w 5294777"/>
                  <a:gd name="connsiteY54" fmla="*/ 1955856 h 5938520"/>
                  <a:gd name="connsiteX55" fmla="*/ 1523920 w 5294777"/>
                  <a:gd name="connsiteY55" fmla="*/ 2031973 h 5938520"/>
                  <a:gd name="connsiteX56" fmla="*/ 466696 w 5294777"/>
                  <a:gd name="connsiteY56" fmla="*/ 2129298 h 5938520"/>
                  <a:gd name="connsiteX57" fmla="*/ 3169 w 5294777"/>
                  <a:gd name="connsiteY57" fmla="*/ 2667368 h 5938520"/>
                  <a:gd name="connsiteX58" fmla="*/ 1412176 w 5294777"/>
                  <a:gd name="connsiteY58" fmla="*/ 4140322 h 5938520"/>
                  <a:gd name="connsiteX59" fmla="*/ 2211275 w 5294777"/>
                  <a:gd name="connsiteY59" fmla="*/ 4651096 h 5938520"/>
                  <a:gd name="connsiteX60" fmla="*/ 2496658 w 5294777"/>
                  <a:gd name="connsiteY60" fmla="*/ 4931572 h 5938520"/>
                  <a:gd name="connsiteX61" fmla="*/ 2650804 w 5294777"/>
                  <a:gd name="connsiteY61" fmla="*/ 5245659 h 5938520"/>
                  <a:gd name="connsiteX62" fmla="*/ 2642609 w 5294777"/>
                  <a:gd name="connsiteY62" fmla="*/ 5568529 h 5938520"/>
                  <a:gd name="connsiteX63" fmla="*/ 2485882 w 5294777"/>
                  <a:gd name="connsiteY63" fmla="*/ 5904073 h 5938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5294777" h="5938520">
                    <a:moveTo>
                      <a:pt x="2462451" y="5938521"/>
                    </a:moveTo>
                    <a:lnTo>
                      <a:pt x="2421407" y="5932093"/>
                    </a:lnTo>
                    <a:cubicBezTo>
                      <a:pt x="2282836" y="5910432"/>
                      <a:pt x="2273146" y="5908645"/>
                      <a:pt x="2273486" y="5904684"/>
                    </a:cubicBezTo>
                    <a:cubicBezTo>
                      <a:pt x="2273780" y="5901289"/>
                      <a:pt x="2280006" y="5901130"/>
                      <a:pt x="2356819" y="5902421"/>
                    </a:cubicBezTo>
                    <a:cubicBezTo>
                      <a:pt x="2389781" y="5902986"/>
                      <a:pt x="2432024" y="5903688"/>
                      <a:pt x="2482146" y="5903982"/>
                    </a:cubicBezTo>
                    <a:cubicBezTo>
                      <a:pt x="2639281" y="5666963"/>
                      <a:pt x="2693433" y="5451512"/>
                      <a:pt x="2647725" y="5246270"/>
                    </a:cubicBezTo>
                    <a:cubicBezTo>
                      <a:pt x="2602584" y="5043608"/>
                      <a:pt x="2463266" y="4855251"/>
                      <a:pt x="2209283" y="4653472"/>
                    </a:cubicBezTo>
                    <a:cubicBezTo>
                      <a:pt x="1984707" y="4475051"/>
                      <a:pt x="1705822" y="4313741"/>
                      <a:pt x="1410569" y="4142947"/>
                    </a:cubicBezTo>
                    <a:cubicBezTo>
                      <a:pt x="1067412" y="3944450"/>
                      <a:pt x="712574" y="3739208"/>
                      <a:pt x="446366" y="3502845"/>
                    </a:cubicBezTo>
                    <a:cubicBezTo>
                      <a:pt x="302679" y="3375259"/>
                      <a:pt x="197002" y="3250094"/>
                      <a:pt x="123335" y="3120200"/>
                    </a:cubicBezTo>
                    <a:cubicBezTo>
                      <a:pt x="40342" y="2973873"/>
                      <a:pt x="0" y="2825736"/>
                      <a:pt x="0" y="2667323"/>
                    </a:cubicBezTo>
                    <a:cubicBezTo>
                      <a:pt x="0" y="2593333"/>
                      <a:pt x="11138" y="2525659"/>
                      <a:pt x="33075" y="2466155"/>
                    </a:cubicBezTo>
                    <a:cubicBezTo>
                      <a:pt x="54084" y="2409231"/>
                      <a:pt x="85710" y="2357853"/>
                      <a:pt x="127093" y="2313446"/>
                    </a:cubicBezTo>
                    <a:cubicBezTo>
                      <a:pt x="203703" y="2231240"/>
                      <a:pt x="314496" y="2170016"/>
                      <a:pt x="465767" y="2126243"/>
                    </a:cubicBezTo>
                    <a:cubicBezTo>
                      <a:pt x="747709" y="2044693"/>
                      <a:pt x="1124688" y="2036975"/>
                      <a:pt x="1523807" y="2028804"/>
                    </a:cubicBezTo>
                    <a:cubicBezTo>
                      <a:pt x="1878600" y="2021539"/>
                      <a:pt x="2245459" y="2014025"/>
                      <a:pt x="2563215" y="1952733"/>
                    </a:cubicBezTo>
                    <a:cubicBezTo>
                      <a:pt x="2922377" y="1883474"/>
                      <a:pt x="3166060" y="1753194"/>
                      <a:pt x="3308230" y="1554448"/>
                    </a:cubicBezTo>
                    <a:cubicBezTo>
                      <a:pt x="3506884" y="1276756"/>
                      <a:pt x="3514717" y="863533"/>
                      <a:pt x="3332205" y="291150"/>
                    </a:cubicBezTo>
                    <a:lnTo>
                      <a:pt x="3332069" y="290720"/>
                    </a:lnTo>
                    <a:lnTo>
                      <a:pt x="3332182" y="290267"/>
                    </a:lnTo>
                    <a:cubicBezTo>
                      <a:pt x="3358896" y="193667"/>
                      <a:pt x="3390590" y="120311"/>
                      <a:pt x="3426427" y="72192"/>
                    </a:cubicBezTo>
                    <a:cubicBezTo>
                      <a:pt x="3460860" y="25952"/>
                      <a:pt x="3500070" y="1688"/>
                      <a:pt x="3542993" y="81"/>
                    </a:cubicBezTo>
                    <a:cubicBezTo>
                      <a:pt x="3588927" y="-1594"/>
                      <a:pt x="3640362" y="22624"/>
                      <a:pt x="3695827" y="72169"/>
                    </a:cubicBezTo>
                    <a:cubicBezTo>
                      <a:pt x="3747760" y="118569"/>
                      <a:pt x="3804786" y="188552"/>
                      <a:pt x="3865345" y="280150"/>
                    </a:cubicBezTo>
                    <a:cubicBezTo>
                      <a:pt x="3973376" y="443588"/>
                      <a:pt x="4097957" y="684320"/>
                      <a:pt x="4235623" y="995646"/>
                    </a:cubicBezTo>
                    <a:cubicBezTo>
                      <a:pt x="4489515" y="1569816"/>
                      <a:pt x="4748275" y="2290495"/>
                      <a:pt x="4956210" y="2869555"/>
                    </a:cubicBezTo>
                    <a:cubicBezTo>
                      <a:pt x="5010611" y="3021019"/>
                      <a:pt x="5061978" y="3164086"/>
                      <a:pt x="5108568" y="3291469"/>
                    </a:cubicBezTo>
                    <a:cubicBezTo>
                      <a:pt x="5180446" y="3487929"/>
                      <a:pt x="5232153" y="3676558"/>
                      <a:pt x="5262240" y="3852082"/>
                    </a:cubicBezTo>
                    <a:cubicBezTo>
                      <a:pt x="5290877" y="4019186"/>
                      <a:pt x="5300680" y="4178867"/>
                      <a:pt x="5291375" y="4326642"/>
                    </a:cubicBezTo>
                    <a:cubicBezTo>
                      <a:pt x="5274215" y="4599219"/>
                      <a:pt x="5191584" y="4841264"/>
                      <a:pt x="5045791" y="5046076"/>
                    </a:cubicBezTo>
                    <a:cubicBezTo>
                      <a:pt x="4899048" y="5252201"/>
                      <a:pt x="4685633" y="5424669"/>
                      <a:pt x="4411434" y="5558683"/>
                    </a:cubicBezTo>
                    <a:cubicBezTo>
                      <a:pt x="4185070" y="5669316"/>
                      <a:pt x="3914742" y="5755098"/>
                      <a:pt x="3607921" y="5813674"/>
                    </a:cubicBezTo>
                    <a:cubicBezTo>
                      <a:pt x="3157638" y="5899614"/>
                      <a:pt x="2728092" y="5908418"/>
                      <a:pt x="2483822" y="5907083"/>
                    </a:cubicBezTo>
                    <a:cubicBezTo>
                      <a:pt x="2477075" y="5917245"/>
                      <a:pt x="2470148" y="5927453"/>
                      <a:pt x="2463017" y="5937683"/>
                    </a:cubicBezTo>
                    <a:lnTo>
                      <a:pt x="2462451" y="5938476"/>
                    </a:lnTo>
                    <a:close/>
                    <a:moveTo>
                      <a:pt x="2279508" y="5905250"/>
                    </a:moveTo>
                    <a:cubicBezTo>
                      <a:pt x="2292344" y="5908780"/>
                      <a:pt x="2341130" y="5916408"/>
                      <a:pt x="2421905" y="5929038"/>
                    </a:cubicBezTo>
                    <a:lnTo>
                      <a:pt x="2461024" y="5935149"/>
                    </a:lnTo>
                    <a:cubicBezTo>
                      <a:pt x="2467544" y="5925755"/>
                      <a:pt x="2473906" y="5916431"/>
                      <a:pt x="2480109" y="5907105"/>
                    </a:cubicBezTo>
                    <a:cubicBezTo>
                      <a:pt x="2430847" y="5906811"/>
                      <a:pt x="2389305" y="5906110"/>
                      <a:pt x="2356796" y="5905544"/>
                    </a:cubicBezTo>
                    <a:cubicBezTo>
                      <a:pt x="2318605" y="5904887"/>
                      <a:pt x="2289378" y="5904412"/>
                      <a:pt x="2279530" y="5905250"/>
                    </a:cubicBezTo>
                    <a:close/>
                    <a:moveTo>
                      <a:pt x="2485859" y="5904027"/>
                    </a:moveTo>
                    <a:cubicBezTo>
                      <a:pt x="2730402" y="5905340"/>
                      <a:pt x="3158544" y="5896309"/>
                      <a:pt x="3607332" y="5810664"/>
                    </a:cubicBezTo>
                    <a:cubicBezTo>
                      <a:pt x="4291042" y="5680158"/>
                      <a:pt x="4774150" y="5422338"/>
                      <a:pt x="5043256" y="5044333"/>
                    </a:cubicBezTo>
                    <a:cubicBezTo>
                      <a:pt x="5351504" y="4611328"/>
                      <a:pt x="5372490" y="4021970"/>
                      <a:pt x="5105648" y="3292600"/>
                    </a:cubicBezTo>
                    <a:cubicBezTo>
                      <a:pt x="5059035" y="3165218"/>
                      <a:pt x="5007668" y="3022151"/>
                      <a:pt x="4953268" y="2870664"/>
                    </a:cubicBezTo>
                    <a:cubicBezTo>
                      <a:pt x="4542920" y="1727912"/>
                      <a:pt x="3923617" y="3159"/>
                      <a:pt x="3547679" y="3159"/>
                    </a:cubicBezTo>
                    <a:cubicBezTo>
                      <a:pt x="3546140" y="3159"/>
                      <a:pt x="3544668" y="3182"/>
                      <a:pt x="3543129" y="3250"/>
                    </a:cubicBezTo>
                    <a:cubicBezTo>
                      <a:pt x="3501202" y="4812"/>
                      <a:pt x="3462784" y="28668"/>
                      <a:pt x="3428940" y="74116"/>
                    </a:cubicBezTo>
                    <a:cubicBezTo>
                      <a:pt x="3393397" y="121850"/>
                      <a:pt x="3361907" y="194708"/>
                      <a:pt x="3335329" y="290720"/>
                    </a:cubicBezTo>
                    <a:cubicBezTo>
                      <a:pt x="3429460" y="586044"/>
                      <a:pt x="3473085" y="844340"/>
                      <a:pt x="3465003" y="1058522"/>
                    </a:cubicBezTo>
                    <a:cubicBezTo>
                      <a:pt x="3461177" y="1159740"/>
                      <a:pt x="3445760" y="1253601"/>
                      <a:pt x="3419160" y="1337504"/>
                    </a:cubicBezTo>
                    <a:cubicBezTo>
                      <a:pt x="3393714" y="1417763"/>
                      <a:pt x="3357243" y="1491391"/>
                      <a:pt x="3310788" y="1556349"/>
                    </a:cubicBezTo>
                    <a:cubicBezTo>
                      <a:pt x="3234293" y="1663271"/>
                      <a:pt x="3131581" y="1748441"/>
                      <a:pt x="2996768" y="1816704"/>
                    </a:cubicBezTo>
                    <a:cubicBezTo>
                      <a:pt x="2877349" y="1877182"/>
                      <a:pt x="2735722" y="1922698"/>
                      <a:pt x="2563849" y="1955856"/>
                    </a:cubicBezTo>
                    <a:cubicBezTo>
                      <a:pt x="2245822" y="2017193"/>
                      <a:pt x="1878826" y="2024708"/>
                      <a:pt x="1523920" y="2031973"/>
                    </a:cubicBezTo>
                    <a:cubicBezTo>
                      <a:pt x="1125005" y="2040144"/>
                      <a:pt x="748230" y="2047862"/>
                      <a:pt x="466696" y="2129298"/>
                    </a:cubicBezTo>
                    <a:cubicBezTo>
                      <a:pt x="150456" y="2220761"/>
                      <a:pt x="3169" y="2391735"/>
                      <a:pt x="3169" y="2667368"/>
                    </a:cubicBezTo>
                    <a:cubicBezTo>
                      <a:pt x="3169" y="3325306"/>
                      <a:pt x="719456" y="3739638"/>
                      <a:pt x="1412176" y="4140322"/>
                    </a:cubicBezTo>
                    <a:cubicBezTo>
                      <a:pt x="1707542" y="4311161"/>
                      <a:pt x="1986518" y="4472539"/>
                      <a:pt x="2211275" y="4651096"/>
                    </a:cubicBezTo>
                    <a:cubicBezTo>
                      <a:pt x="2332075" y="4747062"/>
                      <a:pt x="2425436" y="4838819"/>
                      <a:pt x="2496658" y="4931572"/>
                    </a:cubicBezTo>
                    <a:cubicBezTo>
                      <a:pt x="2576436" y="5035461"/>
                      <a:pt x="2626852" y="5138195"/>
                      <a:pt x="2650804" y="5245659"/>
                    </a:cubicBezTo>
                    <a:cubicBezTo>
                      <a:pt x="2673896" y="5349299"/>
                      <a:pt x="2671134" y="5457918"/>
                      <a:pt x="2642609" y="5568529"/>
                    </a:cubicBezTo>
                    <a:cubicBezTo>
                      <a:pt x="2615035" y="5675495"/>
                      <a:pt x="2562355" y="5788211"/>
                      <a:pt x="2485882" y="590407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2A809AE4-CC0E-1318-E00F-14A6CCA270B3}"/>
                  </a:ext>
                </a:extLst>
              </p:cNvPr>
              <p:cNvSpPr/>
              <p:nvPr/>
            </p:nvSpPr>
            <p:spPr>
              <a:xfrm>
                <a:off x="3621188" y="125526"/>
                <a:ext cx="5252759" cy="5900120"/>
              </a:xfrm>
              <a:custGeom>
                <a:avLst/>
                <a:gdLst>
                  <a:gd name="connsiteX0" fmla="*/ 2417264 w 5252759"/>
                  <a:gd name="connsiteY0" fmla="*/ 5900121 h 5900120"/>
                  <a:gd name="connsiteX1" fmla="*/ 2416245 w 5252759"/>
                  <a:gd name="connsiteY1" fmla="*/ 5899849 h 5900120"/>
                  <a:gd name="connsiteX2" fmla="*/ 2217455 w 5252759"/>
                  <a:gd name="connsiteY2" fmla="*/ 5832922 h 5900120"/>
                  <a:gd name="connsiteX3" fmla="*/ 2420252 w 5252759"/>
                  <a:gd name="connsiteY3" fmla="*/ 5825905 h 5900120"/>
                  <a:gd name="connsiteX4" fmla="*/ 2466367 w 5252759"/>
                  <a:gd name="connsiteY4" fmla="*/ 5826901 h 5900120"/>
                  <a:gd name="connsiteX5" fmla="*/ 2605753 w 5252759"/>
                  <a:gd name="connsiteY5" fmla="*/ 5297568 h 5900120"/>
                  <a:gd name="connsiteX6" fmla="*/ 1413308 w 5252759"/>
                  <a:gd name="connsiteY6" fmla="*/ 4161878 h 5900120"/>
                  <a:gd name="connsiteX7" fmla="*/ 449241 w 5252759"/>
                  <a:gd name="connsiteY7" fmla="*/ 3469401 h 5900120"/>
                  <a:gd name="connsiteX8" fmla="*/ 124331 w 5252759"/>
                  <a:gd name="connsiteY8" fmla="*/ 3067563 h 5900120"/>
                  <a:gd name="connsiteX9" fmla="*/ 0 w 5252759"/>
                  <a:gd name="connsiteY9" fmla="*/ 2606402 h 5900120"/>
                  <a:gd name="connsiteX10" fmla="*/ 33007 w 5252759"/>
                  <a:gd name="connsiteY10" fmla="*/ 2404465 h 5900120"/>
                  <a:gd name="connsiteX11" fmla="*/ 126822 w 5252759"/>
                  <a:gd name="connsiteY11" fmla="*/ 2250126 h 5900120"/>
                  <a:gd name="connsiteX12" fmla="*/ 464771 w 5252759"/>
                  <a:gd name="connsiteY12" fmla="*/ 2057536 h 5900120"/>
                  <a:gd name="connsiteX13" fmla="*/ 1520660 w 5252759"/>
                  <a:gd name="connsiteY13" fmla="*/ 1943870 h 5900120"/>
                  <a:gd name="connsiteX14" fmla="*/ 2552349 w 5252759"/>
                  <a:gd name="connsiteY14" fmla="*/ 1853086 h 5900120"/>
                  <a:gd name="connsiteX15" fmla="*/ 3296436 w 5252759"/>
                  <a:gd name="connsiteY15" fmla="*/ 1449935 h 5900120"/>
                  <a:gd name="connsiteX16" fmla="*/ 3359733 w 5252759"/>
                  <a:gd name="connsiteY16" fmla="*/ 282264 h 5900120"/>
                  <a:gd name="connsiteX17" fmla="*/ 3359597 w 5252759"/>
                  <a:gd name="connsiteY17" fmla="*/ 281766 h 5900120"/>
                  <a:gd name="connsiteX18" fmla="*/ 3359779 w 5252759"/>
                  <a:gd name="connsiteY18" fmla="*/ 281291 h 5900120"/>
                  <a:gd name="connsiteX19" fmla="*/ 3472179 w 5252759"/>
                  <a:gd name="connsiteY19" fmla="*/ 66747 h 5900120"/>
                  <a:gd name="connsiteX20" fmla="*/ 3595130 w 5252759"/>
                  <a:gd name="connsiteY20" fmla="*/ 0 h 5900120"/>
                  <a:gd name="connsiteX21" fmla="*/ 3596443 w 5252759"/>
                  <a:gd name="connsiteY21" fmla="*/ 0 h 5900120"/>
                  <a:gd name="connsiteX22" fmla="*/ 3720095 w 5252759"/>
                  <a:gd name="connsiteY22" fmla="*/ 54706 h 5900120"/>
                  <a:gd name="connsiteX23" fmla="*/ 3849384 w 5252759"/>
                  <a:gd name="connsiteY23" fmla="*/ 205219 h 5900120"/>
                  <a:gd name="connsiteX24" fmla="*/ 4120482 w 5252759"/>
                  <a:gd name="connsiteY24" fmla="*/ 731475 h 5900120"/>
                  <a:gd name="connsiteX25" fmla="*/ 4672096 w 5252759"/>
                  <a:gd name="connsiteY25" fmla="*/ 2252457 h 5900120"/>
                  <a:gd name="connsiteX26" fmla="*/ 5033816 w 5252759"/>
                  <a:gd name="connsiteY26" fmla="*/ 3282651 h 5900120"/>
                  <a:gd name="connsiteX27" fmla="*/ 5207092 w 5252759"/>
                  <a:gd name="connsiteY27" fmla="*/ 3858972 h 5900120"/>
                  <a:gd name="connsiteX28" fmla="*/ 5251962 w 5252759"/>
                  <a:gd name="connsiteY28" fmla="*/ 4341839 h 5900120"/>
                  <a:gd name="connsiteX29" fmla="*/ 5186128 w 5252759"/>
                  <a:gd name="connsiteY29" fmla="*/ 4739444 h 5900120"/>
                  <a:gd name="connsiteX30" fmla="*/ 5027296 w 5252759"/>
                  <a:gd name="connsiteY30" fmla="*/ 5059914 h 5900120"/>
                  <a:gd name="connsiteX31" fmla="*/ 3713281 w 5252759"/>
                  <a:gd name="connsiteY31" fmla="*/ 5754383 h 5900120"/>
                  <a:gd name="connsiteX32" fmla="*/ 2467929 w 5252759"/>
                  <a:gd name="connsiteY32" fmla="*/ 5830138 h 5900120"/>
                  <a:gd name="connsiteX33" fmla="*/ 2417898 w 5252759"/>
                  <a:gd name="connsiteY33" fmla="*/ 5899283 h 5900120"/>
                  <a:gd name="connsiteX34" fmla="*/ 2417241 w 5252759"/>
                  <a:gd name="connsiteY34" fmla="*/ 5900121 h 5900120"/>
                  <a:gd name="connsiteX35" fmla="*/ 2291914 w 5252759"/>
                  <a:gd name="connsiteY35" fmla="*/ 5826991 h 5900120"/>
                  <a:gd name="connsiteX36" fmla="*/ 2273282 w 5252759"/>
                  <a:gd name="connsiteY36" fmla="*/ 5827105 h 5900120"/>
                  <a:gd name="connsiteX37" fmla="*/ 2220625 w 5252759"/>
                  <a:gd name="connsiteY37" fmla="*/ 5833374 h 5900120"/>
                  <a:gd name="connsiteX38" fmla="*/ 2265766 w 5252759"/>
                  <a:gd name="connsiteY38" fmla="*/ 5853813 h 5900120"/>
                  <a:gd name="connsiteX39" fmla="*/ 2416041 w 5252759"/>
                  <a:gd name="connsiteY39" fmla="*/ 5896499 h 5900120"/>
                  <a:gd name="connsiteX40" fmla="*/ 2464239 w 5252759"/>
                  <a:gd name="connsiteY40" fmla="*/ 5830070 h 5900120"/>
                  <a:gd name="connsiteX41" fmla="*/ 2420184 w 5252759"/>
                  <a:gd name="connsiteY41" fmla="*/ 5829119 h 5900120"/>
                  <a:gd name="connsiteX42" fmla="*/ 2291936 w 5252759"/>
                  <a:gd name="connsiteY42" fmla="*/ 5827014 h 5900120"/>
                  <a:gd name="connsiteX43" fmla="*/ 2470057 w 5252759"/>
                  <a:gd name="connsiteY43" fmla="*/ 5826991 h 5900120"/>
                  <a:gd name="connsiteX44" fmla="*/ 3712737 w 5252759"/>
                  <a:gd name="connsiteY44" fmla="*/ 5751237 h 5900120"/>
                  <a:gd name="connsiteX45" fmla="*/ 5024692 w 5252759"/>
                  <a:gd name="connsiteY45" fmla="*/ 5058081 h 5900120"/>
                  <a:gd name="connsiteX46" fmla="*/ 5030827 w 5252759"/>
                  <a:gd name="connsiteY46" fmla="*/ 3283783 h 5900120"/>
                  <a:gd name="connsiteX47" fmla="*/ 4669062 w 5252759"/>
                  <a:gd name="connsiteY47" fmla="*/ 2253430 h 5900120"/>
                  <a:gd name="connsiteX48" fmla="*/ 3596398 w 5252759"/>
                  <a:gd name="connsiteY48" fmla="*/ 3169 h 5900120"/>
                  <a:gd name="connsiteX49" fmla="*/ 3595107 w 5252759"/>
                  <a:gd name="connsiteY49" fmla="*/ 3169 h 5900120"/>
                  <a:gd name="connsiteX50" fmla="*/ 3474579 w 5252759"/>
                  <a:gd name="connsiteY50" fmla="*/ 68806 h 5900120"/>
                  <a:gd name="connsiteX51" fmla="*/ 3362948 w 5252759"/>
                  <a:gd name="connsiteY51" fmla="*/ 281880 h 5900120"/>
                  <a:gd name="connsiteX52" fmla="*/ 3457102 w 5252759"/>
                  <a:gd name="connsiteY52" fmla="*/ 985447 h 5900120"/>
                  <a:gd name="connsiteX53" fmla="*/ 3405961 w 5252759"/>
                  <a:gd name="connsiteY53" fmla="*/ 1245168 h 5900120"/>
                  <a:gd name="connsiteX54" fmla="*/ 3299016 w 5252759"/>
                  <a:gd name="connsiteY54" fmla="*/ 1451791 h 5900120"/>
                  <a:gd name="connsiteX55" fmla="*/ 2984135 w 5252759"/>
                  <a:gd name="connsiteY55" fmla="*/ 1712689 h 5900120"/>
                  <a:gd name="connsiteX56" fmla="*/ 2552983 w 5252759"/>
                  <a:gd name="connsiteY56" fmla="*/ 1856209 h 5900120"/>
                  <a:gd name="connsiteX57" fmla="*/ 1520751 w 5252759"/>
                  <a:gd name="connsiteY57" fmla="*/ 1947061 h 5900120"/>
                  <a:gd name="connsiteX58" fmla="*/ 465677 w 5252759"/>
                  <a:gd name="connsiteY58" fmla="*/ 2060591 h 5900120"/>
                  <a:gd name="connsiteX59" fmla="*/ 3169 w 5252759"/>
                  <a:gd name="connsiteY59" fmla="*/ 2606425 h 5900120"/>
                  <a:gd name="connsiteX60" fmla="*/ 451392 w 5252759"/>
                  <a:gd name="connsiteY60" fmla="*/ 3467093 h 5900120"/>
                  <a:gd name="connsiteX61" fmla="*/ 1414983 w 5252759"/>
                  <a:gd name="connsiteY61" fmla="*/ 4159207 h 5900120"/>
                  <a:gd name="connsiteX62" fmla="*/ 2608877 w 5252759"/>
                  <a:gd name="connsiteY62" fmla="*/ 5297047 h 5900120"/>
                  <a:gd name="connsiteX63" fmla="*/ 2589521 w 5252759"/>
                  <a:gd name="connsiteY63" fmla="*/ 5583884 h 5900120"/>
                  <a:gd name="connsiteX64" fmla="*/ 2470035 w 5252759"/>
                  <a:gd name="connsiteY64" fmla="*/ 5827014 h 5900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5252759" h="5900120">
                    <a:moveTo>
                      <a:pt x="2417264" y="5900121"/>
                    </a:moveTo>
                    <a:lnTo>
                      <a:pt x="2416245" y="5899849"/>
                    </a:lnTo>
                    <a:cubicBezTo>
                      <a:pt x="2246569" y="5854740"/>
                      <a:pt x="2216187" y="5841907"/>
                      <a:pt x="2217455" y="5832922"/>
                    </a:cubicBezTo>
                    <a:cubicBezTo>
                      <a:pt x="2218995" y="5822012"/>
                      <a:pt x="2270769" y="5822601"/>
                      <a:pt x="2420252" y="5825905"/>
                    </a:cubicBezTo>
                    <a:cubicBezTo>
                      <a:pt x="2434945" y="5826222"/>
                      <a:pt x="2450339" y="5826562"/>
                      <a:pt x="2466367" y="5826901"/>
                    </a:cubicBezTo>
                    <a:cubicBezTo>
                      <a:pt x="2590427" y="5643116"/>
                      <a:pt x="2636044" y="5469289"/>
                      <a:pt x="2605753" y="5297568"/>
                    </a:cubicBezTo>
                    <a:cubicBezTo>
                      <a:pt x="2530027" y="4868320"/>
                      <a:pt x="1987605" y="4525171"/>
                      <a:pt x="1413308" y="4161878"/>
                    </a:cubicBezTo>
                    <a:cubicBezTo>
                      <a:pt x="1070808" y="3945206"/>
                      <a:pt x="716649" y="3721156"/>
                      <a:pt x="449241" y="3469401"/>
                    </a:cubicBezTo>
                    <a:cubicBezTo>
                      <a:pt x="304784" y="3333395"/>
                      <a:pt x="198518" y="3201962"/>
                      <a:pt x="124331" y="3067563"/>
                    </a:cubicBezTo>
                    <a:cubicBezTo>
                      <a:pt x="40659" y="2915986"/>
                      <a:pt x="0" y="2765132"/>
                      <a:pt x="0" y="2606402"/>
                    </a:cubicBezTo>
                    <a:cubicBezTo>
                      <a:pt x="0" y="2532322"/>
                      <a:pt x="11093" y="2464376"/>
                      <a:pt x="33007" y="2404465"/>
                    </a:cubicBezTo>
                    <a:cubicBezTo>
                      <a:pt x="53971" y="2347134"/>
                      <a:pt x="85529" y="2295212"/>
                      <a:pt x="126822" y="2250126"/>
                    </a:cubicBezTo>
                    <a:cubicBezTo>
                      <a:pt x="203272" y="2166653"/>
                      <a:pt x="313817" y="2103641"/>
                      <a:pt x="464771" y="2057536"/>
                    </a:cubicBezTo>
                    <a:cubicBezTo>
                      <a:pt x="746102" y="1971596"/>
                      <a:pt x="1122333" y="1958129"/>
                      <a:pt x="1520660" y="1943870"/>
                    </a:cubicBezTo>
                    <a:cubicBezTo>
                      <a:pt x="1872578" y="1931263"/>
                      <a:pt x="2236449" y="1918248"/>
                      <a:pt x="2552349" y="1853086"/>
                    </a:cubicBezTo>
                    <a:cubicBezTo>
                      <a:pt x="2909383" y="1779436"/>
                      <a:pt x="3152793" y="1647572"/>
                      <a:pt x="3296436" y="1449935"/>
                    </a:cubicBezTo>
                    <a:cubicBezTo>
                      <a:pt x="3488140" y="1186185"/>
                      <a:pt x="3508831" y="804242"/>
                      <a:pt x="3359733" y="282264"/>
                    </a:cubicBezTo>
                    <a:lnTo>
                      <a:pt x="3359597" y="281766"/>
                    </a:lnTo>
                    <a:lnTo>
                      <a:pt x="3359779" y="281291"/>
                    </a:lnTo>
                    <a:cubicBezTo>
                      <a:pt x="3394280" y="185460"/>
                      <a:pt x="3432109" y="113281"/>
                      <a:pt x="3472179" y="66747"/>
                    </a:cubicBezTo>
                    <a:cubicBezTo>
                      <a:pt x="3510325" y="22453"/>
                      <a:pt x="3551686" y="0"/>
                      <a:pt x="3595130" y="0"/>
                    </a:cubicBezTo>
                    <a:cubicBezTo>
                      <a:pt x="3595560" y="0"/>
                      <a:pt x="3596013" y="0"/>
                      <a:pt x="3596443" y="0"/>
                    </a:cubicBezTo>
                    <a:cubicBezTo>
                      <a:pt x="3635336" y="407"/>
                      <a:pt x="3676946" y="18809"/>
                      <a:pt x="3720095" y="54706"/>
                    </a:cubicBezTo>
                    <a:cubicBezTo>
                      <a:pt x="3760890" y="88611"/>
                      <a:pt x="3804379" y="139265"/>
                      <a:pt x="3849384" y="205219"/>
                    </a:cubicBezTo>
                    <a:cubicBezTo>
                      <a:pt x="3931857" y="326083"/>
                      <a:pt x="4020533" y="498212"/>
                      <a:pt x="4120482" y="731475"/>
                    </a:cubicBezTo>
                    <a:cubicBezTo>
                      <a:pt x="4304896" y="1161809"/>
                      <a:pt x="4491575" y="1716265"/>
                      <a:pt x="4672096" y="2252457"/>
                    </a:cubicBezTo>
                    <a:cubicBezTo>
                      <a:pt x="4801204" y="2635917"/>
                      <a:pt x="4923158" y="2998123"/>
                      <a:pt x="5033816" y="3282651"/>
                    </a:cubicBezTo>
                    <a:cubicBezTo>
                      <a:pt x="5112734" y="3485562"/>
                      <a:pt x="5171028" y="3679464"/>
                      <a:pt x="5207092" y="3858972"/>
                    </a:cubicBezTo>
                    <a:cubicBezTo>
                      <a:pt x="5241435" y="4029946"/>
                      <a:pt x="5256535" y="4192411"/>
                      <a:pt x="5251962" y="4341839"/>
                    </a:cubicBezTo>
                    <a:cubicBezTo>
                      <a:pt x="5247615" y="4483593"/>
                      <a:pt x="5225474" y="4617358"/>
                      <a:pt x="5186128" y="4739444"/>
                    </a:cubicBezTo>
                    <a:cubicBezTo>
                      <a:pt x="5148978" y="4854672"/>
                      <a:pt x="5095551" y="4962499"/>
                      <a:pt x="5027296" y="5059914"/>
                    </a:cubicBezTo>
                    <a:cubicBezTo>
                      <a:pt x="4783410" y="5408043"/>
                      <a:pt x="4341299" y="5641690"/>
                      <a:pt x="3713281" y="5754383"/>
                    </a:cubicBezTo>
                    <a:cubicBezTo>
                      <a:pt x="3229357" y="5841228"/>
                      <a:pt x="2749599" y="5836068"/>
                      <a:pt x="2467929" y="5830138"/>
                    </a:cubicBezTo>
                    <a:cubicBezTo>
                      <a:pt x="2452422" y="5853111"/>
                      <a:pt x="2435737" y="5876174"/>
                      <a:pt x="2417898" y="5899283"/>
                    </a:cubicBezTo>
                    <a:lnTo>
                      <a:pt x="2417241" y="5900121"/>
                    </a:lnTo>
                    <a:close/>
                    <a:moveTo>
                      <a:pt x="2291914" y="5826991"/>
                    </a:moveTo>
                    <a:cubicBezTo>
                      <a:pt x="2285281" y="5826991"/>
                      <a:pt x="2279055" y="5827037"/>
                      <a:pt x="2273282" y="5827105"/>
                    </a:cubicBezTo>
                    <a:cubicBezTo>
                      <a:pt x="2228141" y="5827761"/>
                      <a:pt x="2220896" y="5831315"/>
                      <a:pt x="2220625" y="5833374"/>
                    </a:cubicBezTo>
                    <a:cubicBezTo>
                      <a:pt x="2220398" y="5835004"/>
                      <a:pt x="2224337" y="5840278"/>
                      <a:pt x="2265766" y="5853813"/>
                    </a:cubicBezTo>
                    <a:cubicBezTo>
                      <a:pt x="2296124" y="5863726"/>
                      <a:pt x="2343892" y="5877283"/>
                      <a:pt x="2416041" y="5896499"/>
                    </a:cubicBezTo>
                    <a:cubicBezTo>
                      <a:pt x="2433224" y="5874206"/>
                      <a:pt x="2449297" y="5852070"/>
                      <a:pt x="2464239" y="5830070"/>
                    </a:cubicBezTo>
                    <a:cubicBezTo>
                      <a:pt x="2448958" y="5829753"/>
                      <a:pt x="2434243" y="5829413"/>
                      <a:pt x="2420184" y="5829119"/>
                    </a:cubicBezTo>
                    <a:cubicBezTo>
                      <a:pt x="2367912" y="5827965"/>
                      <a:pt x="2324785" y="5827014"/>
                      <a:pt x="2291936" y="5827014"/>
                    </a:cubicBezTo>
                    <a:close/>
                    <a:moveTo>
                      <a:pt x="2470057" y="5826991"/>
                    </a:moveTo>
                    <a:cubicBezTo>
                      <a:pt x="2751886" y="5832899"/>
                      <a:pt x="3230285" y="5837810"/>
                      <a:pt x="3712737" y="5751237"/>
                    </a:cubicBezTo>
                    <a:cubicBezTo>
                      <a:pt x="4339896" y="5638680"/>
                      <a:pt x="4781304" y="5405462"/>
                      <a:pt x="5024692" y="5058081"/>
                    </a:cubicBezTo>
                    <a:cubicBezTo>
                      <a:pt x="5321757" y="4634061"/>
                      <a:pt x="5323817" y="4037099"/>
                      <a:pt x="5030827" y="3283783"/>
                    </a:cubicBezTo>
                    <a:cubicBezTo>
                      <a:pt x="4920124" y="2999164"/>
                      <a:pt x="4798170" y="2636935"/>
                      <a:pt x="4669062" y="2253430"/>
                    </a:cubicBezTo>
                    <a:cubicBezTo>
                      <a:pt x="4314450" y="1200218"/>
                      <a:pt x="3912546" y="6473"/>
                      <a:pt x="3596398" y="3169"/>
                    </a:cubicBezTo>
                    <a:cubicBezTo>
                      <a:pt x="3595967" y="3169"/>
                      <a:pt x="3595537" y="3169"/>
                      <a:pt x="3595107" y="3169"/>
                    </a:cubicBezTo>
                    <a:cubicBezTo>
                      <a:pt x="3552637" y="3169"/>
                      <a:pt x="3512091" y="25237"/>
                      <a:pt x="3474579" y="68806"/>
                    </a:cubicBezTo>
                    <a:cubicBezTo>
                      <a:pt x="3434826" y="114979"/>
                      <a:pt x="3397268" y="186660"/>
                      <a:pt x="3362948" y="281880"/>
                    </a:cubicBezTo>
                    <a:cubicBezTo>
                      <a:pt x="3439715" y="550745"/>
                      <a:pt x="3471387" y="787448"/>
                      <a:pt x="3457102" y="985447"/>
                    </a:cubicBezTo>
                    <a:cubicBezTo>
                      <a:pt x="3450333" y="1079218"/>
                      <a:pt x="3433128" y="1166607"/>
                      <a:pt x="3405961" y="1245168"/>
                    </a:cubicBezTo>
                    <a:cubicBezTo>
                      <a:pt x="3379927" y="1320448"/>
                      <a:pt x="3343954" y="1389956"/>
                      <a:pt x="3299016" y="1451791"/>
                    </a:cubicBezTo>
                    <a:cubicBezTo>
                      <a:pt x="3221728" y="1558124"/>
                      <a:pt x="3118722" y="1643476"/>
                      <a:pt x="2984135" y="1712689"/>
                    </a:cubicBezTo>
                    <a:cubicBezTo>
                      <a:pt x="2864898" y="1774004"/>
                      <a:pt x="2723882" y="1820946"/>
                      <a:pt x="2552983" y="1856209"/>
                    </a:cubicBezTo>
                    <a:cubicBezTo>
                      <a:pt x="2236811" y="1921417"/>
                      <a:pt x="1872804" y="1934454"/>
                      <a:pt x="1520751" y="1947061"/>
                    </a:cubicBezTo>
                    <a:cubicBezTo>
                      <a:pt x="1122650" y="1961320"/>
                      <a:pt x="746622" y="1974765"/>
                      <a:pt x="465677" y="2060591"/>
                    </a:cubicBezTo>
                    <a:cubicBezTo>
                      <a:pt x="150140" y="2156988"/>
                      <a:pt x="3169" y="2330430"/>
                      <a:pt x="3169" y="2606425"/>
                    </a:cubicBezTo>
                    <a:cubicBezTo>
                      <a:pt x="3169" y="2901590"/>
                      <a:pt x="149777" y="3183108"/>
                      <a:pt x="451392" y="3467093"/>
                    </a:cubicBezTo>
                    <a:cubicBezTo>
                      <a:pt x="718573" y="3718643"/>
                      <a:pt x="1072596" y="3942603"/>
                      <a:pt x="1414983" y="4159207"/>
                    </a:cubicBezTo>
                    <a:cubicBezTo>
                      <a:pt x="1989892" y="4522908"/>
                      <a:pt x="2532902" y="4866419"/>
                      <a:pt x="2608877" y="5297047"/>
                    </a:cubicBezTo>
                    <a:cubicBezTo>
                      <a:pt x="2625404" y="5390796"/>
                      <a:pt x="2618906" y="5487283"/>
                      <a:pt x="2589521" y="5583884"/>
                    </a:cubicBezTo>
                    <a:cubicBezTo>
                      <a:pt x="2565479" y="5662920"/>
                      <a:pt x="2525386" y="5744424"/>
                      <a:pt x="2470035" y="582701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A1443D5-FEBF-3C1C-55BF-991942834E45}"/>
                  </a:ext>
                </a:extLst>
              </p:cNvPr>
              <p:cNvSpPr/>
              <p:nvPr/>
            </p:nvSpPr>
            <p:spPr>
              <a:xfrm>
                <a:off x="3666284" y="134200"/>
                <a:ext cx="5213523" cy="5861931"/>
              </a:xfrm>
              <a:custGeom>
                <a:avLst/>
                <a:gdLst>
                  <a:gd name="connsiteX0" fmla="*/ 2372032 w 5213523"/>
                  <a:gd name="connsiteY0" fmla="*/ 5861887 h 5861931"/>
                  <a:gd name="connsiteX1" fmla="*/ 2370968 w 5213523"/>
                  <a:gd name="connsiteY1" fmla="*/ 5861502 h 5861931"/>
                  <a:gd name="connsiteX2" fmla="*/ 2161515 w 5213523"/>
                  <a:gd name="connsiteY2" fmla="*/ 5760330 h 5861931"/>
                  <a:gd name="connsiteX3" fmla="*/ 2453169 w 5213523"/>
                  <a:gd name="connsiteY3" fmla="*/ 5751231 h 5861931"/>
                  <a:gd name="connsiteX4" fmla="*/ 2562038 w 5213523"/>
                  <a:gd name="connsiteY4" fmla="*/ 5346428 h 5861931"/>
                  <a:gd name="connsiteX5" fmla="*/ 1417270 w 5213523"/>
                  <a:gd name="connsiteY5" fmla="*/ 4185004 h 5861931"/>
                  <a:gd name="connsiteX6" fmla="*/ 452705 w 5213523"/>
                  <a:gd name="connsiteY6" fmla="*/ 3438093 h 5861931"/>
                  <a:gd name="connsiteX7" fmla="*/ 125509 w 5213523"/>
                  <a:gd name="connsiteY7" fmla="*/ 3015908 h 5861931"/>
                  <a:gd name="connsiteX8" fmla="*/ 32917 w 5213523"/>
                  <a:gd name="connsiteY8" fmla="*/ 2787534 h 5861931"/>
                  <a:gd name="connsiteX9" fmla="*/ 0 w 5213523"/>
                  <a:gd name="connsiteY9" fmla="*/ 2545716 h 5861931"/>
                  <a:gd name="connsiteX10" fmla="*/ 32985 w 5213523"/>
                  <a:gd name="connsiteY10" fmla="*/ 2342760 h 5861931"/>
                  <a:gd name="connsiteX11" fmla="*/ 126731 w 5213523"/>
                  <a:gd name="connsiteY11" fmla="*/ 2186610 h 5861931"/>
                  <a:gd name="connsiteX12" fmla="*/ 464522 w 5213523"/>
                  <a:gd name="connsiteY12" fmla="*/ 1988317 h 5861931"/>
                  <a:gd name="connsiteX13" fmla="*/ 1519868 w 5213523"/>
                  <a:gd name="connsiteY13" fmla="*/ 1858060 h 5861931"/>
                  <a:gd name="connsiteX14" fmla="*/ 2543723 w 5213523"/>
                  <a:gd name="connsiteY14" fmla="*/ 1752723 h 5861931"/>
                  <a:gd name="connsiteX15" fmla="*/ 3287222 w 5213523"/>
                  <a:gd name="connsiteY15" fmla="*/ 1345747 h 5861931"/>
                  <a:gd name="connsiteX16" fmla="*/ 3387262 w 5213523"/>
                  <a:gd name="connsiteY16" fmla="*/ 273545 h 5861931"/>
                  <a:gd name="connsiteX17" fmla="*/ 3387126 w 5213523"/>
                  <a:gd name="connsiteY17" fmla="*/ 273002 h 5861931"/>
                  <a:gd name="connsiteX18" fmla="*/ 3387352 w 5213523"/>
                  <a:gd name="connsiteY18" fmla="*/ 272481 h 5861931"/>
                  <a:gd name="connsiteX19" fmla="*/ 3518611 w 5213523"/>
                  <a:gd name="connsiteY19" fmla="*/ 61037 h 5861931"/>
                  <a:gd name="connsiteX20" fmla="*/ 3650979 w 5213523"/>
                  <a:gd name="connsiteY20" fmla="*/ 266 h 5861931"/>
                  <a:gd name="connsiteX21" fmla="*/ 3867518 w 5213523"/>
                  <a:gd name="connsiteY21" fmla="*/ 175722 h 5861931"/>
                  <a:gd name="connsiteX22" fmla="*/ 4083083 w 5213523"/>
                  <a:gd name="connsiteY22" fmla="*/ 613910 h 5861931"/>
                  <a:gd name="connsiteX23" fmla="*/ 4513353 w 5213523"/>
                  <a:gd name="connsiteY23" fmla="*/ 1925870 h 5861931"/>
                  <a:gd name="connsiteX24" fmla="*/ 4959063 w 5213523"/>
                  <a:gd name="connsiteY24" fmla="*/ 3273931 h 5861931"/>
                  <a:gd name="connsiteX25" fmla="*/ 5153325 w 5213523"/>
                  <a:gd name="connsiteY25" fmla="*/ 3869151 h 5861931"/>
                  <a:gd name="connsiteX26" fmla="*/ 5213521 w 5213523"/>
                  <a:gd name="connsiteY26" fmla="*/ 4362475 h 5861931"/>
                  <a:gd name="connsiteX27" fmla="*/ 5157988 w 5213523"/>
                  <a:gd name="connsiteY27" fmla="*/ 4763294 h 5861931"/>
                  <a:gd name="connsiteX28" fmla="*/ 5005087 w 5213523"/>
                  <a:gd name="connsiteY28" fmla="*/ 5080958 h 5861931"/>
                  <a:gd name="connsiteX29" fmla="*/ 4470453 w 5213523"/>
                  <a:gd name="connsiteY29" fmla="*/ 5509142 h 5861931"/>
                  <a:gd name="connsiteX30" fmla="*/ 3764987 w 5213523"/>
                  <a:gd name="connsiteY30" fmla="*/ 5711170 h 5861931"/>
                  <a:gd name="connsiteX31" fmla="*/ 2460934 w 5213523"/>
                  <a:gd name="connsiteY31" fmla="*/ 5754852 h 5861931"/>
                  <a:gd name="connsiteX32" fmla="*/ 2454686 w 5213523"/>
                  <a:gd name="connsiteY32" fmla="*/ 5754604 h 5861931"/>
                  <a:gd name="connsiteX33" fmla="*/ 2372802 w 5213523"/>
                  <a:gd name="connsiteY33" fmla="*/ 5861072 h 5861931"/>
                  <a:gd name="connsiteX34" fmla="*/ 2372055 w 5213523"/>
                  <a:gd name="connsiteY34" fmla="*/ 5861932 h 5861931"/>
                  <a:gd name="connsiteX35" fmla="*/ 2253994 w 5213523"/>
                  <a:gd name="connsiteY35" fmla="*/ 5748470 h 5861931"/>
                  <a:gd name="connsiteX36" fmla="*/ 2164730 w 5213523"/>
                  <a:gd name="connsiteY36" fmla="*/ 5760964 h 5861931"/>
                  <a:gd name="connsiteX37" fmla="*/ 2371036 w 5213523"/>
                  <a:gd name="connsiteY37" fmla="*/ 5858039 h 5861931"/>
                  <a:gd name="connsiteX38" fmla="*/ 2451018 w 5213523"/>
                  <a:gd name="connsiteY38" fmla="*/ 5754422 h 5861931"/>
                  <a:gd name="connsiteX39" fmla="*/ 2253994 w 5213523"/>
                  <a:gd name="connsiteY39" fmla="*/ 5748470 h 5861931"/>
                  <a:gd name="connsiteX40" fmla="*/ 2456768 w 5213523"/>
                  <a:gd name="connsiteY40" fmla="*/ 5751390 h 5861931"/>
                  <a:gd name="connsiteX41" fmla="*/ 2461047 w 5213523"/>
                  <a:gd name="connsiteY41" fmla="*/ 5751570 h 5861931"/>
                  <a:gd name="connsiteX42" fmla="*/ 3764467 w 5213523"/>
                  <a:gd name="connsiteY42" fmla="*/ 5707933 h 5861931"/>
                  <a:gd name="connsiteX43" fmla="*/ 5002393 w 5213523"/>
                  <a:gd name="connsiteY43" fmla="*/ 5079079 h 5861931"/>
                  <a:gd name="connsiteX44" fmla="*/ 4956052 w 5213523"/>
                  <a:gd name="connsiteY44" fmla="*/ 3275176 h 5861931"/>
                  <a:gd name="connsiteX45" fmla="*/ 4510229 w 5213523"/>
                  <a:gd name="connsiteY45" fmla="*/ 1926821 h 5861931"/>
                  <a:gd name="connsiteX46" fmla="*/ 4080072 w 5213523"/>
                  <a:gd name="connsiteY46" fmla="*/ 615109 h 5861931"/>
                  <a:gd name="connsiteX47" fmla="*/ 3864847 w 5213523"/>
                  <a:gd name="connsiteY47" fmla="*/ 177533 h 5861931"/>
                  <a:gd name="connsiteX48" fmla="*/ 3650821 w 5213523"/>
                  <a:gd name="connsiteY48" fmla="*/ 3503 h 5861931"/>
                  <a:gd name="connsiteX49" fmla="*/ 3520988 w 5213523"/>
                  <a:gd name="connsiteY49" fmla="*/ 63301 h 5861931"/>
                  <a:gd name="connsiteX50" fmla="*/ 3390612 w 5213523"/>
                  <a:gd name="connsiteY50" fmla="*/ 273251 h 5861931"/>
                  <a:gd name="connsiteX51" fmla="*/ 3451216 w 5213523"/>
                  <a:gd name="connsiteY51" fmla="*/ 913512 h 5861931"/>
                  <a:gd name="connsiteX52" fmla="*/ 3289893 w 5213523"/>
                  <a:gd name="connsiteY52" fmla="*/ 1347648 h 5861931"/>
                  <a:gd name="connsiteX53" fmla="*/ 2973880 w 5213523"/>
                  <a:gd name="connsiteY53" fmla="*/ 1608365 h 5861931"/>
                  <a:gd name="connsiteX54" fmla="*/ 2544470 w 5213523"/>
                  <a:gd name="connsiteY54" fmla="*/ 1755869 h 5861931"/>
                  <a:gd name="connsiteX55" fmla="*/ 1520094 w 5213523"/>
                  <a:gd name="connsiteY55" fmla="*/ 1861274 h 5861931"/>
                  <a:gd name="connsiteX56" fmla="*/ 465586 w 5213523"/>
                  <a:gd name="connsiteY56" fmla="*/ 1991372 h 5861931"/>
                  <a:gd name="connsiteX57" fmla="*/ 3328 w 5213523"/>
                  <a:gd name="connsiteY57" fmla="*/ 2545648 h 5861931"/>
                  <a:gd name="connsiteX58" fmla="*/ 455082 w 5213523"/>
                  <a:gd name="connsiteY58" fmla="*/ 3435717 h 5861931"/>
                  <a:gd name="connsiteX59" fmla="*/ 1419194 w 5213523"/>
                  <a:gd name="connsiteY59" fmla="*/ 4182265 h 5861931"/>
                  <a:gd name="connsiteX60" fmla="*/ 2565343 w 5213523"/>
                  <a:gd name="connsiteY60" fmla="*/ 5345975 h 5861931"/>
                  <a:gd name="connsiteX61" fmla="*/ 2536117 w 5213523"/>
                  <a:gd name="connsiteY61" fmla="*/ 5596643 h 5861931"/>
                  <a:gd name="connsiteX62" fmla="*/ 2456836 w 5213523"/>
                  <a:gd name="connsiteY62" fmla="*/ 5751344 h 5861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5213523" h="5861931">
                    <a:moveTo>
                      <a:pt x="2372032" y="5861887"/>
                    </a:moveTo>
                    <a:lnTo>
                      <a:pt x="2370968" y="5861502"/>
                    </a:lnTo>
                    <a:cubicBezTo>
                      <a:pt x="2193368" y="5796453"/>
                      <a:pt x="2158798" y="5774023"/>
                      <a:pt x="2161515" y="5760330"/>
                    </a:cubicBezTo>
                    <a:cubicBezTo>
                      <a:pt x="2165454" y="5740526"/>
                      <a:pt x="2253903" y="5743060"/>
                      <a:pt x="2453169" y="5751231"/>
                    </a:cubicBezTo>
                    <a:cubicBezTo>
                      <a:pt x="2543497" y="5615746"/>
                      <a:pt x="2579198" y="5482388"/>
                      <a:pt x="2562038" y="5346428"/>
                    </a:cubicBezTo>
                    <a:cubicBezTo>
                      <a:pt x="2510377" y="4937528"/>
                      <a:pt x="1979410" y="4571995"/>
                      <a:pt x="1417270" y="4185004"/>
                    </a:cubicBezTo>
                    <a:cubicBezTo>
                      <a:pt x="1075245" y="3949546"/>
                      <a:pt x="721607" y="3706076"/>
                      <a:pt x="452705" y="3438093"/>
                    </a:cubicBezTo>
                    <a:cubicBezTo>
                      <a:pt x="307320" y="3293193"/>
                      <a:pt x="200284" y="3155082"/>
                      <a:pt x="125509" y="3015908"/>
                    </a:cubicBezTo>
                    <a:cubicBezTo>
                      <a:pt x="84827" y="2940175"/>
                      <a:pt x="53676" y="2863334"/>
                      <a:pt x="32917" y="2787534"/>
                    </a:cubicBezTo>
                    <a:cubicBezTo>
                      <a:pt x="11070" y="2707750"/>
                      <a:pt x="0" y="2626382"/>
                      <a:pt x="0" y="2545716"/>
                    </a:cubicBezTo>
                    <a:cubicBezTo>
                      <a:pt x="0" y="2471455"/>
                      <a:pt x="11093" y="2403169"/>
                      <a:pt x="32985" y="2342760"/>
                    </a:cubicBezTo>
                    <a:cubicBezTo>
                      <a:pt x="53925" y="2284976"/>
                      <a:pt x="85484" y="2232443"/>
                      <a:pt x="126731" y="2186610"/>
                    </a:cubicBezTo>
                    <a:cubicBezTo>
                      <a:pt x="203159" y="2101734"/>
                      <a:pt x="313636" y="2036888"/>
                      <a:pt x="464522" y="1988317"/>
                    </a:cubicBezTo>
                    <a:cubicBezTo>
                      <a:pt x="745717" y="1897805"/>
                      <a:pt x="1121745" y="1878498"/>
                      <a:pt x="1519868" y="1858060"/>
                    </a:cubicBezTo>
                    <a:cubicBezTo>
                      <a:pt x="1868843" y="1840134"/>
                      <a:pt x="2229680" y="1821597"/>
                      <a:pt x="2543723" y="1752723"/>
                    </a:cubicBezTo>
                    <a:cubicBezTo>
                      <a:pt x="2898629" y="1674885"/>
                      <a:pt x="3141836" y="1541754"/>
                      <a:pt x="3287222" y="1345747"/>
                    </a:cubicBezTo>
                    <a:cubicBezTo>
                      <a:pt x="3471862" y="1096799"/>
                      <a:pt x="3504598" y="746068"/>
                      <a:pt x="3387262" y="273545"/>
                    </a:cubicBezTo>
                    <a:lnTo>
                      <a:pt x="3387126" y="273002"/>
                    </a:lnTo>
                    <a:lnTo>
                      <a:pt x="3387352" y="272481"/>
                    </a:lnTo>
                    <a:cubicBezTo>
                      <a:pt x="3429936" y="177125"/>
                      <a:pt x="3474104" y="105988"/>
                      <a:pt x="3518611" y="61037"/>
                    </a:cubicBezTo>
                    <a:cubicBezTo>
                      <a:pt x="3561398" y="17830"/>
                      <a:pt x="3605951" y="-2609"/>
                      <a:pt x="3650979" y="266"/>
                    </a:cubicBezTo>
                    <a:cubicBezTo>
                      <a:pt x="3720457" y="4702"/>
                      <a:pt x="3791294" y="62101"/>
                      <a:pt x="3867518" y="175722"/>
                    </a:cubicBezTo>
                    <a:cubicBezTo>
                      <a:pt x="3935208" y="276623"/>
                      <a:pt x="4005704" y="419939"/>
                      <a:pt x="4083083" y="613910"/>
                    </a:cubicBezTo>
                    <a:cubicBezTo>
                      <a:pt x="4226703" y="973989"/>
                      <a:pt x="4372427" y="1457897"/>
                      <a:pt x="4513353" y="1925870"/>
                    </a:cubicBezTo>
                    <a:cubicBezTo>
                      <a:pt x="4659758" y="2412019"/>
                      <a:pt x="4811142" y="2914735"/>
                      <a:pt x="4959063" y="3273931"/>
                    </a:cubicBezTo>
                    <a:cubicBezTo>
                      <a:pt x="5045769" y="3484470"/>
                      <a:pt x="5111127" y="3684732"/>
                      <a:pt x="5153325" y="3869151"/>
                    </a:cubicBezTo>
                    <a:cubicBezTo>
                      <a:pt x="5193509" y="4044789"/>
                      <a:pt x="5213770" y="4210784"/>
                      <a:pt x="5213521" y="4362475"/>
                    </a:cubicBezTo>
                    <a:cubicBezTo>
                      <a:pt x="5213295" y="4506357"/>
                      <a:pt x="5194595" y="4641231"/>
                      <a:pt x="5157988" y="4763294"/>
                    </a:cubicBezTo>
                    <a:cubicBezTo>
                      <a:pt x="5123420" y="4878522"/>
                      <a:pt x="5071984" y="4985398"/>
                      <a:pt x="5005087" y="5080958"/>
                    </a:cubicBezTo>
                    <a:cubicBezTo>
                      <a:pt x="4881978" y="5256822"/>
                      <a:pt x="4702092" y="5400885"/>
                      <a:pt x="4470453" y="5509142"/>
                    </a:cubicBezTo>
                    <a:cubicBezTo>
                      <a:pt x="4274606" y="5600672"/>
                      <a:pt x="4037263" y="5668641"/>
                      <a:pt x="3764987" y="5711170"/>
                    </a:cubicBezTo>
                    <a:cubicBezTo>
                      <a:pt x="3272212" y="5788169"/>
                      <a:pt x="2764359" y="5767301"/>
                      <a:pt x="2460934" y="5754852"/>
                    </a:cubicBezTo>
                    <a:cubicBezTo>
                      <a:pt x="2458828" y="5754762"/>
                      <a:pt x="2456768" y="5754672"/>
                      <a:pt x="2454686" y="5754604"/>
                    </a:cubicBezTo>
                    <a:cubicBezTo>
                      <a:pt x="2430983" y="5790093"/>
                      <a:pt x="2403658" y="5825650"/>
                      <a:pt x="2372802" y="5861072"/>
                    </a:cubicBezTo>
                    <a:lnTo>
                      <a:pt x="2372055" y="5861932"/>
                    </a:lnTo>
                    <a:close/>
                    <a:moveTo>
                      <a:pt x="2253994" y="5748470"/>
                    </a:moveTo>
                    <a:cubicBezTo>
                      <a:pt x="2199525" y="5748470"/>
                      <a:pt x="2166586" y="5751684"/>
                      <a:pt x="2164730" y="5760964"/>
                    </a:cubicBezTo>
                    <a:cubicBezTo>
                      <a:pt x="2161221" y="5778686"/>
                      <a:pt x="2272897" y="5822075"/>
                      <a:pt x="2371036" y="5858039"/>
                    </a:cubicBezTo>
                    <a:cubicBezTo>
                      <a:pt x="2401236" y="5823296"/>
                      <a:pt x="2427881" y="5788803"/>
                      <a:pt x="2451018" y="5754422"/>
                    </a:cubicBezTo>
                    <a:cubicBezTo>
                      <a:pt x="2372168" y="5751186"/>
                      <a:pt x="2304003" y="5748470"/>
                      <a:pt x="2253994" y="5748470"/>
                    </a:cubicBezTo>
                    <a:close/>
                    <a:moveTo>
                      <a:pt x="2456768" y="5751390"/>
                    </a:moveTo>
                    <a:cubicBezTo>
                      <a:pt x="2458172" y="5751457"/>
                      <a:pt x="2459621" y="5751503"/>
                      <a:pt x="2461047" y="5751570"/>
                    </a:cubicBezTo>
                    <a:cubicBezTo>
                      <a:pt x="2764359" y="5764019"/>
                      <a:pt x="3272009" y="5784887"/>
                      <a:pt x="3764467" y="5707933"/>
                    </a:cubicBezTo>
                    <a:cubicBezTo>
                      <a:pt x="4358800" y="5615067"/>
                      <a:pt x="4775305" y="5403487"/>
                      <a:pt x="5002393" y="5079079"/>
                    </a:cubicBezTo>
                    <a:cubicBezTo>
                      <a:pt x="5293390" y="4663389"/>
                      <a:pt x="5277792" y="4056468"/>
                      <a:pt x="4956052" y="3275176"/>
                    </a:cubicBezTo>
                    <a:cubicBezTo>
                      <a:pt x="4808063" y="2915844"/>
                      <a:pt x="4656656" y="2413060"/>
                      <a:pt x="4510229" y="1926821"/>
                    </a:cubicBezTo>
                    <a:cubicBezTo>
                      <a:pt x="4369326" y="1458915"/>
                      <a:pt x="4223624" y="975053"/>
                      <a:pt x="4080072" y="615109"/>
                    </a:cubicBezTo>
                    <a:cubicBezTo>
                      <a:pt x="4002806" y="421365"/>
                      <a:pt x="3932400" y="278230"/>
                      <a:pt x="3864847" y="177533"/>
                    </a:cubicBezTo>
                    <a:cubicBezTo>
                      <a:pt x="3789211" y="64795"/>
                      <a:pt x="3719212" y="7871"/>
                      <a:pt x="3650821" y="3503"/>
                    </a:cubicBezTo>
                    <a:cubicBezTo>
                      <a:pt x="3606766" y="696"/>
                      <a:pt x="3563074" y="20817"/>
                      <a:pt x="3520988" y="63301"/>
                    </a:cubicBezTo>
                    <a:cubicBezTo>
                      <a:pt x="3476820" y="107889"/>
                      <a:pt x="3432969" y="178529"/>
                      <a:pt x="3390612" y="273251"/>
                    </a:cubicBezTo>
                    <a:cubicBezTo>
                      <a:pt x="3450899" y="516268"/>
                      <a:pt x="3471296" y="731650"/>
                      <a:pt x="3451216" y="913512"/>
                    </a:cubicBezTo>
                    <a:cubicBezTo>
                      <a:pt x="3432562" y="1082404"/>
                      <a:pt x="3378297" y="1228459"/>
                      <a:pt x="3289893" y="1347648"/>
                    </a:cubicBezTo>
                    <a:cubicBezTo>
                      <a:pt x="3211677" y="1453098"/>
                      <a:pt x="3108308" y="1538382"/>
                      <a:pt x="2973880" y="1608365"/>
                    </a:cubicBezTo>
                    <a:cubicBezTo>
                      <a:pt x="2854801" y="1670359"/>
                      <a:pt x="2714328" y="1718614"/>
                      <a:pt x="2544470" y="1755869"/>
                    </a:cubicBezTo>
                    <a:cubicBezTo>
                      <a:pt x="2230178" y="1824811"/>
                      <a:pt x="1869182" y="1843348"/>
                      <a:pt x="1520094" y="1861274"/>
                    </a:cubicBezTo>
                    <a:cubicBezTo>
                      <a:pt x="1122198" y="1881712"/>
                      <a:pt x="746373" y="1901018"/>
                      <a:pt x="465586" y="1991372"/>
                    </a:cubicBezTo>
                    <a:cubicBezTo>
                      <a:pt x="150207" y="2092884"/>
                      <a:pt x="3328" y="2268997"/>
                      <a:pt x="3328" y="2545648"/>
                    </a:cubicBezTo>
                    <a:cubicBezTo>
                      <a:pt x="3328" y="2841606"/>
                      <a:pt x="151090" y="3132743"/>
                      <a:pt x="455082" y="3435717"/>
                    </a:cubicBezTo>
                    <a:cubicBezTo>
                      <a:pt x="723780" y="3703495"/>
                      <a:pt x="1077305" y="3946898"/>
                      <a:pt x="1419194" y="4182265"/>
                    </a:cubicBezTo>
                    <a:cubicBezTo>
                      <a:pt x="1981945" y="4569686"/>
                      <a:pt x="2513501" y="4935627"/>
                      <a:pt x="2565343" y="5345975"/>
                    </a:cubicBezTo>
                    <a:cubicBezTo>
                      <a:pt x="2575893" y="5429426"/>
                      <a:pt x="2566045" y="5513758"/>
                      <a:pt x="2536117" y="5596643"/>
                    </a:cubicBezTo>
                    <a:cubicBezTo>
                      <a:pt x="2517644" y="5647773"/>
                      <a:pt x="2491134" y="5699490"/>
                      <a:pt x="2456836" y="575134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379EBB2A-BA49-7CC4-D3BE-2083079D89F1}"/>
                  </a:ext>
                </a:extLst>
              </p:cNvPr>
              <p:cNvSpPr/>
              <p:nvPr/>
            </p:nvSpPr>
            <p:spPr>
              <a:xfrm>
                <a:off x="3711290" y="142633"/>
                <a:ext cx="5176957" cy="5823872"/>
              </a:xfrm>
              <a:custGeom>
                <a:avLst/>
                <a:gdLst>
                  <a:gd name="connsiteX0" fmla="*/ 2326890 w 5176957"/>
                  <a:gd name="connsiteY0" fmla="*/ 5823872 h 5823872"/>
                  <a:gd name="connsiteX1" fmla="*/ 2325826 w 5176957"/>
                  <a:gd name="connsiteY1" fmla="*/ 5823397 h 5823872"/>
                  <a:gd name="connsiteX2" fmla="*/ 2105892 w 5176957"/>
                  <a:gd name="connsiteY2" fmla="*/ 5686939 h 5823872"/>
                  <a:gd name="connsiteX3" fmla="*/ 2441646 w 5176957"/>
                  <a:gd name="connsiteY3" fmla="*/ 5677206 h 5823872"/>
                  <a:gd name="connsiteX4" fmla="*/ 2516512 w 5176957"/>
                  <a:gd name="connsiteY4" fmla="*/ 5391931 h 5823872"/>
                  <a:gd name="connsiteX5" fmla="*/ 2167650 w 5176957"/>
                  <a:gd name="connsiteY5" fmla="*/ 4814026 h 5823872"/>
                  <a:gd name="connsiteX6" fmla="*/ 1422726 w 5176957"/>
                  <a:gd name="connsiteY6" fmla="*/ 4212898 h 5823872"/>
                  <a:gd name="connsiteX7" fmla="*/ 456938 w 5176957"/>
                  <a:gd name="connsiteY7" fmla="*/ 3409245 h 5823872"/>
                  <a:gd name="connsiteX8" fmla="*/ 126935 w 5176957"/>
                  <a:gd name="connsiteY8" fmla="*/ 2965308 h 5823872"/>
                  <a:gd name="connsiteX9" fmla="*/ 0 w 5176957"/>
                  <a:gd name="connsiteY9" fmla="*/ 2485203 h 5823872"/>
                  <a:gd name="connsiteX10" fmla="*/ 33030 w 5176957"/>
                  <a:gd name="connsiteY10" fmla="*/ 2280979 h 5823872"/>
                  <a:gd name="connsiteX11" fmla="*/ 126912 w 5176957"/>
                  <a:gd name="connsiteY11" fmla="*/ 2122770 h 5823872"/>
                  <a:gd name="connsiteX12" fmla="*/ 465156 w 5176957"/>
                  <a:gd name="connsiteY12" fmla="*/ 1918456 h 5823872"/>
                  <a:gd name="connsiteX13" fmla="*/ 1521792 w 5176957"/>
                  <a:gd name="connsiteY13" fmla="*/ 1771201 h 5823872"/>
                  <a:gd name="connsiteX14" fmla="*/ 2537498 w 5176957"/>
                  <a:gd name="connsiteY14" fmla="*/ 1651605 h 5823872"/>
                  <a:gd name="connsiteX15" fmla="*/ 3280770 w 5176957"/>
                  <a:gd name="connsiteY15" fmla="*/ 1242162 h 5823872"/>
                  <a:gd name="connsiteX16" fmla="*/ 3414790 w 5176957"/>
                  <a:gd name="connsiteY16" fmla="*/ 264931 h 5823872"/>
                  <a:gd name="connsiteX17" fmla="*/ 3414677 w 5176957"/>
                  <a:gd name="connsiteY17" fmla="*/ 264342 h 5823872"/>
                  <a:gd name="connsiteX18" fmla="*/ 3414971 w 5176957"/>
                  <a:gd name="connsiteY18" fmla="*/ 263799 h 5823872"/>
                  <a:gd name="connsiteX19" fmla="*/ 3565700 w 5176957"/>
                  <a:gd name="connsiteY19" fmla="*/ 55343 h 5823872"/>
                  <a:gd name="connsiteX20" fmla="*/ 3706263 w 5176957"/>
                  <a:gd name="connsiteY20" fmla="*/ 954 h 5823872"/>
                  <a:gd name="connsiteX21" fmla="*/ 4411389 w 5176957"/>
                  <a:gd name="connsiteY21" fmla="*/ 1716813 h 5823872"/>
                  <a:gd name="connsiteX22" fmla="*/ 4884332 w 5176957"/>
                  <a:gd name="connsiteY22" fmla="*/ 3265385 h 5823872"/>
                  <a:gd name="connsiteX23" fmla="*/ 5100554 w 5176957"/>
                  <a:gd name="connsiteY23" fmla="*/ 3880183 h 5823872"/>
                  <a:gd name="connsiteX24" fmla="*/ 5176371 w 5176957"/>
                  <a:gd name="connsiteY24" fmla="*/ 4384326 h 5823872"/>
                  <a:gd name="connsiteX25" fmla="*/ 5130890 w 5176957"/>
                  <a:gd name="connsiteY25" fmla="*/ 4788518 h 5823872"/>
                  <a:gd name="connsiteX26" fmla="*/ 4983241 w 5176957"/>
                  <a:gd name="connsiteY26" fmla="*/ 5103307 h 5823872"/>
                  <a:gd name="connsiteX27" fmla="*/ 4476136 w 5176957"/>
                  <a:gd name="connsiteY27" fmla="*/ 5499215 h 5823872"/>
                  <a:gd name="connsiteX28" fmla="*/ 3797383 w 5176957"/>
                  <a:gd name="connsiteY28" fmla="*/ 5675373 h 5823872"/>
                  <a:gd name="connsiteX29" fmla="*/ 2489911 w 5176957"/>
                  <a:gd name="connsiteY29" fmla="*/ 5683611 h 5823872"/>
                  <a:gd name="connsiteX30" fmla="*/ 2443140 w 5176957"/>
                  <a:gd name="connsiteY30" fmla="*/ 5680601 h 5823872"/>
                  <a:gd name="connsiteX31" fmla="*/ 2327683 w 5176957"/>
                  <a:gd name="connsiteY31" fmla="*/ 5823012 h 5823872"/>
                  <a:gd name="connsiteX32" fmla="*/ 2326845 w 5176957"/>
                  <a:gd name="connsiteY32" fmla="*/ 5823827 h 5823872"/>
                  <a:gd name="connsiteX33" fmla="*/ 2207290 w 5176957"/>
                  <a:gd name="connsiteY33" fmla="*/ 5669805 h 5823872"/>
                  <a:gd name="connsiteX34" fmla="*/ 2109175 w 5176957"/>
                  <a:gd name="connsiteY34" fmla="*/ 5687753 h 5823872"/>
                  <a:gd name="connsiteX35" fmla="*/ 2326189 w 5176957"/>
                  <a:gd name="connsiteY35" fmla="*/ 5819866 h 5823872"/>
                  <a:gd name="connsiteX36" fmla="*/ 2439676 w 5176957"/>
                  <a:gd name="connsiteY36" fmla="*/ 5680443 h 5823872"/>
                  <a:gd name="connsiteX37" fmla="*/ 2207313 w 5176957"/>
                  <a:gd name="connsiteY37" fmla="*/ 5669827 h 5823872"/>
                  <a:gd name="connsiteX38" fmla="*/ 2445177 w 5176957"/>
                  <a:gd name="connsiteY38" fmla="*/ 5677409 h 5823872"/>
                  <a:gd name="connsiteX39" fmla="*/ 2490160 w 5176957"/>
                  <a:gd name="connsiteY39" fmla="*/ 5680307 h 5823872"/>
                  <a:gd name="connsiteX40" fmla="*/ 3796998 w 5176957"/>
                  <a:gd name="connsiteY40" fmla="*/ 5672091 h 5823872"/>
                  <a:gd name="connsiteX41" fmla="*/ 4980547 w 5176957"/>
                  <a:gd name="connsiteY41" fmla="*/ 5101428 h 5823872"/>
                  <a:gd name="connsiteX42" fmla="*/ 4881322 w 5176957"/>
                  <a:gd name="connsiteY42" fmla="*/ 3266788 h 5823872"/>
                  <a:gd name="connsiteX43" fmla="*/ 4408197 w 5176957"/>
                  <a:gd name="connsiteY43" fmla="*/ 1717718 h 5823872"/>
                  <a:gd name="connsiteX44" fmla="*/ 3705923 w 5176957"/>
                  <a:gd name="connsiteY44" fmla="*/ 4350 h 5823872"/>
                  <a:gd name="connsiteX45" fmla="*/ 3567964 w 5176957"/>
                  <a:gd name="connsiteY45" fmla="*/ 57923 h 5823872"/>
                  <a:gd name="connsiteX46" fmla="*/ 3418254 w 5176957"/>
                  <a:gd name="connsiteY46" fmla="*/ 264931 h 5823872"/>
                  <a:gd name="connsiteX47" fmla="*/ 3447435 w 5176957"/>
                  <a:gd name="connsiteY47" fmla="*/ 842995 h 5823872"/>
                  <a:gd name="connsiteX48" fmla="*/ 3283509 w 5176957"/>
                  <a:gd name="connsiteY48" fmla="*/ 1244267 h 5823872"/>
                  <a:gd name="connsiteX49" fmla="*/ 2966047 w 5176957"/>
                  <a:gd name="connsiteY49" fmla="*/ 1503920 h 5823872"/>
                  <a:gd name="connsiteX50" fmla="*/ 2538335 w 5176957"/>
                  <a:gd name="connsiteY50" fmla="*/ 1654932 h 5823872"/>
                  <a:gd name="connsiteX51" fmla="*/ 1522087 w 5176957"/>
                  <a:gd name="connsiteY51" fmla="*/ 1774596 h 5823872"/>
                  <a:gd name="connsiteX52" fmla="*/ 466288 w 5176957"/>
                  <a:gd name="connsiteY52" fmla="*/ 1921670 h 5823872"/>
                  <a:gd name="connsiteX53" fmla="*/ 3396 w 5176957"/>
                  <a:gd name="connsiteY53" fmla="*/ 2485203 h 5823872"/>
                  <a:gd name="connsiteX54" fmla="*/ 459406 w 5176957"/>
                  <a:gd name="connsiteY54" fmla="*/ 3406914 h 5823872"/>
                  <a:gd name="connsiteX55" fmla="*/ 1424763 w 5176957"/>
                  <a:gd name="connsiteY55" fmla="*/ 4210182 h 5823872"/>
                  <a:gd name="connsiteX56" fmla="*/ 2170027 w 5176957"/>
                  <a:gd name="connsiteY56" fmla="*/ 4811604 h 5823872"/>
                  <a:gd name="connsiteX57" fmla="*/ 2415136 w 5176957"/>
                  <a:gd name="connsiteY57" fmla="*/ 5102582 h 5823872"/>
                  <a:gd name="connsiteX58" fmla="*/ 2519907 w 5176957"/>
                  <a:gd name="connsiteY58" fmla="*/ 5391682 h 5823872"/>
                  <a:gd name="connsiteX59" fmla="*/ 2482282 w 5176957"/>
                  <a:gd name="connsiteY59" fmla="*/ 5606589 h 5823872"/>
                  <a:gd name="connsiteX60" fmla="*/ 2445177 w 5176957"/>
                  <a:gd name="connsiteY60" fmla="*/ 5677409 h 5823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176957" h="5823872">
                    <a:moveTo>
                      <a:pt x="2326890" y="5823872"/>
                    </a:moveTo>
                    <a:lnTo>
                      <a:pt x="2325826" y="5823397"/>
                    </a:lnTo>
                    <a:cubicBezTo>
                      <a:pt x="2166020" y="5750109"/>
                      <a:pt x="2100255" y="5709300"/>
                      <a:pt x="2105892" y="5686939"/>
                    </a:cubicBezTo>
                    <a:cubicBezTo>
                      <a:pt x="2113136" y="5658216"/>
                      <a:pt x="2235974" y="5664078"/>
                      <a:pt x="2441646" y="5677206"/>
                    </a:cubicBezTo>
                    <a:cubicBezTo>
                      <a:pt x="2498921" y="5584702"/>
                      <a:pt x="2523530" y="5490365"/>
                      <a:pt x="2516512" y="5391931"/>
                    </a:cubicBezTo>
                    <a:cubicBezTo>
                      <a:pt x="2504015" y="5216973"/>
                      <a:pt x="2393176" y="5033346"/>
                      <a:pt x="2167650" y="4814026"/>
                    </a:cubicBezTo>
                    <a:cubicBezTo>
                      <a:pt x="1966913" y="4618833"/>
                      <a:pt x="1702584" y="4421649"/>
                      <a:pt x="1422726" y="4212898"/>
                    </a:cubicBezTo>
                    <a:cubicBezTo>
                      <a:pt x="1081018" y="3958021"/>
                      <a:pt x="727697" y="3694452"/>
                      <a:pt x="456938" y="3409245"/>
                    </a:cubicBezTo>
                    <a:cubicBezTo>
                      <a:pt x="310398" y="3254883"/>
                      <a:pt x="202457" y="3109688"/>
                      <a:pt x="126935" y="2965308"/>
                    </a:cubicBezTo>
                    <a:cubicBezTo>
                      <a:pt x="42719" y="2804292"/>
                      <a:pt x="0" y="2642756"/>
                      <a:pt x="0" y="2485203"/>
                    </a:cubicBezTo>
                    <a:cubicBezTo>
                      <a:pt x="0" y="2410647"/>
                      <a:pt x="11116" y="2341954"/>
                      <a:pt x="33030" y="2280979"/>
                    </a:cubicBezTo>
                    <a:cubicBezTo>
                      <a:pt x="53993" y="2222652"/>
                      <a:pt x="85597" y="2169418"/>
                      <a:pt x="126912" y="2122770"/>
                    </a:cubicBezTo>
                    <a:cubicBezTo>
                      <a:pt x="203431" y="2036400"/>
                      <a:pt x="314066" y="1969563"/>
                      <a:pt x="465156" y="1918456"/>
                    </a:cubicBezTo>
                    <a:cubicBezTo>
                      <a:pt x="746736" y="1823213"/>
                      <a:pt x="1123216" y="1797954"/>
                      <a:pt x="1521792" y="1771201"/>
                    </a:cubicBezTo>
                    <a:cubicBezTo>
                      <a:pt x="1867711" y="1747979"/>
                      <a:pt x="2225401" y="1723987"/>
                      <a:pt x="2537498" y="1651605"/>
                    </a:cubicBezTo>
                    <a:cubicBezTo>
                      <a:pt x="2890208" y="1569829"/>
                      <a:pt x="3133324" y="1435906"/>
                      <a:pt x="3280770" y="1242162"/>
                    </a:cubicBezTo>
                    <a:cubicBezTo>
                      <a:pt x="3458279" y="1008922"/>
                      <a:pt x="3502108" y="689267"/>
                      <a:pt x="3414790" y="264931"/>
                    </a:cubicBezTo>
                    <a:lnTo>
                      <a:pt x="3414677" y="264342"/>
                    </a:lnTo>
                    <a:lnTo>
                      <a:pt x="3414971" y="263799"/>
                    </a:lnTo>
                    <a:cubicBezTo>
                      <a:pt x="3465931" y="168760"/>
                      <a:pt x="3516642" y="98641"/>
                      <a:pt x="3565700" y="55343"/>
                    </a:cubicBezTo>
                    <a:cubicBezTo>
                      <a:pt x="3612833" y="13742"/>
                      <a:pt x="3660125" y="-4546"/>
                      <a:pt x="3706263" y="954"/>
                    </a:cubicBezTo>
                    <a:cubicBezTo>
                      <a:pt x="3973761" y="32913"/>
                      <a:pt x="4186338" y="850849"/>
                      <a:pt x="4411389" y="1716813"/>
                    </a:cubicBezTo>
                    <a:cubicBezTo>
                      <a:pt x="4557725" y="2279848"/>
                      <a:pt x="4709019" y="2862031"/>
                      <a:pt x="4884332" y="3265385"/>
                    </a:cubicBezTo>
                    <a:cubicBezTo>
                      <a:pt x="4979279" y="3483823"/>
                      <a:pt x="5052017" y="3690649"/>
                      <a:pt x="5100554" y="3880183"/>
                    </a:cubicBezTo>
                    <a:cubicBezTo>
                      <a:pt x="5146783" y="4060664"/>
                      <a:pt x="5172296" y="4230304"/>
                      <a:pt x="5176371" y="4384326"/>
                    </a:cubicBezTo>
                    <a:cubicBezTo>
                      <a:pt x="5180243" y="4530426"/>
                      <a:pt x="5164939" y="4666409"/>
                      <a:pt x="5130890" y="4788518"/>
                    </a:cubicBezTo>
                    <a:cubicBezTo>
                      <a:pt x="5098766" y="4903723"/>
                      <a:pt x="5049074" y="5009648"/>
                      <a:pt x="4983241" y="5103307"/>
                    </a:cubicBezTo>
                    <a:cubicBezTo>
                      <a:pt x="4867127" y="5268465"/>
                      <a:pt x="4696522" y="5401664"/>
                      <a:pt x="4476136" y="5499215"/>
                    </a:cubicBezTo>
                    <a:cubicBezTo>
                      <a:pt x="4288710" y="5582167"/>
                      <a:pt x="4060354" y="5641445"/>
                      <a:pt x="3797383" y="5675373"/>
                    </a:cubicBezTo>
                    <a:cubicBezTo>
                      <a:pt x="3319142" y="5737095"/>
                      <a:pt x="2820118" y="5704910"/>
                      <a:pt x="2489911" y="5683611"/>
                    </a:cubicBezTo>
                    <a:cubicBezTo>
                      <a:pt x="2473974" y="5682593"/>
                      <a:pt x="2458376" y="5681574"/>
                      <a:pt x="2443140" y="5680601"/>
                    </a:cubicBezTo>
                    <a:cubicBezTo>
                      <a:pt x="2413211" y="5728630"/>
                      <a:pt x="2374590" y="5776296"/>
                      <a:pt x="2327683" y="5823012"/>
                    </a:cubicBezTo>
                    <a:lnTo>
                      <a:pt x="2326845" y="5823827"/>
                    </a:lnTo>
                    <a:close/>
                    <a:moveTo>
                      <a:pt x="2207290" y="5669805"/>
                    </a:moveTo>
                    <a:cubicBezTo>
                      <a:pt x="2148181" y="5669805"/>
                      <a:pt x="2112480" y="5674625"/>
                      <a:pt x="2109175" y="5687753"/>
                    </a:cubicBezTo>
                    <a:cubicBezTo>
                      <a:pt x="2102587" y="5713827"/>
                      <a:pt x="2229544" y="5775504"/>
                      <a:pt x="2326189" y="5819866"/>
                    </a:cubicBezTo>
                    <a:cubicBezTo>
                      <a:pt x="2372485" y="5773648"/>
                      <a:pt x="2410269" y="5727271"/>
                      <a:pt x="2439676" y="5680443"/>
                    </a:cubicBezTo>
                    <a:cubicBezTo>
                      <a:pt x="2345454" y="5674445"/>
                      <a:pt x="2265155" y="5669827"/>
                      <a:pt x="2207313" y="5669827"/>
                    </a:cubicBezTo>
                    <a:close/>
                    <a:moveTo>
                      <a:pt x="2445177" y="5677409"/>
                    </a:moveTo>
                    <a:cubicBezTo>
                      <a:pt x="2459757" y="5678338"/>
                      <a:pt x="2474766" y="5679311"/>
                      <a:pt x="2490160" y="5680307"/>
                    </a:cubicBezTo>
                    <a:cubicBezTo>
                      <a:pt x="2820254" y="5701605"/>
                      <a:pt x="3319074" y="5733768"/>
                      <a:pt x="3796998" y="5672091"/>
                    </a:cubicBezTo>
                    <a:cubicBezTo>
                      <a:pt x="4367923" y="5598395"/>
                      <a:pt x="4766136" y="5406394"/>
                      <a:pt x="4980547" y="5101428"/>
                    </a:cubicBezTo>
                    <a:cubicBezTo>
                      <a:pt x="5266835" y="4694181"/>
                      <a:pt x="5233466" y="4076915"/>
                      <a:pt x="4881322" y="3266788"/>
                    </a:cubicBezTo>
                    <a:cubicBezTo>
                      <a:pt x="4705895" y="2863208"/>
                      <a:pt x="4554556" y="2280889"/>
                      <a:pt x="4408197" y="1717718"/>
                    </a:cubicBezTo>
                    <a:cubicBezTo>
                      <a:pt x="4183440" y="852886"/>
                      <a:pt x="3971135" y="36014"/>
                      <a:pt x="3705923" y="4350"/>
                    </a:cubicBezTo>
                    <a:cubicBezTo>
                      <a:pt x="3660782" y="-1037"/>
                      <a:pt x="3614373" y="16979"/>
                      <a:pt x="3567964" y="57923"/>
                    </a:cubicBezTo>
                    <a:cubicBezTo>
                      <a:pt x="3519290" y="100882"/>
                      <a:pt x="3468919" y="170526"/>
                      <a:pt x="3418254" y="264931"/>
                    </a:cubicBezTo>
                    <a:cubicBezTo>
                      <a:pt x="3463033" y="482757"/>
                      <a:pt x="3472836" y="677248"/>
                      <a:pt x="3447435" y="842995"/>
                    </a:cubicBezTo>
                    <a:cubicBezTo>
                      <a:pt x="3423755" y="997424"/>
                      <a:pt x="3368608" y="1132434"/>
                      <a:pt x="3283509" y="1244267"/>
                    </a:cubicBezTo>
                    <a:cubicBezTo>
                      <a:pt x="3204206" y="1348495"/>
                      <a:pt x="3100362" y="1433416"/>
                      <a:pt x="2966047" y="1503920"/>
                    </a:cubicBezTo>
                    <a:cubicBezTo>
                      <a:pt x="2847058" y="1566389"/>
                      <a:pt x="2707152" y="1615776"/>
                      <a:pt x="2538335" y="1654932"/>
                    </a:cubicBezTo>
                    <a:cubicBezTo>
                      <a:pt x="2225967" y="1727360"/>
                      <a:pt x="1868141" y="1751374"/>
                      <a:pt x="1522087" y="1774596"/>
                    </a:cubicBezTo>
                    <a:cubicBezTo>
                      <a:pt x="1123714" y="1801327"/>
                      <a:pt x="747460" y="1826586"/>
                      <a:pt x="466288" y="1921670"/>
                    </a:cubicBezTo>
                    <a:cubicBezTo>
                      <a:pt x="150479" y="2028478"/>
                      <a:pt x="3396" y="2207556"/>
                      <a:pt x="3396" y="2485203"/>
                    </a:cubicBezTo>
                    <a:cubicBezTo>
                      <a:pt x="3396" y="2782224"/>
                      <a:pt x="152562" y="3083705"/>
                      <a:pt x="459406" y="3406914"/>
                    </a:cubicBezTo>
                    <a:cubicBezTo>
                      <a:pt x="729960" y="3691894"/>
                      <a:pt x="1083191" y="3955372"/>
                      <a:pt x="1424763" y="4210182"/>
                    </a:cubicBezTo>
                    <a:cubicBezTo>
                      <a:pt x="1704713" y="4419001"/>
                      <a:pt x="1969132" y="4616253"/>
                      <a:pt x="2170027" y="4811604"/>
                    </a:cubicBezTo>
                    <a:cubicBezTo>
                      <a:pt x="2277719" y="4916330"/>
                      <a:pt x="2357905" y="5011504"/>
                      <a:pt x="2415136" y="5102582"/>
                    </a:cubicBezTo>
                    <a:cubicBezTo>
                      <a:pt x="2479022" y="5204230"/>
                      <a:pt x="2513297" y="5298793"/>
                      <a:pt x="2519907" y="5391682"/>
                    </a:cubicBezTo>
                    <a:cubicBezTo>
                      <a:pt x="2525114" y="5464630"/>
                      <a:pt x="2512459" y="5536945"/>
                      <a:pt x="2482282" y="5606589"/>
                    </a:cubicBezTo>
                    <a:cubicBezTo>
                      <a:pt x="2472049" y="5630241"/>
                      <a:pt x="2459666" y="5653871"/>
                      <a:pt x="2445177" y="5677409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362EA9F-4191-234A-4199-CBE864627C22}"/>
                  </a:ext>
                </a:extLst>
              </p:cNvPr>
              <p:cNvSpPr/>
              <p:nvPr/>
            </p:nvSpPr>
            <p:spPr>
              <a:xfrm>
                <a:off x="3756431" y="151055"/>
                <a:ext cx="5143196" cy="5785844"/>
              </a:xfrm>
              <a:custGeom>
                <a:avLst/>
                <a:gdLst>
                  <a:gd name="connsiteX0" fmla="*/ 2281613 w 5143196"/>
                  <a:gd name="connsiteY0" fmla="*/ 5785822 h 5785844"/>
                  <a:gd name="connsiteX1" fmla="*/ 2280594 w 5143196"/>
                  <a:gd name="connsiteY1" fmla="*/ 5785257 h 5785844"/>
                  <a:gd name="connsiteX2" fmla="*/ 2050450 w 5143196"/>
                  <a:gd name="connsiteY2" fmla="*/ 5612494 h 5785844"/>
                  <a:gd name="connsiteX3" fmla="*/ 2428923 w 5143196"/>
                  <a:gd name="connsiteY3" fmla="*/ 5604368 h 5785844"/>
                  <a:gd name="connsiteX4" fmla="*/ 2469106 w 5143196"/>
                  <a:gd name="connsiteY4" fmla="*/ 5432715 h 5785844"/>
                  <a:gd name="connsiteX5" fmla="*/ 2152347 w 5143196"/>
                  <a:gd name="connsiteY5" fmla="*/ 4871513 h 5785844"/>
                  <a:gd name="connsiteX6" fmla="*/ 1429789 w 5143196"/>
                  <a:gd name="connsiteY6" fmla="*/ 4245918 h 5785844"/>
                  <a:gd name="connsiteX7" fmla="*/ 461964 w 5143196"/>
                  <a:gd name="connsiteY7" fmla="*/ 3382987 h 5785844"/>
                  <a:gd name="connsiteX8" fmla="*/ 128587 w 5143196"/>
                  <a:gd name="connsiteY8" fmla="*/ 2915738 h 5785844"/>
                  <a:gd name="connsiteX9" fmla="*/ 0 w 5143196"/>
                  <a:gd name="connsiteY9" fmla="*/ 2424701 h 5785844"/>
                  <a:gd name="connsiteX10" fmla="*/ 33166 w 5143196"/>
                  <a:gd name="connsiteY10" fmla="*/ 2218915 h 5785844"/>
                  <a:gd name="connsiteX11" fmla="*/ 127388 w 5143196"/>
                  <a:gd name="connsiteY11" fmla="*/ 2058420 h 5785844"/>
                  <a:gd name="connsiteX12" fmla="*/ 466854 w 5143196"/>
                  <a:gd name="connsiteY12" fmla="*/ 1847723 h 5785844"/>
                  <a:gd name="connsiteX13" fmla="*/ 1526999 w 5143196"/>
                  <a:gd name="connsiteY13" fmla="*/ 1683018 h 5785844"/>
                  <a:gd name="connsiteX14" fmla="*/ 2534057 w 5143196"/>
                  <a:gd name="connsiteY14" fmla="*/ 1549615 h 5785844"/>
                  <a:gd name="connsiteX15" fmla="*/ 3277374 w 5143196"/>
                  <a:gd name="connsiteY15" fmla="*/ 1139516 h 5785844"/>
                  <a:gd name="connsiteX16" fmla="*/ 3442342 w 5143196"/>
                  <a:gd name="connsiteY16" fmla="*/ 256463 h 5785844"/>
                  <a:gd name="connsiteX17" fmla="*/ 3442251 w 5143196"/>
                  <a:gd name="connsiteY17" fmla="*/ 255830 h 5785844"/>
                  <a:gd name="connsiteX18" fmla="*/ 3442591 w 5143196"/>
                  <a:gd name="connsiteY18" fmla="*/ 255286 h 5785844"/>
                  <a:gd name="connsiteX19" fmla="*/ 3613309 w 5143196"/>
                  <a:gd name="connsiteY19" fmla="*/ 49795 h 5785844"/>
                  <a:gd name="connsiteX20" fmla="*/ 3761999 w 5143196"/>
                  <a:gd name="connsiteY20" fmla="*/ 2129 h 5785844"/>
                  <a:gd name="connsiteX21" fmla="*/ 3935072 w 5143196"/>
                  <a:gd name="connsiteY21" fmla="*/ 154023 h 5785844"/>
                  <a:gd name="connsiteX22" fmla="*/ 4082019 w 5143196"/>
                  <a:gd name="connsiteY22" fmla="*/ 503668 h 5785844"/>
                  <a:gd name="connsiteX23" fmla="*/ 4342024 w 5143196"/>
                  <a:gd name="connsiteY23" fmla="*/ 1570959 h 5785844"/>
                  <a:gd name="connsiteX24" fmla="*/ 4809648 w 5143196"/>
                  <a:gd name="connsiteY24" fmla="*/ 3256986 h 5785844"/>
                  <a:gd name="connsiteX25" fmla="*/ 5048780 w 5143196"/>
                  <a:gd name="connsiteY25" fmla="*/ 3891294 h 5785844"/>
                  <a:gd name="connsiteX26" fmla="*/ 5140738 w 5143196"/>
                  <a:gd name="connsiteY26" fmla="*/ 4406142 h 5785844"/>
                  <a:gd name="connsiteX27" fmla="*/ 5105490 w 5143196"/>
                  <a:gd name="connsiteY27" fmla="*/ 4813480 h 5785844"/>
                  <a:gd name="connsiteX28" fmla="*/ 4963002 w 5143196"/>
                  <a:gd name="connsiteY28" fmla="*/ 5125168 h 5785844"/>
                  <a:gd name="connsiteX29" fmla="*/ 4478218 w 5143196"/>
                  <a:gd name="connsiteY29" fmla="*/ 5492219 h 5785844"/>
                  <a:gd name="connsiteX30" fmla="*/ 3820611 w 5143196"/>
                  <a:gd name="connsiteY30" fmla="*/ 5643909 h 5785844"/>
                  <a:gd name="connsiteX31" fmla="*/ 3378568 w 5143196"/>
                  <a:gd name="connsiteY31" fmla="*/ 5664415 h 5785844"/>
                  <a:gd name="connsiteX32" fmla="*/ 2512120 w 5143196"/>
                  <a:gd name="connsiteY32" fmla="*/ 5615255 h 5785844"/>
                  <a:gd name="connsiteX33" fmla="*/ 2430779 w 5143196"/>
                  <a:gd name="connsiteY33" fmla="*/ 5608012 h 5785844"/>
                  <a:gd name="connsiteX34" fmla="*/ 2428244 w 5143196"/>
                  <a:gd name="connsiteY34" fmla="*/ 5612901 h 5785844"/>
                  <a:gd name="connsiteX35" fmla="*/ 2282609 w 5143196"/>
                  <a:gd name="connsiteY35" fmla="*/ 5785098 h 5785844"/>
                  <a:gd name="connsiteX36" fmla="*/ 2281704 w 5143196"/>
                  <a:gd name="connsiteY36" fmla="*/ 5785845 h 5785844"/>
                  <a:gd name="connsiteX37" fmla="*/ 2157418 w 5143196"/>
                  <a:gd name="connsiteY37" fmla="*/ 5590766 h 5785844"/>
                  <a:gd name="connsiteX38" fmla="*/ 2053732 w 5143196"/>
                  <a:gd name="connsiteY38" fmla="*/ 5613489 h 5785844"/>
                  <a:gd name="connsiteX39" fmla="*/ 2281206 w 5143196"/>
                  <a:gd name="connsiteY39" fmla="*/ 5781680 h 5785844"/>
                  <a:gd name="connsiteX40" fmla="*/ 2427225 w 5143196"/>
                  <a:gd name="connsiteY40" fmla="*/ 5607673 h 5785844"/>
                  <a:gd name="connsiteX41" fmla="*/ 2157418 w 5143196"/>
                  <a:gd name="connsiteY41" fmla="*/ 5590766 h 5785844"/>
                  <a:gd name="connsiteX42" fmla="*/ 2432341 w 5143196"/>
                  <a:gd name="connsiteY42" fmla="*/ 5604662 h 5785844"/>
                  <a:gd name="connsiteX43" fmla="*/ 2512324 w 5143196"/>
                  <a:gd name="connsiteY43" fmla="*/ 5611792 h 5785844"/>
                  <a:gd name="connsiteX44" fmla="*/ 3820181 w 5143196"/>
                  <a:gd name="connsiteY44" fmla="*/ 5640446 h 5785844"/>
                  <a:gd name="connsiteX45" fmla="*/ 4960127 w 5143196"/>
                  <a:gd name="connsiteY45" fmla="*/ 5123131 h 5785844"/>
                  <a:gd name="connsiteX46" fmla="*/ 5137252 w 5143196"/>
                  <a:gd name="connsiteY46" fmla="*/ 4406278 h 5785844"/>
                  <a:gd name="connsiteX47" fmla="*/ 4806478 w 5143196"/>
                  <a:gd name="connsiteY47" fmla="*/ 3258366 h 5785844"/>
                  <a:gd name="connsiteX48" fmla="*/ 4338628 w 5143196"/>
                  <a:gd name="connsiteY48" fmla="*/ 1571638 h 5785844"/>
                  <a:gd name="connsiteX49" fmla="*/ 4078714 w 5143196"/>
                  <a:gd name="connsiteY49" fmla="*/ 504664 h 5785844"/>
                  <a:gd name="connsiteX50" fmla="*/ 3932106 w 5143196"/>
                  <a:gd name="connsiteY50" fmla="*/ 155744 h 5785844"/>
                  <a:gd name="connsiteX51" fmla="*/ 3761388 w 5143196"/>
                  <a:gd name="connsiteY51" fmla="*/ 5456 h 5785844"/>
                  <a:gd name="connsiteX52" fmla="*/ 3615414 w 5143196"/>
                  <a:gd name="connsiteY52" fmla="*/ 52444 h 5785844"/>
                  <a:gd name="connsiteX53" fmla="*/ 3445828 w 5143196"/>
                  <a:gd name="connsiteY53" fmla="*/ 256509 h 5785844"/>
                  <a:gd name="connsiteX54" fmla="*/ 3445941 w 5143196"/>
                  <a:gd name="connsiteY54" fmla="*/ 773778 h 5785844"/>
                  <a:gd name="connsiteX55" fmla="*/ 3280068 w 5143196"/>
                  <a:gd name="connsiteY55" fmla="*/ 1141575 h 5785844"/>
                  <a:gd name="connsiteX56" fmla="*/ 2960840 w 5143196"/>
                  <a:gd name="connsiteY56" fmla="*/ 1399033 h 5785844"/>
                  <a:gd name="connsiteX57" fmla="*/ 2534872 w 5143196"/>
                  <a:gd name="connsiteY57" fmla="*/ 1552897 h 5785844"/>
                  <a:gd name="connsiteX58" fmla="*/ 1527293 w 5143196"/>
                  <a:gd name="connsiteY58" fmla="*/ 1686390 h 5785844"/>
                  <a:gd name="connsiteX59" fmla="*/ 468009 w 5143196"/>
                  <a:gd name="connsiteY59" fmla="*/ 1850915 h 5785844"/>
                  <a:gd name="connsiteX60" fmla="*/ 3441 w 5143196"/>
                  <a:gd name="connsiteY60" fmla="*/ 2424678 h 5785844"/>
                  <a:gd name="connsiteX61" fmla="*/ 464522 w 5143196"/>
                  <a:gd name="connsiteY61" fmla="*/ 3380656 h 5785844"/>
                  <a:gd name="connsiteX62" fmla="*/ 1431940 w 5143196"/>
                  <a:gd name="connsiteY62" fmla="*/ 4243202 h 5785844"/>
                  <a:gd name="connsiteX63" fmla="*/ 2154814 w 5143196"/>
                  <a:gd name="connsiteY63" fmla="*/ 4869091 h 5785844"/>
                  <a:gd name="connsiteX64" fmla="*/ 2384868 w 5143196"/>
                  <a:gd name="connsiteY64" fmla="*/ 5158575 h 5785844"/>
                  <a:gd name="connsiteX65" fmla="*/ 2472547 w 5143196"/>
                  <a:gd name="connsiteY65" fmla="*/ 5432647 h 5785844"/>
                  <a:gd name="connsiteX66" fmla="*/ 2432364 w 5143196"/>
                  <a:gd name="connsiteY66" fmla="*/ 5604640 h 5785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5143196" h="5785844">
                    <a:moveTo>
                      <a:pt x="2281613" y="5785822"/>
                    </a:moveTo>
                    <a:lnTo>
                      <a:pt x="2280594" y="5785257"/>
                    </a:lnTo>
                    <a:cubicBezTo>
                      <a:pt x="2112887" y="5694043"/>
                      <a:pt x="2041892" y="5640740"/>
                      <a:pt x="2050450" y="5612494"/>
                    </a:cubicBezTo>
                    <a:cubicBezTo>
                      <a:pt x="2061520" y="5575872"/>
                      <a:pt x="2205389" y="5584767"/>
                      <a:pt x="2428923" y="5604368"/>
                    </a:cubicBezTo>
                    <a:cubicBezTo>
                      <a:pt x="2456429" y="5549640"/>
                      <a:pt x="2469695" y="5492648"/>
                      <a:pt x="2469106" y="5432715"/>
                    </a:cubicBezTo>
                    <a:cubicBezTo>
                      <a:pt x="2467522" y="5271676"/>
                      <a:pt x="2366870" y="5093346"/>
                      <a:pt x="2152347" y="4871513"/>
                    </a:cubicBezTo>
                    <a:cubicBezTo>
                      <a:pt x="1960869" y="4673514"/>
                      <a:pt x="1702901" y="4465804"/>
                      <a:pt x="1429789" y="4245918"/>
                    </a:cubicBezTo>
                    <a:cubicBezTo>
                      <a:pt x="1088217" y="3970897"/>
                      <a:pt x="734986" y="3686505"/>
                      <a:pt x="461964" y="3382987"/>
                    </a:cubicBezTo>
                    <a:cubicBezTo>
                      <a:pt x="314021" y="3218531"/>
                      <a:pt x="204970" y="3065708"/>
                      <a:pt x="128587" y="2915738"/>
                    </a:cubicBezTo>
                    <a:cubicBezTo>
                      <a:pt x="43262" y="2748226"/>
                      <a:pt x="0" y="2583023"/>
                      <a:pt x="0" y="2424701"/>
                    </a:cubicBezTo>
                    <a:cubicBezTo>
                      <a:pt x="0" y="2349761"/>
                      <a:pt x="11161" y="2280524"/>
                      <a:pt x="33166" y="2218915"/>
                    </a:cubicBezTo>
                    <a:cubicBezTo>
                      <a:pt x="54220" y="2159955"/>
                      <a:pt x="85914" y="2105951"/>
                      <a:pt x="127388" y="2058420"/>
                    </a:cubicBezTo>
                    <a:cubicBezTo>
                      <a:pt x="204178" y="1970398"/>
                      <a:pt x="315220" y="1901478"/>
                      <a:pt x="466854" y="1847723"/>
                    </a:cubicBezTo>
                    <a:cubicBezTo>
                      <a:pt x="749407" y="1747547"/>
                      <a:pt x="1127110" y="1716199"/>
                      <a:pt x="1526999" y="1683018"/>
                    </a:cubicBezTo>
                    <a:cubicBezTo>
                      <a:pt x="1869658" y="1654590"/>
                      <a:pt x="2223975" y="1625189"/>
                      <a:pt x="2534057" y="1549615"/>
                    </a:cubicBezTo>
                    <a:cubicBezTo>
                      <a:pt x="2884412" y="1464241"/>
                      <a:pt x="3127551" y="1330091"/>
                      <a:pt x="3277374" y="1139516"/>
                    </a:cubicBezTo>
                    <a:cubicBezTo>
                      <a:pt x="3447707" y="922844"/>
                      <a:pt x="3501655" y="633993"/>
                      <a:pt x="3442342" y="256463"/>
                    </a:cubicBezTo>
                    <a:lnTo>
                      <a:pt x="3442251" y="255830"/>
                    </a:lnTo>
                    <a:lnTo>
                      <a:pt x="3442591" y="255286"/>
                    </a:lnTo>
                    <a:cubicBezTo>
                      <a:pt x="3502198" y="160519"/>
                      <a:pt x="3559633" y="91396"/>
                      <a:pt x="3613309" y="49795"/>
                    </a:cubicBezTo>
                    <a:cubicBezTo>
                      <a:pt x="3664857" y="9847"/>
                      <a:pt x="3714888" y="-6178"/>
                      <a:pt x="3761999" y="2129"/>
                    </a:cubicBezTo>
                    <a:cubicBezTo>
                      <a:pt x="3822942" y="12880"/>
                      <a:pt x="3879539" y="62561"/>
                      <a:pt x="3935072" y="154023"/>
                    </a:cubicBezTo>
                    <a:cubicBezTo>
                      <a:pt x="3984786" y="235889"/>
                      <a:pt x="4032848" y="350257"/>
                      <a:pt x="4082019" y="503668"/>
                    </a:cubicBezTo>
                    <a:cubicBezTo>
                      <a:pt x="4173841" y="790120"/>
                      <a:pt x="4255545" y="1169392"/>
                      <a:pt x="4342024" y="1570959"/>
                    </a:cubicBezTo>
                    <a:cubicBezTo>
                      <a:pt x="4474867" y="2187726"/>
                      <a:pt x="4612216" y="2825497"/>
                      <a:pt x="4809648" y="3256986"/>
                    </a:cubicBezTo>
                    <a:cubicBezTo>
                      <a:pt x="4913197" y="3483300"/>
                      <a:pt x="4993655" y="3696712"/>
                      <a:pt x="5048780" y="3891294"/>
                    </a:cubicBezTo>
                    <a:cubicBezTo>
                      <a:pt x="5101279" y="4076596"/>
                      <a:pt x="5132203" y="4249811"/>
                      <a:pt x="5140738" y="4406142"/>
                    </a:cubicBezTo>
                    <a:cubicBezTo>
                      <a:pt x="5148820" y="4554393"/>
                      <a:pt x="5136957" y="4691439"/>
                      <a:pt x="5105490" y="4813480"/>
                    </a:cubicBezTo>
                    <a:cubicBezTo>
                      <a:pt x="5075787" y="4928618"/>
                      <a:pt x="5027862" y="5033479"/>
                      <a:pt x="4963002" y="5125168"/>
                    </a:cubicBezTo>
                    <a:cubicBezTo>
                      <a:pt x="4852820" y="5280933"/>
                      <a:pt x="4689709" y="5404422"/>
                      <a:pt x="4478218" y="5492219"/>
                    </a:cubicBezTo>
                    <a:cubicBezTo>
                      <a:pt x="4297539" y="5567226"/>
                      <a:pt x="4076291" y="5618265"/>
                      <a:pt x="3820611" y="5643909"/>
                    </a:cubicBezTo>
                    <a:cubicBezTo>
                      <a:pt x="3673663" y="5658644"/>
                      <a:pt x="3524701" y="5664415"/>
                      <a:pt x="3378568" y="5664415"/>
                    </a:cubicBezTo>
                    <a:cubicBezTo>
                      <a:pt x="3060495" y="5664415"/>
                      <a:pt x="2755508" y="5637074"/>
                      <a:pt x="2512120" y="5615255"/>
                    </a:cubicBezTo>
                    <a:cubicBezTo>
                      <a:pt x="2484116" y="5612743"/>
                      <a:pt x="2456949" y="5610321"/>
                      <a:pt x="2430779" y="5608012"/>
                    </a:cubicBezTo>
                    <a:cubicBezTo>
                      <a:pt x="2429942" y="5609642"/>
                      <a:pt x="2429104" y="5611271"/>
                      <a:pt x="2428244" y="5612901"/>
                    </a:cubicBezTo>
                    <a:cubicBezTo>
                      <a:pt x="2396867" y="5672473"/>
                      <a:pt x="2347877" y="5730393"/>
                      <a:pt x="2282609" y="5785098"/>
                    </a:cubicBezTo>
                    <a:lnTo>
                      <a:pt x="2281704" y="5785845"/>
                    </a:lnTo>
                    <a:close/>
                    <a:moveTo>
                      <a:pt x="2157418" y="5590766"/>
                    </a:moveTo>
                    <a:cubicBezTo>
                      <a:pt x="2095976" y="5590766"/>
                      <a:pt x="2058713" y="5597057"/>
                      <a:pt x="2053732" y="5613489"/>
                    </a:cubicBezTo>
                    <a:cubicBezTo>
                      <a:pt x="2045854" y="5639473"/>
                      <a:pt x="2118139" y="5692934"/>
                      <a:pt x="2281206" y="5781680"/>
                    </a:cubicBezTo>
                    <a:cubicBezTo>
                      <a:pt x="2347650" y="5725843"/>
                      <a:pt x="2396165" y="5668150"/>
                      <a:pt x="2427225" y="5607673"/>
                    </a:cubicBezTo>
                    <a:cubicBezTo>
                      <a:pt x="2316386" y="5597963"/>
                      <a:pt x="2223092" y="5590766"/>
                      <a:pt x="2157418" y="5590766"/>
                    </a:cubicBezTo>
                    <a:close/>
                    <a:moveTo>
                      <a:pt x="2432341" y="5604662"/>
                    </a:moveTo>
                    <a:cubicBezTo>
                      <a:pt x="2457991" y="5606926"/>
                      <a:pt x="2484682" y="5609302"/>
                      <a:pt x="2512324" y="5611792"/>
                    </a:cubicBezTo>
                    <a:cubicBezTo>
                      <a:pt x="2867411" y="5643615"/>
                      <a:pt x="3353734" y="5687207"/>
                      <a:pt x="3820181" y="5640446"/>
                    </a:cubicBezTo>
                    <a:cubicBezTo>
                      <a:pt x="4372971" y="5585017"/>
                      <a:pt x="4756493" y="5410963"/>
                      <a:pt x="4960127" y="5123131"/>
                    </a:cubicBezTo>
                    <a:cubicBezTo>
                      <a:pt x="5093332" y="4934842"/>
                      <a:pt x="5152917" y="4693680"/>
                      <a:pt x="5137252" y="4406278"/>
                    </a:cubicBezTo>
                    <a:cubicBezTo>
                      <a:pt x="5119797" y="4086147"/>
                      <a:pt x="5008506" y="3699926"/>
                      <a:pt x="4806478" y="3258366"/>
                    </a:cubicBezTo>
                    <a:cubicBezTo>
                      <a:pt x="4608888" y="2826539"/>
                      <a:pt x="4471494" y="2188586"/>
                      <a:pt x="4338628" y="1571638"/>
                    </a:cubicBezTo>
                    <a:cubicBezTo>
                      <a:pt x="4252171" y="1170162"/>
                      <a:pt x="4170491" y="790957"/>
                      <a:pt x="4078714" y="504664"/>
                    </a:cubicBezTo>
                    <a:cubicBezTo>
                      <a:pt x="4029611" y="351525"/>
                      <a:pt x="3981662" y="237383"/>
                      <a:pt x="3932106" y="155744"/>
                    </a:cubicBezTo>
                    <a:cubicBezTo>
                      <a:pt x="3877139" y="65186"/>
                      <a:pt x="3821290" y="16026"/>
                      <a:pt x="3761388" y="5456"/>
                    </a:cubicBezTo>
                    <a:cubicBezTo>
                      <a:pt x="3715273" y="-2669"/>
                      <a:pt x="3666170" y="13129"/>
                      <a:pt x="3615414" y="52444"/>
                    </a:cubicBezTo>
                    <a:cubicBezTo>
                      <a:pt x="3562145" y="93705"/>
                      <a:pt x="3505096" y="162375"/>
                      <a:pt x="3445828" y="256509"/>
                    </a:cubicBezTo>
                    <a:cubicBezTo>
                      <a:pt x="3476164" y="449981"/>
                      <a:pt x="3476186" y="624011"/>
                      <a:pt x="3445941" y="773778"/>
                    </a:cubicBezTo>
                    <a:cubicBezTo>
                      <a:pt x="3417643" y="913813"/>
                      <a:pt x="3361839" y="1037551"/>
                      <a:pt x="3280068" y="1141575"/>
                    </a:cubicBezTo>
                    <a:cubicBezTo>
                      <a:pt x="3199474" y="1244106"/>
                      <a:pt x="3095042" y="1328303"/>
                      <a:pt x="2960840" y="1399033"/>
                    </a:cubicBezTo>
                    <a:cubicBezTo>
                      <a:pt x="2841920" y="1461706"/>
                      <a:pt x="2702579" y="1512021"/>
                      <a:pt x="2534872" y="1552897"/>
                    </a:cubicBezTo>
                    <a:cubicBezTo>
                      <a:pt x="2224541" y="1628516"/>
                      <a:pt x="1870065" y="1657940"/>
                      <a:pt x="1527293" y="1686390"/>
                    </a:cubicBezTo>
                    <a:cubicBezTo>
                      <a:pt x="1127653" y="1719549"/>
                      <a:pt x="750154" y="1750874"/>
                      <a:pt x="468009" y="1850915"/>
                    </a:cubicBezTo>
                    <a:cubicBezTo>
                      <a:pt x="151068" y="1963291"/>
                      <a:pt x="3441" y="2145605"/>
                      <a:pt x="3441" y="2424678"/>
                    </a:cubicBezTo>
                    <a:cubicBezTo>
                      <a:pt x="3441" y="2723057"/>
                      <a:pt x="154260" y="3035764"/>
                      <a:pt x="464522" y="3380656"/>
                    </a:cubicBezTo>
                    <a:cubicBezTo>
                      <a:pt x="737363" y="3683947"/>
                      <a:pt x="1090458" y="3968271"/>
                      <a:pt x="1431940" y="4243202"/>
                    </a:cubicBezTo>
                    <a:cubicBezTo>
                      <a:pt x="1705143" y="4463179"/>
                      <a:pt x="1963201" y="4670956"/>
                      <a:pt x="2154814" y="4869091"/>
                    </a:cubicBezTo>
                    <a:cubicBezTo>
                      <a:pt x="2257435" y="4975220"/>
                      <a:pt x="2332686" y="5069897"/>
                      <a:pt x="2384868" y="5158575"/>
                    </a:cubicBezTo>
                    <a:cubicBezTo>
                      <a:pt x="2443027" y="5257417"/>
                      <a:pt x="2471710" y="5347069"/>
                      <a:pt x="2472547" y="5432647"/>
                    </a:cubicBezTo>
                    <a:cubicBezTo>
                      <a:pt x="2473136" y="5492128"/>
                      <a:pt x="2459621" y="5549957"/>
                      <a:pt x="2432364" y="560464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2C15861-88ED-27DD-4DAB-0FF41CD602A2}"/>
                  </a:ext>
                </a:extLst>
              </p:cNvPr>
              <p:cNvSpPr/>
              <p:nvPr/>
            </p:nvSpPr>
            <p:spPr>
              <a:xfrm>
                <a:off x="3801505" y="159134"/>
                <a:ext cx="5112030" cy="5748092"/>
              </a:xfrm>
              <a:custGeom>
                <a:avLst/>
                <a:gdLst>
                  <a:gd name="connsiteX0" fmla="*/ 2236358 w 5112030"/>
                  <a:gd name="connsiteY0" fmla="*/ 5748093 h 5748092"/>
                  <a:gd name="connsiteX1" fmla="*/ 2235385 w 5112030"/>
                  <a:gd name="connsiteY1" fmla="*/ 5747482 h 5748092"/>
                  <a:gd name="connsiteX2" fmla="*/ 1995325 w 5112030"/>
                  <a:gd name="connsiteY2" fmla="*/ 5537487 h 5748092"/>
                  <a:gd name="connsiteX3" fmla="*/ 2409046 w 5112030"/>
                  <a:gd name="connsiteY3" fmla="*/ 5532282 h 5748092"/>
                  <a:gd name="connsiteX4" fmla="*/ 2420026 w 5112030"/>
                  <a:gd name="connsiteY4" fmla="*/ 5468115 h 5748092"/>
                  <a:gd name="connsiteX5" fmla="*/ 2135820 w 5112030"/>
                  <a:gd name="connsiteY5" fmla="*/ 4930588 h 5748092"/>
                  <a:gd name="connsiteX6" fmla="*/ 1438822 w 5112030"/>
                  <a:gd name="connsiteY6" fmla="*/ 4285166 h 5748092"/>
                  <a:gd name="connsiteX7" fmla="*/ 468031 w 5112030"/>
                  <a:gd name="connsiteY7" fmla="*/ 3360129 h 5748092"/>
                  <a:gd name="connsiteX8" fmla="*/ 130602 w 5112030"/>
                  <a:gd name="connsiteY8" fmla="*/ 2867733 h 5748092"/>
                  <a:gd name="connsiteX9" fmla="*/ 0 w 5112030"/>
                  <a:gd name="connsiteY9" fmla="*/ 2364542 h 5748092"/>
                  <a:gd name="connsiteX10" fmla="*/ 33369 w 5112030"/>
                  <a:gd name="connsiteY10" fmla="*/ 2156787 h 5748092"/>
                  <a:gd name="connsiteX11" fmla="*/ 128203 w 5112030"/>
                  <a:gd name="connsiteY11" fmla="*/ 1993689 h 5748092"/>
                  <a:gd name="connsiteX12" fmla="*/ 469774 w 5112030"/>
                  <a:gd name="connsiteY12" fmla="*/ 1776134 h 5748092"/>
                  <a:gd name="connsiteX13" fmla="*/ 1536055 w 5112030"/>
                  <a:gd name="connsiteY13" fmla="*/ 1593435 h 5748092"/>
                  <a:gd name="connsiteX14" fmla="*/ 2533581 w 5112030"/>
                  <a:gd name="connsiteY14" fmla="*/ 1446905 h 5748092"/>
                  <a:gd name="connsiteX15" fmla="*/ 3277148 w 5112030"/>
                  <a:gd name="connsiteY15" fmla="*/ 1038412 h 5748092"/>
                  <a:gd name="connsiteX16" fmla="*/ 3469870 w 5112030"/>
                  <a:gd name="connsiteY16" fmla="*/ 248203 h 5748092"/>
                  <a:gd name="connsiteX17" fmla="*/ 3469802 w 5112030"/>
                  <a:gd name="connsiteY17" fmla="*/ 247547 h 5748092"/>
                  <a:gd name="connsiteX18" fmla="*/ 3470187 w 5112030"/>
                  <a:gd name="connsiteY18" fmla="*/ 247004 h 5748092"/>
                  <a:gd name="connsiteX19" fmla="*/ 3817984 w 5112030"/>
                  <a:gd name="connsiteY19" fmla="*/ 3896 h 5748092"/>
                  <a:gd name="connsiteX20" fmla="*/ 3975640 w 5112030"/>
                  <a:gd name="connsiteY20" fmla="*/ 151173 h 5748092"/>
                  <a:gd name="connsiteX21" fmla="*/ 4098160 w 5112030"/>
                  <a:gd name="connsiteY21" fmla="*/ 475491 h 5748092"/>
                  <a:gd name="connsiteX22" fmla="*/ 4293487 w 5112030"/>
                  <a:gd name="connsiteY22" fmla="*/ 1464220 h 5748092"/>
                  <a:gd name="connsiteX23" fmla="*/ 4734872 w 5112030"/>
                  <a:gd name="connsiteY23" fmla="*/ 3248816 h 5748092"/>
                  <a:gd name="connsiteX24" fmla="*/ 4997730 w 5112030"/>
                  <a:gd name="connsiteY24" fmla="*/ 3902205 h 5748092"/>
                  <a:gd name="connsiteX25" fmla="*/ 5106418 w 5112030"/>
                  <a:gd name="connsiteY25" fmla="*/ 4427351 h 5748092"/>
                  <a:gd name="connsiteX26" fmla="*/ 5081787 w 5112030"/>
                  <a:gd name="connsiteY26" fmla="*/ 4837541 h 5748092"/>
                  <a:gd name="connsiteX27" fmla="*/ 4944642 w 5112030"/>
                  <a:gd name="connsiteY27" fmla="*/ 5145880 h 5748092"/>
                  <a:gd name="connsiteX28" fmla="*/ 4479033 w 5112030"/>
                  <a:gd name="connsiteY28" fmla="*/ 5486674 h 5748092"/>
                  <a:gd name="connsiteX29" fmla="*/ 3838993 w 5112030"/>
                  <a:gd name="connsiteY29" fmla="*/ 5615279 h 5748092"/>
                  <a:gd name="connsiteX30" fmla="*/ 2530231 w 5112030"/>
                  <a:gd name="connsiteY30" fmla="*/ 5549641 h 5748092"/>
                  <a:gd name="connsiteX31" fmla="*/ 2411446 w 5112030"/>
                  <a:gd name="connsiteY31" fmla="*/ 5536084 h 5748092"/>
                  <a:gd name="connsiteX32" fmla="*/ 2374069 w 5112030"/>
                  <a:gd name="connsiteY32" fmla="*/ 5615528 h 5748092"/>
                  <a:gd name="connsiteX33" fmla="*/ 2237332 w 5112030"/>
                  <a:gd name="connsiteY33" fmla="*/ 5747459 h 5748092"/>
                  <a:gd name="connsiteX34" fmla="*/ 2236381 w 5112030"/>
                  <a:gd name="connsiteY34" fmla="*/ 5748093 h 5748092"/>
                  <a:gd name="connsiteX35" fmla="*/ 2106707 w 5112030"/>
                  <a:gd name="connsiteY35" fmla="*/ 5511730 h 5748092"/>
                  <a:gd name="connsiteX36" fmla="*/ 1998653 w 5112030"/>
                  <a:gd name="connsiteY36" fmla="*/ 5538641 h 5748092"/>
                  <a:gd name="connsiteX37" fmla="*/ 2236291 w 5112030"/>
                  <a:gd name="connsiteY37" fmla="*/ 5743884 h 5748092"/>
                  <a:gd name="connsiteX38" fmla="*/ 2408027 w 5112030"/>
                  <a:gd name="connsiteY38" fmla="*/ 5535699 h 5748092"/>
                  <a:gd name="connsiteX39" fmla="*/ 2106707 w 5112030"/>
                  <a:gd name="connsiteY39" fmla="*/ 5511730 h 5748092"/>
                  <a:gd name="connsiteX40" fmla="*/ 2412442 w 5112030"/>
                  <a:gd name="connsiteY40" fmla="*/ 5532643 h 5748092"/>
                  <a:gd name="connsiteX41" fmla="*/ 2530616 w 5112030"/>
                  <a:gd name="connsiteY41" fmla="*/ 5546133 h 5748092"/>
                  <a:gd name="connsiteX42" fmla="*/ 3838744 w 5112030"/>
                  <a:gd name="connsiteY42" fmla="*/ 5611771 h 5748092"/>
                  <a:gd name="connsiteX43" fmla="*/ 4941790 w 5112030"/>
                  <a:gd name="connsiteY43" fmla="*/ 5143842 h 5748092"/>
                  <a:gd name="connsiteX44" fmla="*/ 5102932 w 5112030"/>
                  <a:gd name="connsiteY44" fmla="*/ 4427668 h 5748092"/>
                  <a:gd name="connsiteX45" fmla="*/ 4731703 w 5112030"/>
                  <a:gd name="connsiteY45" fmla="*/ 3250355 h 5748092"/>
                  <a:gd name="connsiteX46" fmla="*/ 4469864 w 5112030"/>
                  <a:gd name="connsiteY46" fmla="*/ 2426784 h 5748092"/>
                  <a:gd name="connsiteX47" fmla="*/ 4290000 w 5112030"/>
                  <a:gd name="connsiteY47" fmla="*/ 1464808 h 5748092"/>
                  <a:gd name="connsiteX48" fmla="*/ 4094742 w 5112030"/>
                  <a:gd name="connsiteY48" fmla="*/ 476441 h 5748092"/>
                  <a:gd name="connsiteX49" fmla="*/ 3972561 w 5112030"/>
                  <a:gd name="connsiteY49" fmla="*/ 152916 h 5748092"/>
                  <a:gd name="connsiteX50" fmla="*/ 3817170 w 5112030"/>
                  <a:gd name="connsiteY50" fmla="*/ 7336 h 5748092"/>
                  <a:gd name="connsiteX51" fmla="*/ 3663363 w 5112030"/>
                  <a:gd name="connsiteY51" fmla="*/ 47488 h 5748092"/>
                  <a:gd name="connsiteX52" fmla="*/ 3473424 w 5112030"/>
                  <a:gd name="connsiteY52" fmla="*/ 248543 h 5748092"/>
                  <a:gd name="connsiteX53" fmla="*/ 3447005 w 5112030"/>
                  <a:gd name="connsiteY53" fmla="*/ 706761 h 5748092"/>
                  <a:gd name="connsiteX54" fmla="*/ 3279864 w 5112030"/>
                  <a:gd name="connsiteY54" fmla="*/ 1040653 h 5748092"/>
                  <a:gd name="connsiteX55" fmla="*/ 2958531 w 5112030"/>
                  <a:gd name="connsiteY55" fmla="*/ 1294467 h 5748092"/>
                  <a:gd name="connsiteX56" fmla="*/ 2534441 w 5112030"/>
                  <a:gd name="connsiteY56" fmla="*/ 1450323 h 5748092"/>
                  <a:gd name="connsiteX57" fmla="*/ 1536394 w 5112030"/>
                  <a:gd name="connsiteY57" fmla="*/ 1596943 h 5748092"/>
                  <a:gd name="connsiteX58" fmla="*/ 470997 w 5112030"/>
                  <a:gd name="connsiteY58" fmla="*/ 1779439 h 5748092"/>
                  <a:gd name="connsiteX59" fmla="*/ 3509 w 5112030"/>
                  <a:gd name="connsiteY59" fmla="*/ 2364542 h 5748092"/>
                  <a:gd name="connsiteX60" fmla="*/ 470703 w 5112030"/>
                  <a:gd name="connsiteY60" fmla="*/ 3357843 h 5748092"/>
                  <a:gd name="connsiteX61" fmla="*/ 1441131 w 5112030"/>
                  <a:gd name="connsiteY61" fmla="*/ 4282496 h 5748092"/>
                  <a:gd name="connsiteX62" fmla="*/ 2138424 w 5112030"/>
                  <a:gd name="connsiteY62" fmla="*/ 4928189 h 5748092"/>
                  <a:gd name="connsiteX63" fmla="*/ 2352653 w 5112030"/>
                  <a:gd name="connsiteY63" fmla="*/ 5213011 h 5748092"/>
                  <a:gd name="connsiteX64" fmla="*/ 2423557 w 5112030"/>
                  <a:gd name="connsiteY64" fmla="*/ 5468296 h 5748092"/>
                  <a:gd name="connsiteX65" fmla="*/ 2412464 w 5112030"/>
                  <a:gd name="connsiteY65" fmla="*/ 5532621 h 5748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5112030" h="5748092">
                    <a:moveTo>
                      <a:pt x="2236358" y="5748093"/>
                    </a:moveTo>
                    <a:lnTo>
                      <a:pt x="2235385" y="5747482"/>
                    </a:lnTo>
                    <a:cubicBezTo>
                      <a:pt x="2057355" y="5636577"/>
                      <a:pt x="1983326" y="5571822"/>
                      <a:pt x="1995325" y="5537487"/>
                    </a:cubicBezTo>
                    <a:cubicBezTo>
                      <a:pt x="2010696" y="5493487"/>
                      <a:pt x="2166269" y="5505144"/>
                      <a:pt x="2409046" y="5532282"/>
                    </a:cubicBezTo>
                    <a:cubicBezTo>
                      <a:pt x="2415045" y="5511549"/>
                      <a:pt x="2418690" y="5490183"/>
                      <a:pt x="2420026" y="5468115"/>
                    </a:cubicBezTo>
                    <a:cubicBezTo>
                      <a:pt x="2428742" y="5323509"/>
                      <a:pt x="2338436" y="5152692"/>
                      <a:pt x="2135820" y="4930588"/>
                    </a:cubicBezTo>
                    <a:cubicBezTo>
                      <a:pt x="1954394" y="4731728"/>
                      <a:pt x="1703965" y="4514808"/>
                      <a:pt x="1438822" y="4285166"/>
                    </a:cubicBezTo>
                    <a:cubicBezTo>
                      <a:pt x="1097137" y="3989231"/>
                      <a:pt x="743838" y="3683224"/>
                      <a:pt x="468031" y="3360129"/>
                    </a:cubicBezTo>
                    <a:cubicBezTo>
                      <a:pt x="318413" y="3184831"/>
                      <a:pt x="208026" y="3023770"/>
                      <a:pt x="130602" y="2867733"/>
                    </a:cubicBezTo>
                    <a:cubicBezTo>
                      <a:pt x="43942" y="2693092"/>
                      <a:pt x="0" y="2523815"/>
                      <a:pt x="0" y="2364542"/>
                    </a:cubicBezTo>
                    <a:cubicBezTo>
                      <a:pt x="0" y="2289104"/>
                      <a:pt x="11229" y="2219211"/>
                      <a:pt x="33369" y="2156787"/>
                    </a:cubicBezTo>
                    <a:cubicBezTo>
                      <a:pt x="54559" y="2097080"/>
                      <a:pt x="86457" y="2042215"/>
                      <a:pt x="128203" y="1993689"/>
                    </a:cubicBezTo>
                    <a:cubicBezTo>
                      <a:pt x="205491" y="1903833"/>
                      <a:pt x="317213" y="1832673"/>
                      <a:pt x="469774" y="1776134"/>
                    </a:cubicBezTo>
                    <a:cubicBezTo>
                      <a:pt x="754071" y="1670752"/>
                      <a:pt x="1133924" y="1633203"/>
                      <a:pt x="1536055" y="1593435"/>
                    </a:cubicBezTo>
                    <a:cubicBezTo>
                      <a:pt x="1875114" y="1559915"/>
                      <a:pt x="2225741" y="1525240"/>
                      <a:pt x="2533581" y="1446905"/>
                    </a:cubicBezTo>
                    <a:cubicBezTo>
                      <a:pt x="2881333" y="1358407"/>
                      <a:pt x="3124563" y="1224778"/>
                      <a:pt x="3277148" y="1038412"/>
                    </a:cubicBezTo>
                    <a:cubicBezTo>
                      <a:pt x="3440304" y="839123"/>
                      <a:pt x="3503353" y="580647"/>
                      <a:pt x="3469870" y="248203"/>
                    </a:cubicBezTo>
                    <a:lnTo>
                      <a:pt x="3469802" y="247547"/>
                    </a:lnTo>
                    <a:lnTo>
                      <a:pt x="3470187" y="247004"/>
                    </a:lnTo>
                    <a:cubicBezTo>
                      <a:pt x="3605589" y="60321"/>
                      <a:pt x="3719348" y="-19213"/>
                      <a:pt x="3817984" y="3896"/>
                    </a:cubicBezTo>
                    <a:cubicBezTo>
                      <a:pt x="3875781" y="17431"/>
                      <a:pt x="3927352" y="65618"/>
                      <a:pt x="3975640" y="151173"/>
                    </a:cubicBezTo>
                    <a:cubicBezTo>
                      <a:pt x="4018970" y="227946"/>
                      <a:pt x="4059041" y="334030"/>
                      <a:pt x="4098160" y="475491"/>
                    </a:cubicBezTo>
                    <a:cubicBezTo>
                      <a:pt x="4171306" y="740033"/>
                      <a:pt x="4230665" y="1091805"/>
                      <a:pt x="4293487" y="1464220"/>
                    </a:cubicBezTo>
                    <a:cubicBezTo>
                      <a:pt x="4399050" y="2089859"/>
                      <a:pt x="4518696" y="2798949"/>
                      <a:pt x="4734872" y="3248816"/>
                    </a:cubicBezTo>
                    <a:cubicBezTo>
                      <a:pt x="4847341" y="3482871"/>
                      <a:pt x="4935790" y="3702712"/>
                      <a:pt x="4997730" y="3902205"/>
                    </a:cubicBezTo>
                    <a:cubicBezTo>
                      <a:pt x="5056726" y="4092169"/>
                      <a:pt x="5093287" y="4268870"/>
                      <a:pt x="5106418" y="4427351"/>
                    </a:cubicBezTo>
                    <a:cubicBezTo>
                      <a:pt x="5118869" y="4577639"/>
                      <a:pt x="5110583" y="4715659"/>
                      <a:pt x="5081787" y="4837541"/>
                    </a:cubicBezTo>
                    <a:cubicBezTo>
                      <a:pt x="5054620" y="4952497"/>
                      <a:pt x="5008483" y="5056250"/>
                      <a:pt x="4944642" y="5145880"/>
                    </a:cubicBezTo>
                    <a:cubicBezTo>
                      <a:pt x="4839712" y="5293179"/>
                      <a:pt x="4683075" y="5407842"/>
                      <a:pt x="4479033" y="5486674"/>
                    </a:cubicBezTo>
                    <a:cubicBezTo>
                      <a:pt x="4304059" y="5554281"/>
                      <a:pt x="4088720" y="5597557"/>
                      <a:pt x="3838993" y="5615279"/>
                    </a:cubicBezTo>
                    <a:cubicBezTo>
                      <a:pt x="3381738" y="5647758"/>
                      <a:pt x="2889574" y="5591038"/>
                      <a:pt x="2530231" y="5549641"/>
                    </a:cubicBezTo>
                    <a:cubicBezTo>
                      <a:pt x="2488960" y="5544888"/>
                      <a:pt x="2449252" y="5540316"/>
                      <a:pt x="2411446" y="5536084"/>
                    </a:cubicBezTo>
                    <a:cubicBezTo>
                      <a:pt x="2403069" y="5563697"/>
                      <a:pt x="2390595" y="5590246"/>
                      <a:pt x="2374069" y="5615528"/>
                    </a:cubicBezTo>
                    <a:cubicBezTo>
                      <a:pt x="2343236" y="5662674"/>
                      <a:pt x="2297234" y="5707059"/>
                      <a:pt x="2237332" y="5747459"/>
                    </a:cubicBezTo>
                    <a:lnTo>
                      <a:pt x="2236381" y="5748093"/>
                    </a:lnTo>
                    <a:close/>
                    <a:moveTo>
                      <a:pt x="2106707" y="5511730"/>
                    </a:moveTo>
                    <a:cubicBezTo>
                      <a:pt x="2043862" y="5511730"/>
                      <a:pt x="2005376" y="5519358"/>
                      <a:pt x="1998653" y="5538641"/>
                    </a:cubicBezTo>
                    <a:cubicBezTo>
                      <a:pt x="1987469" y="5570623"/>
                      <a:pt x="2062992" y="5635853"/>
                      <a:pt x="2236291" y="5743884"/>
                    </a:cubicBezTo>
                    <a:cubicBezTo>
                      <a:pt x="2327818" y="5681958"/>
                      <a:pt x="2384528" y="5613378"/>
                      <a:pt x="2408027" y="5535699"/>
                    </a:cubicBezTo>
                    <a:cubicBezTo>
                      <a:pt x="2282971" y="5521757"/>
                      <a:pt x="2178811" y="5511730"/>
                      <a:pt x="2106707" y="5511730"/>
                    </a:cubicBezTo>
                    <a:close/>
                    <a:moveTo>
                      <a:pt x="2412442" y="5532643"/>
                    </a:moveTo>
                    <a:cubicBezTo>
                      <a:pt x="2449841" y="5536831"/>
                      <a:pt x="2489300" y="5541380"/>
                      <a:pt x="2530616" y="5546133"/>
                    </a:cubicBezTo>
                    <a:cubicBezTo>
                      <a:pt x="2889823" y="5587530"/>
                      <a:pt x="3381806" y="5644205"/>
                      <a:pt x="3838744" y="5611771"/>
                    </a:cubicBezTo>
                    <a:cubicBezTo>
                      <a:pt x="4384291" y="5573022"/>
                      <a:pt x="4745082" y="5419973"/>
                      <a:pt x="4941790" y="5143842"/>
                    </a:cubicBezTo>
                    <a:cubicBezTo>
                      <a:pt x="5072845" y="4959853"/>
                      <a:pt x="5127064" y="4718895"/>
                      <a:pt x="5102932" y="4427668"/>
                    </a:cubicBezTo>
                    <a:cubicBezTo>
                      <a:pt x="5076037" y="4103101"/>
                      <a:pt x="4951162" y="3706989"/>
                      <a:pt x="4731703" y="3250355"/>
                    </a:cubicBezTo>
                    <a:cubicBezTo>
                      <a:pt x="4635014" y="3049119"/>
                      <a:pt x="4549371" y="2779733"/>
                      <a:pt x="4469864" y="2426784"/>
                    </a:cubicBezTo>
                    <a:cubicBezTo>
                      <a:pt x="4399911" y="2116114"/>
                      <a:pt x="4344039" y="1785007"/>
                      <a:pt x="4290000" y="1464808"/>
                    </a:cubicBezTo>
                    <a:cubicBezTo>
                      <a:pt x="4227178" y="1092484"/>
                      <a:pt x="4167842" y="740802"/>
                      <a:pt x="4094742" y="476441"/>
                    </a:cubicBezTo>
                    <a:cubicBezTo>
                      <a:pt x="4055713" y="335252"/>
                      <a:pt x="4015733" y="229417"/>
                      <a:pt x="3972561" y="152916"/>
                    </a:cubicBezTo>
                    <a:cubicBezTo>
                      <a:pt x="3924793" y="68266"/>
                      <a:pt x="3873947" y="20645"/>
                      <a:pt x="3817170" y="7336"/>
                    </a:cubicBezTo>
                    <a:cubicBezTo>
                      <a:pt x="3770240" y="-3664"/>
                      <a:pt x="3718488" y="9848"/>
                      <a:pt x="3663363" y="47488"/>
                    </a:cubicBezTo>
                    <a:cubicBezTo>
                      <a:pt x="3605476" y="87006"/>
                      <a:pt x="3541567" y="154658"/>
                      <a:pt x="3473424" y="248543"/>
                    </a:cubicBezTo>
                    <a:cubicBezTo>
                      <a:pt x="3490494" y="418590"/>
                      <a:pt x="3481597" y="572747"/>
                      <a:pt x="3447005" y="706761"/>
                    </a:cubicBezTo>
                    <a:cubicBezTo>
                      <a:pt x="3414541" y="832491"/>
                      <a:pt x="3358307" y="944845"/>
                      <a:pt x="3279864" y="1040653"/>
                    </a:cubicBezTo>
                    <a:cubicBezTo>
                      <a:pt x="3197799" y="1140898"/>
                      <a:pt x="3092688" y="1223918"/>
                      <a:pt x="2958531" y="1294467"/>
                    </a:cubicBezTo>
                    <a:cubicBezTo>
                      <a:pt x="2839656" y="1356981"/>
                      <a:pt x="2700926" y="1407952"/>
                      <a:pt x="2534441" y="1450323"/>
                    </a:cubicBezTo>
                    <a:cubicBezTo>
                      <a:pt x="2226352" y="1528726"/>
                      <a:pt x="1875589" y="1563423"/>
                      <a:pt x="1536394" y="1596943"/>
                    </a:cubicBezTo>
                    <a:cubicBezTo>
                      <a:pt x="1134490" y="1636688"/>
                      <a:pt x="754863" y="1674215"/>
                      <a:pt x="470997" y="1779439"/>
                    </a:cubicBezTo>
                    <a:cubicBezTo>
                      <a:pt x="152041" y="1897654"/>
                      <a:pt x="3509" y="2083567"/>
                      <a:pt x="3509" y="2364542"/>
                    </a:cubicBezTo>
                    <a:cubicBezTo>
                      <a:pt x="3509" y="2664641"/>
                      <a:pt x="156320" y="2989548"/>
                      <a:pt x="470703" y="3357843"/>
                    </a:cubicBezTo>
                    <a:cubicBezTo>
                      <a:pt x="746328" y="3680757"/>
                      <a:pt x="1099536" y="3986673"/>
                      <a:pt x="1441131" y="4282496"/>
                    </a:cubicBezTo>
                    <a:cubicBezTo>
                      <a:pt x="1706342" y="4512205"/>
                      <a:pt x="1956862" y="4729171"/>
                      <a:pt x="2138424" y="4928189"/>
                    </a:cubicBezTo>
                    <a:cubicBezTo>
                      <a:pt x="2235543" y="5034658"/>
                      <a:pt x="2305610" y="5127817"/>
                      <a:pt x="2352653" y="5213011"/>
                    </a:cubicBezTo>
                    <a:cubicBezTo>
                      <a:pt x="2404994" y="5307846"/>
                      <a:pt x="2428198" y="5391342"/>
                      <a:pt x="2423557" y="5468296"/>
                    </a:cubicBezTo>
                    <a:cubicBezTo>
                      <a:pt x="2422222" y="5490273"/>
                      <a:pt x="2418532" y="5511753"/>
                      <a:pt x="2412464" y="5532621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AE2ABF23-D62C-8782-3D14-200BA7AD4AEA}"/>
                  </a:ext>
                </a:extLst>
              </p:cNvPr>
              <p:cNvSpPr/>
              <p:nvPr/>
            </p:nvSpPr>
            <p:spPr>
              <a:xfrm>
                <a:off x="3846556" y="167178"/>
                <a:ext cx="5083730" cy="5710377"/>
              </a:xfrm>
              <a:custGeom>
                <a:avLst/>
                <a:gdLst>
                  <a:gd name="connsiteX0" fmla="*/ 2191126 w 5083730"/>
                  <a:gd name="connsiteY0" fmla="*/ 5710377 h 5710377"/>
                  <a:gd name="connsiteX1" fmla="*/ 2190243 w 5083730"/>
                  <a:gd name="connsiteY1" fmla="*/ 5709766 h 5710377"/>
                  <a:gd name="connsiteX2" fmla="*/ 1988307 w 5083730"/>
                  <a:gd name="connsiteY2" fmla="*/ 5550833 h 5710377"/>
                  <a:gd name="connsiteX3" fmla="*/ 1940562 w 5083730"/>
                  <a:gd name="connsiteY3" fmla="*/ 5461678 h 5710377"/>
                  <a:gd name="connsiteX4" fmla="*/ 2125972 w 5083730"/>
                  <a:gd name="connsiteY4" fmla="*/ 5431463 h 5710377"/>
                  <a:gd name="connsiteX5" fmla="*/ 2372055 w 5083730"/>
                  <a:gd name="connsiteY5" fmla="*/ 5458600 h 5710377"/>
                  <a:gd name="connsiteX6" fmla="*/ 1450186 w 5083730"/>
                  <a:gd name="connsiteY6" fmla="*/ 4331308 h 5710377"/>
                  <a:gd name="connsiteX7" fmla="*/ 475321 w 5083730"/>
                  <a:gd name="connsiteY7" fmla="*/ 3340972 h 5710377"/>
                  <a:gd name="connsiteX8" fmla="*/ 0 w 5083730"/>
                  <a:gd name="connsiteY8" fmla="*/ 2304441 h 5710377"/>
                  <a:gd name="connsiteX9" fmla="*/ 33709 w 5083730"/>
                  <a:gd name="connsiteY9" fmla="*/ 2094310 h 5710377"/>
                  <a:gd name="connsiteX10" fmla="*/ 129470 w 5083730"/>
                  <a:gd name="connsiteY10" fmla="*/ 1928224 h 5710377"/>
                  <a:gd name="connsiteX11" fmla="*/ 474280 w 5083730"/>
                  <a:gd name="connsiteY11" fmla="*/ 1703268 h 5710377"/>
                  <a:gd name="connsiteX12" fmla="*/ 1549909 w 5083730"/>
                  <a:gd name="connsiteY12" fmla="*/ 1501964 h 5710377"/>
                  <a:gd name="connsiteX13" fmla="*/ 2894509 w 5083730"/>
                  <a:gd name="connsiteY13" fmla="*/ 1217821 h 5710377"/>
                  <a:gd name="connsiteX14" fmla="*/ 3497444 w 5083730"/>
                  <a:gd name="connsiteY14" fmla="*/ 240002 h 5710377"/>
                  <a:gd name="connsiteX15" fmla="*/ 3497444 w 5083730"/>
                  <a:gd name="connsiteY15" fmla="*/ 239323 h 5710377"/>
                  <a:gd name="connsiteX16" fmla="*/ 3497851 w 5083730"/>
                  <a:gd name="connsiteY16" fmla="*/ 238802 h 5710377"/>
                  <a:gd name="connsiteX17" fmla="*/ 3874196 w 5083730"/>
                  <a:gd name="connsiteY17" fmla="*/ 6083 h 5710377"/>
                  <a:gd name="connsiteX18" fmla="*/ 4259303 w 5083730"/>
                  <a:gd name="connsiteY18" fmla="*/ 1383613 h 5710377"/>
                  <a:gd name="connsiteX19" fmla="*/ 4660210 w 5083730"/>
                  <a:gd name="connsiteY19" fmla="*/ 3240728 h 5710377"/>
                  <a:gd name="connsiteX20" fmla="*/ 4947631 w 5083730"/>
                  <a:gd name="connsiteY20" fmla="*/ 3912608 h 5710377"/>
                  <a:gd name="connsiteX21" fmla="*/ 5073682 w 5083730"/>
                  <a:gd name="connsiteY21" fmla="*/ 4447600 h 5710377"/>
                  <a:gd name="connsiteX22" fmla="*/ 5060122 w 5083730"/>
                  <a:gd name="connsiteY22" fmla="*/ 4860257 h 5710377"/>
                  <a:gd name="connsiteX23" fmla="*/ 4928614 w 5083730"/>
                  <a:gd name="connsiteY23" fmla="*/ 5164974 h 5710377"/>
                  <a:gd name="connsiteX24" fmla="*/ 4480097 w 5083730"/>
                  <a:gd name="connsiteY24" fmla="*/ 5481573 h 5710377"/>
                  <a:gd name="connsiteX25" fmla="*/ 3855271 w 5083730"/>
                  <a:gd name="connsiteY25" fmla="*/ 5588472 h 5710377"/>
                  <a:gd name="connsiteX26" fmla="*/ 3700241 w 5083730"/>
                  <a:gd name="connsiteY26" fmla="*/ 5591596 h 5710377"/>
                  <a:gd name="connsiteX27" fmla="*/ 2546440 w 5083730"/>
                  <a:gd name="connsiteY27" fmla="*/ 5486372 h 5710377"/>
                  <a:gd name="connsiteX28" fmla="*/ 2375722 w 5083730"/>
                  <a:gd name="connsiteY28" fmla="*/ 5462719 h 5710377"/>
                  <a:gd name="connsiteX29" fmla="*/ 2373300 w 5083730"/>
                  <a:gd name="connsiteY29" fmla="*/ 5497304 h 5710377"/>
                  <a:gd name="connsiteX30" fmla="*/ 2192123 w 5083730"/>
                  <a:gd name="connsiteY30" fmla="*/ 5709902 h 5710377"/>
                  <a:gd name="connsiteX31" fmla="*/ 2191172 w 5083730"/>
                  <a:gd name="connsiteY31" fmla="*/ 5710377 h 5710377"/>
                  <a:gd name="connsiteX32" fmla="*/ 2055974 w 5083730"/>
                  <a:gd name="connsiteY32" fmla="*/ 5432368 h 5710377"/>
                  <a:gd name="connsiteX33" fmla="*/ 1943912 w 5083730"/>
                  <a:gd name="connsiteY33" fmla="*/ 5462991 h 5710377"/>
                  <a:gd name="connsiteX34" fmla="*/ 2191421 w 5083730"/>
                  <a:gd name="connsiteY34" fmla="*/ 5706190 h 5710377"/>
                  <a:gd name="connsiteX35" fmla="*/ 2369677 w 5083730"/>
                  <a:gd name="connsiteY35" fmla="*/ 5496783 h 5710377"/>
                  <a:gd name="connsiteX36" fmla="*/ 2372077 w 5083730"/>
                  <a:gd name="connsiteY36" fmla="*/ 5462221 h 5710377"/>
                  <a:gd name="connsiteX37" fmla="*/ 2055974 w 5083730"/>
                  <a:gd name="connsiteY37" fmla="*/ 5432368 h 5710377"/>
                  <a:gd name="connsiteX38" fmla="*/ 2375654 w 5083730"/>
                  <a:gd name="connsiteY38" fmla="*/ 5459076 h 5710377"/>
                  <a:gd name="connsiteX39" fmla="*/ 2546893 w 5083730"/>
                  <a:gd name="connsiteY39" fmla="*/ 5482796 h 5710377"/>
                  <a:gd name="connsiteX40" fmla="*/ 3700196 w 5083730"/>
                  <a:gd name="connsiteY40" fmla="*/ 5587974 h 5710377"/>
                  <a:gd name="connsiteX41" fmla="*/ 3855067 w 5083730"/>
                  <a:gd name="connsiteY41" fmla="*/ 5584851 h 5710377"/>
                  <a:gd name="connsiteX42" fmla="*/ 4925625 w 5083730"/>
                  <a:gd name="connsiteY42" fmla="*/ 5162869 h 5710377"/>
                  <a:gd name="connsiteX43" fmla="*/ 5070037 w 5083730"/>
                  <a:gd name="connsiteY43" fmla="*/ 4447984 h 5710377"/>
                  <a:gd name="connsiteX44" fmla="*/ 4656927 w 5083730"/>
                  <a:gd name="connsiteY44" fmla="*/ 3242334 h 5710377"/>
                  <a:gd name="connsiteX45" fmla="*/ 4255657 w 5083730"/>
                  <a:gd name="connsiteY45" fmla="*/ 1384043 h 5710377"/>
                  <a:gd name="connsiteX46" fmla="*/ 3873110 w 5083730"/>
                  <a:gd name="connsiteY46" fmla="*/ 9523 h 5710377"/>
                  <a:gd name="connsiteX47" fmla="*/ 3500998 w 5083730"/>
                  <a:gd name="connsiteY47" fmla="*/ 240567 h 5710377"/>
                  <a:gd name="connsiteX48" fmla="*/ 3466542 w 5083730"/>
                  <a:gd name="connsiteY48" fmla="*/ 587723 h 5710377"/>
                  <a:gd name="connsiteX49" fmla="*/ 3345199 w 5083730"/>
                  <a:gd name="connsiteY49" fmla="*/ 860209 h 5710377"/>
                  <a:gd name="connsiteX50" fmla="*/ 2895958 w 5083730"/>
                  <a:gd name="connsiteY50" fmla="*/ 1221103 h 5710377"/>
                  <a:gd name="connsiteX51" fmla="*/ 1550249 w 5083730"/>
                  <a:gd name="connsiteY51" fmla="*/ 1505563 h 5710377"/>
                  <a:gd name="connsiteX52" fmla="*/ 475525 w 5083730"/>
                  <a:gd name="connsiteY52" fmla="*/ 1706640 h 5710377"/>
                  <a:gd name="connsiteX53" fmla="*/ 3554 w 5083730"/>
                  <a:gd name="connsiteY53" fmla="*/ 2304463 h 5710377"/>
                  <a:gd name="connsiteX54" fmla="*/ 478083 w 5083730"/>
                  <a:gd name="connsiteY54" fmla="*/ 3338709 h 5710377"/>
                  <a:gd name="connsiteX55" fmla="*/ 1452609 w 5083730"/>
                  <a:gd name="connsiteY55" fmla="*/ 4328682 h 5710377"/>
                  <a:gd name="connsiteX56" fmla="*/ 2375631 w 5083730"/>
                  <a:gd name="connsiteY56" fmla="*/ 5459076 h 5710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083730" h="5710377">
                    <a:moveTo>
                      <a:pt x="2191126" y="5710377"/>
                    </a:moveTo>
                    <a:lnTo>
                      <a:pt x="2190243" y="5709766"/>
                    </a:lnTo>
                    <a:cubicBezTo>
                      <a:pt x="2095184" y="5643563"/>
                      <a:pt x="2029124" y="5591573"/>
                      <a:pt x="1988307" y="5550833"/>
                    </a:cubicBezTo>
                    <a:cubicBezTo>
                      <a:pt x="1948304" y="5510907"/>
                      <a:pt x="1932684" y="5481755"/>
                      <a:pt x="1940562" y="5461678"/>
                    </a:cubicBezTo>
                    <a:cubicBezTo>
                      <a:pt x="1951813" y="5433002"/>
                      <a:pt x="2008999" y="5423676"/>
                      <a:pt x="2125972" y="5431463"/>
                    </a:cubicBezTo>
                    <a:cubicBezTo>
                      <a:pt x="2193209" y="5435921"/>
                      <a:pt x="2276723" y="5445857"/>
                      <a:pt x="2372055" y="5458600"/>
                    </a:cubicBezTo>
                    <a:cubicBezTo>
                      <a:pt x="2368387" y="5184077"/>
                      <a:pt x="1941241" y="4787399"/>
                      <a:pt x="1450186" y="4331308"/>
                    </a:cubicBezTo>
                    <a:cubicBezTo>
                      <a:pt x="1124099" y="4028447"/>
                      <a:pt x="754501" y="3685185"/>
                      <a:pt x="475321" y="3340972"/>
                    </a:cubicBezTo>
                    <a:cubicBezTo>
                      <a:pt x="155482" y="2946626"/>
                      <a:pt x="0" y="2607573"/>
                      <a:pt x="0" y="2304441"/>
                    </a:cubicBezTo>
                    <a:cubicBezTo>
                      <a:pt x="0" y="2228324"/>
                      <a:pt x="11342" y="2157616"/>
                      <a:pt x="33709" y="2094310"/>
                    </a:cubicBezTo>
                    <a:cubicBezTo>
                      <a:pt x="55102" y="2033742"/>
                      <a:pt x="87317" y="1977859"/>
                      <a:pt x="129470" y="1928224"/>
                    </a:cubicBezTo>
                    <a:cubicBezTo>
                      <a:pt x="207506" y="1836331"/>
                      <a:pt x="320292" y="1762749"/>
                      <a:pt x="474280" y="1703268"/>
                    </a:cubicBezTo>
                    <a:cubicBezTo>
                      <a:pt x="761224" y="1592408"/>
                      <a:pt x="1144316" y="1548476"/>
                      <a:pt x="1549909" y="1501964"/>
                    </a:cubicBezTo>
                    <a:cubicBezTo>
                      <a:pt x="2027834" y="1447145"/>
                      <a:pt x="2522036" y="1390493"/>
                      <a:pt x="2894509" y="1217821"/>
                    </a:cubicBezTo>
                    <a:cubicBezTo>
                      <a:pt x="3316267" y="1022311"/>
                      <a:pt x="3513472" y="702475"/>
                      <a:pt x="3497444" y="240002"/>
                    </a:cubicBezTo>
                    <a:lnTo>
                      <a:pt x="3497444" y="239323"/>
                    </a:lnTo>
                    <a:cubicBezTo>
                      <a:pt x="3497444" y="239323"/>
                      <a:pt x="3497851" y="238802"/>
                      <a:pt x="3497851" y="238802"/>
                    </a:cubicBezTo>
                    <a:cubicBezTo>
                      <a:pt x="3651206" y="52957"/>
                      <a:pt x="3774292" y="-23183"/>
                      <a:pt x="3874196" y="6083"/>
                    </a:cubicBezTo>
                    <a:cubicBezTo>
                      <a:pt x="4101149" y="72535"/>
                      <a:pt x="4174453" y="680113"/>
                      <a:pt x="4259303" y="1383613"/>
                    </a:cubicBezTo>
                    <a:cubicBezTo>
                      <a:pt x="4338198" y="2037658"/>
                      <a:pt x="4427598" y="2778978"/>
                      <a:pt x="4660210" y="3240728"/>
                    </a:cubicBezTo>
                    <a:cubicBezTo>
                      <a:pt x="4781915" y="3482319"/>
                      <a:pt x="4878605" y="3708362"/>
                      <a:pt x="4947631" y="3912608"/>
                    </a:cubicBezTo>
                    <a:cubicBezTo>
                      <a:pt x="5013350" y="4107099"/>
                      <a:pt x="5055753" y="4287082"/>
                      <a:pt x="5073682" y="4447600"/>
                    </a:cubicBezTo>
                    <a:cubicBezTo>
                      <a:pt x="5090661" y="4599788"/>
                      <a:pt x="5086111" y="4738623"/>
                      <a:pt x="5060122" y="4860257"/>
                    </a:cubicBezTo>
                    <a:cubicBezTo>
                      <a:pt x="5035604" y="4974964"/>
                      <a:pt x="4991368" y="5077472"/>
                      <a:pt x="4928614" y="5164974"/>
                    </a:cubicBezTo>
                    <a:cubicBezTo>
                      <a:pt x="4828551" y="5304510"/>
                      <a:pt x="4677665" y="5411024"/>
                      <a:pt x="4480097" y="5481573"/>
                    </a:cubicBezTo>
                    <a:cubicBezTo>
                      <a:pt x="4310149" y="5542254"/>
                      <a:pt x="4099926" y="5578219"/>
                      <a:pt x="3855271" y="5588472"/>
                    </a:cubicBezTo>
                    <a:cubicBezTo>
                      <a:pt x="3804152" y="5590600"/>
                      <a:pt x="3752333" y="5591596"/>
                      <a:pt x="3700241" y="5591596"/>
                    </a:cubicBezTo>
                    <a:cubicBezTo>
                      <a:pt x="3294692" y="5591596"/>
                      <a:pt x="2867954" y="5531594"/>
                      <a:pt x="2546440" y="5486372"/>
                    </a:cubicBezTo>
                    <a:cubicBezTo>
                      <a:pt x="2486312" y="5477907"/>
                      <a:pt x="2429172" y="5469872"/>
                      <a:pt x="2375722" y="5462719"/>
                    </a:cubicBezTo>
                    <a:cubicBezTo>
                      <a:pt x="2375722" y="5474467"/>
                      <a:pt x="2374907" y="5486009"/>
                      <a:pt x="2373300" y="5497304"/>
                    </a:cubicBezTo>
                    <a:cubicBezTo>
                      <a:pt x="2360848" y="5585168"/>
                      <a:pt x="2301580" y="5654721"/>
                      <a:pt x="2192123" y="5709902"/>
                    </a:cubicBezTo>
                    <a:lnTo>
                      <a:pt x="2191172" y="5710377"/>
                    </a:lnTo>
                    <a:close/>
                    <a:moveTo>
                      <a:pt x="2055974" y="5432368"/>
                    </a:moveTo>
                    <a:cubicBezTo>
                      <a:pt x="1992042" y="5432368"/>
                      <a:pt x="1952470" y="5441172"/>
                      <a:pt x="1943912" y="5462991"/>
                    </a:cubicBezTo>
                    <a:cubicBezTo>
                      <a:pt x="1929039" y="5500880"/>
                      <a:pt x="2007685" y="5578151"/>
                      <a:pt x="2191421" y="5706190"/>
                    </a:cubicBezTo>
                    <a:cubicBezTo>
                      <a:pt x="2299135" y="5651665"/>
                      <a:pt x="2357452" y="5583154"/>
                      <a:pt x="2369677" y="5496783"/>
                    </a:cubicBezTo>
                    <a:cubicBezTo>
                      <a:pt x="2371285" y="5485489"/>
                      <a:pt x="2372055" y="5473969"/>
                      <a:pt x="2372077" y="5462221"/>
                    </a:cubicBezTo>
                    <a:cubicBezTo>
                      <a:pt x="2240275" y="5444590"/>
                      <a:pt x="2131247" y="5432368"/>
                      <a:pt x="2055974" y="5432368"/>
                    </a:cubicBezTo>
                    <a:close/>
                    <a:moveTo>
                      <a:pt x="2375654" y="5459076"/>
                    </a:moveTo>
                    <a:cubicBezTo>
                      <a:pt x="2429285" y="5466250"/>
                      <a:pt x="2486629" y="5474331"/>
                      <a:pt x="2546893" y="5482796"/>
                    </a:cubicBezTo>
                    <a:cubicBezTo>
                      <a:pt x="2868271" y="5527995"/>
                      <a:pt x="3294941" y="5587974"/>
                      <a:pt x="3700196" y="5587974"/>
                    </a:cubicBezTo>
                    <a:cubicBezTo>
                      <a:pt x="3752287" y="5587974"/>
                      <a:pt x="3803949" y="5586979"/>
                      <a:pt x="3855067" y="5584851"/>
                    </a:cubicBezTo>
                    <a:cubicBezTo>
                      <a:pt x="4387822" y="5562557"/>
                      <a:pt x="4737997" y="5424514"/>
                      <a:pt x="4925625" y="5162869"/>
                    </a:cubicBezTo>
                    <a:cubicBezTo>
                      <a:pt x="5054372" y="4983339"/>
                      <a:pt x="5102954" y="4742811"/>
                      <a:pt x="5070037" y="4447984"/>
                    </a:cubicBezTo>
                    <a:cubicBezTo>
                      <a:pt x="5033340" y="4119298"/>
                      <a:pt x="4894362" y="3713658"/>
                      <a:pt x="4656927" y="3242334"/>
                    </a:cubicBezTo>
                    <a:cubicBezTo>
                      <a:pt x="4424044" y="2780019"/>
                      <a:pt x="4334599" y="2038382"/>
                      <a:pt x="4255657" y="1384043"/>
                    </a:cubicBezTo>
                    <a:cubicBezTo>
                      <a:pt x="4170966" y="681788"/>
                      <a:pt x="4097798" y="75319"/>
                      <a:pt x="3873110" y="9523"/>
                    </a:cubicBezTo>
                    <a:cubicBezTo>
                      <a:pt x="3774858" y="-19244"/>
                      <a:pt x="3653130" y="56329"/>
                      <a:pt x="3500998" y="240567"/>
                    </a:cubicBezTo>
                    <a:cubicBezTo>
                      <a:pt x="3505300" y="366343"/>
                      <a:pt x="3493709" y="483155"/>
                      <a:pt x="3466542" y="587723"/>
                    </a:cubicBezTo>
                    <a:cubicBezTo>
                      <a:pt x="3440666" y="687288"/>
                      <a:pt x="3399849" y="778977"/>
                      <a:pt x="3345199" y="860209"/>
                    </a:cubicBezTo>
                    <a:cubicBezTo>
                      <a:pt x="3244774" y="1009478"/>
                      <a:pt x="3097827" y="1127535"/>
                      <a:pt x="2895958" y="1221103"/>
                    </a:cubicBezTo>
                    <a:cubicBezTo>
                      <a:pt x="2522964" y="1394002"/>
                      <a:pt x="2028468" y="1450722"/>
                      <a:pt x="1550249" y="1505563"/>
                    </a:cubicBezTo>
                    <a:cubicBezTo>
                      <a:pt x="1144904" y="1552052"/>
                      <a:pt x="762039" y="1595962"/>
                      <a:pt x="475525" y="1706640"/>
                    </a:cubicBezTo>
                    <a:cubicBezTo>
                      <a:pt x="153535" y="1831035"/>
                      <a:pt x="3554" y="2020999"/>
                      <a:pt x="3554" y="2304463"/>
                    </a:cubicBezTo>
                    <a:cubicBezTo>
                      <a:pt x="3554" y="2606713"/>
                      <a:pt x="158765" y="2945041"/>
                      <a:pt x="478083" y="3338709"/>
                    </a:cubicBezTo>
                    <a:cubicBezTo>
                      <a:pt x="757104" y="3682740"/>
                      <a:pt x="1126612" y="4025912"/>
                      <a:pt x="1452609" y="4328682"/>
                    </a:cubicBezTo>
                    <a:cubicBezTo>
                      <a:pt x="1944501" y="4785543"/>
                      <a:pt x="2372349" y="5182900"/>
                      <a:pt x="2375631" y="545907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21CB4C7-8103-742C-FCEC-13CEBB2DA28E}"/>
                  </a:ext>
                </a:extLst>
              </p:cNvPr>
              <p:cNvSpPr/>
              <p:nvPr/>
            </p:nvSpPr>
            <p:spPr>
              <a:xfrm>
                <a:off x="3891629" y="175076"/>
                <a:ext cx="5058051" cy="5672760"/>
              </a:xfrm>
              <a:custGeom>
                <a:avLst/>
                <a:gdLst>
                  <a:gd name="connsiteX0" fmla="*/ 2145849 w 5058051"/>
                  <a:gd name="connsiteY0" fmla="*/ 5672761 h 5672760"/>
                  <a:gd name="connsiteX1" fmla="*/ 2145080 w 5058051"/>
                  <a:gd name="connsiteY1" fmla="*/ 5672173 h 5672760"/>
                  <a:gd name="connsiteX2" fmla="*/ 1886116 w 5058051"/>
                  <a:gd name="connsiteY2" fmla="*/ 5385246 h 5672760"/>
                  <a:gd name="connsiteX3" fmla="*/ 2306086 w 5058051"/>
                  <a:gd name="connsiteY3" fmla="*/ 5380334 h 5672760"/>
                  <a:gd name="connsiteX4" fmla="*/ 2097470 w 5058051"/>
                  <a:gd name="connsiteY4" fmla="*/ 5049951 h 5672760"/>
                  <a:gd name="connsiteX5" fmla="*/ 1464381 w 5058051"/>
                  <a:gd name="connsiteY5" fmla="*/ 4385562 h 5672760"/>
                  <a:gd name="connsiteX6" fmla="*/ 484173 w 5058051"/>
                  <a:gd name="connsiteY6" fmla="*/ 3326329 h 5672760"/>
                  <a:gd name="connsiteX7" fmla="*/ 0 w 5058051"/>
                  <a:gd name="connsiteY7" fmla="*/ 2244463 h 5672760"/>
                  <a:gd name="connsiteX8" fmla="*/ 34184 w 5058051"/>
                  <a:gd name="connsiteY8" fmla="*/ 2031412 h 5672760"/>
                  <a:gd name="connsiteX9" fmla="*/ 131259 w 5058051"/>
                  <a:gd name="connsiteY9" fmla="*/ 1861931 h 5672760"/>
                  <a:gd name="connsiteX10" fmla="*/ 480664 w 5058051"/>
                  <a:gd name="connsiteY10" fmla="*/ 1628917 h 5672760"/>
                  <a:gd name="connsiteX11" fmla="*/ 1569560 w 5058051"/>
                  <a:gd name="connsiteY11" fmla="*/ 1408307 h 5672760"/>
                  <a:gd name="connsiteX12" fmla="*/ 2878164 w 5058051"/>
                  <a:gd name="connsiteY12" fmla="*/ 1122580 h 5672760"/>
                  <a:gd name="connsiteX13" fmla="*/ 3524973 w 5058051"/>
                  <a:gd name="connsiteY13" fmla="*/ 231923 h 5672760"/>
                  <a:gd name="connsiteX14" fmla="*/ 3524973 w 5058051"/>
                  <a:gd name="connsiteY14" fmla="*/ 231243 h 5672760"/>
                  <a:gd name="connsiteX15" fmla="*/ 3525471 w 5058051"/>
                  <a:gd name="connsiteY15" fmla="*/ 230746 h 5672760"/>
                  <a:gd name="connsiteX16" fmla="*/ 3930340 w 5058051"/>
                  <a:gd name="connsiteY16" fmla="*/ 8709 h 5672760"/>
                  <a:gd name="connsiteX17" fmla="*/ 4146200 w 5058051"/>
                  <a:gd name="connsiteY17" fmla="*/ 444045 h 5672760"/>
                  <a:gd name="connsiteX18" fmla="*/ 4235147 w 5058051"/>
                  <a:gd name="connsiteY18" fmla="*/ 1321620 h 5672760"/>
                  <a:gd name="connsiteX19" fmla="*/ 4585457 w 5058051"/>
                  <a:gd name="connsiteY19" fmla="*/ 3232762 h 5672760"/>
                  <a:gd name="connsiteX20" fmla="*/ 4898210 w 5058051"/>
                  <a:gd name="connsiteY20" fmla="*/ 3922387 h 5672760"/>
                  <a:gd name="connsiteX21" fmla="*/ 5042260 w 5058051"/>
                  <a:gd name="connsiteY21" fmla="*/ 4466659 h 5672760"/>
                  <a:gd name="connsiteX22" fmla="*/ 5040245 w 5058051"/>
                  <a:gd name="connsiteY22" fmla="*/ 4881398 h 5672760"/>
                  <a:gd name="connsiteX23" fmla="*/ 4914759 w 5058051"/>
                  <a:gd name="connsiteY23" fmla="*/ 5182267 h 5672760"/>
                  <a:gd name="connsiteX24" fmla="*/ 4727719 w 5058051"/>
                  <a:gd name="connsiteY24" fmla="*/ 5360168 h 5672760"/>
                  <a:gd name="connsiteX25" fmla="*/ 4481954 w 5058051"/>
                  <a:gd name="connsiteY25" fmla="*/ 5476346 h 5672760"/>
                  <a:gd name="connsiteX26" fmla="*/ 3870733 w 5058051"/>
                  <a:gd name="connsiteY26" fmla="*/ 5562784 h 5672760"/>
                  <a:gd name="connsiteX27" fmla="*/ 2561925 w 5058051"/>
                  <a:gd name="connsiteY27" fmla="*/ 5425217 h 5672760"/>
                  <a:gd name="connsiteX28" fmla="*/ 2311428 w 5058051"/>
                  <a:gd name="connsiteY28" fmla="*/ 5384838 h 5672760"/>
                  <a:gd name="connsiteX29" fmla="*/ 2322317 w 5058051"/>
                  <a:gd name="connsiteY29" fmla="*/ 5519056 h 5672760"/>
                  <a:gd name="connsiteX30" fmla="*/ 2146777 w 5058051"/>
                  <a:gd name="connsiteY30" fmla="*/ 5672422 h 5672760"/>
                  <a:gd name="connsiteX31" fmla="*/ 2145849 w 5058051"/>
                  <a:gd name="connsiteY31" fmla="*/ 5672716 h 5672760"/>
                  <a:gd name="connsiteX32" fmla="*/ 2006237 w 5058051"/>
                  <a:gd name="connsiteY32" fmla="*/ 5352970 h 5672760"/>
                  <a:gd name="connsiteX33" fmla="*/ 1889489 w 5058051"/>
                  <a:gd name="connsiteY33" fmla="*/ 5386717 h 5672760"/>
                  <a:gd name="connsiteX34" fmla="*/ 2146551 w 5058051"/>
                  <a:gd name="connsiteY34" fmla="*/ 5668664 h 5672760"/>
                  <a:gd name="connsiteX35" fmla="*/ 2318741 w 5058051"/>
                  <a:gd name="connsiteY35" fmla="*/ 5518241 h 5672760"/>
                  <a:gd name="connsiteX36" fmla="*/ 2307399 w 5058051"/>
                  <a:gd name="connsiteY36" fmla="*/ 5384272 h 5672760"/>
                  <a:gd name="connsiteX37" fmla="*/ 2096270 w 5058051"/>
                  <a:gd name="connsiteY37" fmla="*/ 5357519 h 5672760"/>
                  <a:gd name="connsiteX38" fmla="*/ 2006237 w 5058051"/>
                  <a:gd name="connsiteY38" fmla="*/ 5352993 h 5672760"/>
                  <a:gd name="connsiteX39" fmla="*/ 2310115 w 5058051"/>
                  <a:gd name="connsiteY39" fmla="*/ 5380945 h 5672760"/>
                  <a:gd name="connsiteX40" fmla="*/ 2562491 w 5058051"/>
                  <a:gd name="connsiteY40" fmla="*/ 5421618 h 5672760"/>
                  <a:gd name="connsiteX41" fmla="*/ 3870642 w 5058051"/>
                  <a:gd name="connsiteY41" fmla="*/ 5559118 h 5672760"/>
                  <a:gd name="connsiteX42" fmla="*/ 4911725 w 5058051"/>
                  <a:gd name="connsiteY42" fmla="*/ 5180117 h 5672760"/>
                  <a:gd name="connsiteX43" fmla="*/ 5038547 w 5058051"/>
                  <a:gd name="connsiteY43" fmla="*/ 4467202 h 5672760"/>
                  <a:gd name="connsiteX44" fmla="*/ 4582152 w 5058051"/>
                  <a:gd name="connsiteY44" fmla="*/ 3234504 h 5672760"/>
                  <a:gd name="connsiteX45" fmla="*/ 4231434 w 5058051"/>
                  <a:gd name="connsiteY45" fmla="*/ 1321915 h 5672760"/>
                  <a:gd name="connsiteX46" fmla="*/ 3929073 w 5058051"/>
                  <a:gd name="connsiteY46" fmla="*/ 12195 h 5672760"/>
                  <a:gd name="connsiteX47" fmla="*/ 3528595 w 5058051"/>
                  <a:gd name="connsiteY47" fmla="*/ 232783 h 5672760"/>
                  <a:gd name="connsiteX48" fmla="*/ 3470594 w 5058051"/>
                  <a:gd name="connsiteY48" fmla="*/ 544946 h 5672760"/>
                  <a:gd name="connsiteX49" fmla="*/ 3335012 w 5058051"/>
                  <a:gd name="connsiteY49" fmla="*/ 792106 h 5672760"/>
                  <a:gd name="connsiteX50" fmla="*/ 2879613 w 5058051"/>
                  <a:gd name="connsiteY50" fmla="*/ 1125975 h 5672760"/>
                  <a:gd name="connsiteX51" fmla="*/ 1570013 w 5058051"/>
                  <a:gd name="connsiteY51" fmla="*/ 1411974 h 5672760"/>
                  <a:gd name="connsiteX52" fmla="*/ 481999 w 5058051"/>
                  <a:gd name="connsiteY52" fmla="*/ 1632358 h 5672760"/>
                  <a:gd name="connsiteX53" fmla="*/ 3645 w 5058051"/>
                  <a:gd name="connsiteY53" fmla="*/ 2244508 h 5672760"/>
                  <a:gd name="connsiteX54" fmla="*/ 487048 w 5058051"/>
                  <a:gd name="connsiteY54" fmla="*/ 3324111 h 5672760"/>
                  <a:gd name="connsiteX55" fmla="*/ 1466939 w 5058051"/>
                  <a:gd name="connsiteY55" fmla="*/ 4382982 h 5672760"/>
                  <a:gd name="connsiteX56" fmla="*/ 2100278 w 5058051"/>
                  <a:gd name="connsiteY56" fmla="*/ 5047642 h 5672760"/>
                  <a:gd name="connsiteX57" fmla="*/ 2310092 w 5058051"/>
                  <a:gd name="connsiteY57" fmla="*/ 5380968 h 567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058051" h="5672760">
                    <a:moveTo>
                      <a:pt x="2145849" y="5672761"/>
                    </a:moveTo>
                    <a:lnTo>
                      <a:pt x="2145080" y="5672173"/>
                    </a:lnTo>
                    <a:cubicBezTo>
                      <a:pt x="1948689" y="5521953"/>
                      <a:pt x="1866398" y="5430785"/>
                      <a:pt x="1886116" y="5385246"/>
                    </a:cubicBezTo>
                    <a:cubicBezTo>
                      <a:pt x="1909094" y="5332170"/>
                      <a:pt x="2068515" y="5344505"/>
                      <a:pt x="2306086" y="5380334"/>
                    </a:cubicBezTo>
                    <a:cubicBezTo>
                      <a:pt x="2276134" y="5292222"/>
                      <a:pt x="2207426" y="5183874"/>
                      <a:pt x="2097470" y="5049951"/>
                    </a:cubicBezTo>
                    <a:cubicBezTo>
                      <a:pt x="1938706" y="4856614"/>
                      <a:pt x="1708312" y="4627810"/>
                      <a:pt x="1464381" y="4385562"/>
                    </a:cubicBezTo>
                    <a:cubicBezTo>
                      <a:pt x="1137728" y="4061154"/>
                      <a:pt x="767495" y="3693492"/>
                      <a:pt x="484173" y="3326329"/>
                    </a:cubicBezTo>
                    <a:cubicBezTo>
                      <a:pt x="158380" y="2904143"/>
                      <a:pt x="0" y="2550266"/>
                      <a:pt x="0" y="2244463"/>
                    </a:cubicBezTo>
                    <a:cubicBezTo>
                      <a:pt x="0" y="2167486"/>
                      <a:pt x="11500" y="2095805"/>
                      <a:pt x="34184" y="2031412"/>
                    </a:cubicBezTo>
                    <a:cubicBezTo>
                      <a:pt x="55872" y="1969826"/>
                      <a:pt x="88540" y="1912789"/>
                      <a:pt x="131259" y="1861931"/>
                    </a:cubicBezTo>
                    <a:cubicBezTo>
                      <a:pt x="210336" y="1767775"/>
                      <a:pt x="324638" y="1691545"/>
                      <a:pt x="480664" y="1628917"/>
                    </a:cubicBezTo>
                    <a:cubicBezTo>
                      <a:pt x="771389" y="1512241"/>
                      <a:pt x="1159099" y="1461745"/>
                      <a:pt x="1569560" y="1408307"/>
                    </a:cubicBezTo>
                    <a:cubicBezTo>
                      <a:pt x="2031660" y="1348147"/>
                      <a:pt x="2509494" y="1285927"/>
                      <a:pt x="2878164" y="1122580"/>
                    </a:cubicBezTo>
                    <a:cubicBezTo>
                      <a:pt x="3295304" y="937776"/>
                      <a:pt x="3506862" y="646435"/>
                      <a:pt x="3524973" y="231923"/>
                    </a:cubicBezTo>
                    <a:lnTo>
                      <a:pt x="3524973" y="231243"/>
                    </a:lnTo>
                    <a:cubicBezTo>
                      <a:pt x="3524973" y="231243"/>
                      <a:pt x="3525471" y="230746"/>
                      <a:pt x="3525471" y="230746"/>
                    </a:cubicBezTo>
                    <a:cubicBezTo>
                      <a:pt x="3697185" y="45874"/>
                      <a:pt x="3829621" y="-26758"/>
                      <a:pt x="3930340" y="8709"/>
                    </a:cubicBezTo>
                    <a:cubicBezTo>
                      <a:pt x="4029633" y="43656"/>
                      <a:pt x="4098206" y="181993"/>
                      <a:pt x="4146200" y="444045"/>
                    </a:cubicBezTo>
                    <a:cubicBezTo>
                      <a:pt x="4189236" y="679118"/>
                      <a:pt x="4211535" y="991214"/>
                      <a:pt x="4235147" y="1321620"/>
                    </a:cubicBezTo>
                    <a:cubicBezTo>
                      <a:pt x="4283435" y="1997575"/>
                      <a:pt x="4338176" y="2763724"/>
                      <a:pt x="4585457" y="3232762"/>
                    </a:cubicBezTo>
                    <a:cubicBezTo>
                      <a:pt x="4716648" y="3481619"/>
                      <a:pt x="4821873" y="3713659"/>
                      <a:pt x="4898210" y="3922387"/>
                    </a:cubicBezTo>
                    <a:cubicBezTo>
                      <a:pt x="4970880" y="4121178"/>
                      <a:pt x="5019349" y="4304285"/>
                      <a:pt x="5042260" y="4466659"/>
                    </a:cubicBezTo>
                    <a:cubicBezTo>
                      <a:pt x="5063970" y="4620613"/>
                      <a:pt x="5063291" y="4760149"/>
                      <a:pt x="5040245" y="4881398"/>
                    </a:cubicBezTo>
                    <a:cubicBezTo>
                      <a:pt x="5018512" y="4995721"/>
                      <a:pt x="4976291" y="5096961"/>
                      <a:pt x="4914759" y="5182267"/>
                    </a:cubicBezTo>
                    <a:cubicBezTo>
                      <a:pt x="4865475" y="5250575"/>
                      <a:pt x="4802562" y="5310419"/>
                      <a:pt x="4727719" y="5360168"/>
                    </a:cubicBezTo>
                    <a:cubicBezTo>
                      <a:pt x="4657516" y="5406838"/>
                      <a:pt x="4574817" y="5445927"/>
                      <a:pt x="4481954" y="5476346"/>
                    </a:cubicBezTo>
                    <a:cubicBezTo>
                      <a:pt x="4316556" y="5530531"/>
                      <a:pt x="4110906" y="5559615"/>
                      <a:pt x="3870733" y="5562784"/>
                    </a:cubicBezTo>
                    <a:cubicBezTo>
                      <a:pt x="3428849" y="5568669"/>
                      <a:pt x="2948140" y="5489112"/>
                      <a:pt x="2561925" y="5425217"/>
                    </a:cubicBezTo>
                    <a:cubicBezTo>
                      <a:pt x="2471846" y="5410324"/>
                      <a:pt x="2387698" y="5396404"/>
                      <a:pt x="2311428" y="5384838"/>
                    </a:cubicBezTo>
                    <a:cubicBezTo>
                      <a:pt x="2328022" y="5435991"/>
                      <a:pt x="2331509" y="5480398"/>
                      <a:pt x="2322317" y="5519056"/>
                    </a:cubicBezTo>
                    <a:cubicBezTo>
                      <a:pt x="2305723" y="5589039"/>
                      <a:pt x="2248289" y="5639218"/>
                      <a:pt x="2146777" y="5672422"/>
                    </a:cubicBezTo>
                    <a:lnTo>
                      <a:pt x="2145849" y="5672716"/>
                    </a:lnTo>
                    <a:close/>
                    <a:moveTo>
                      <a:pt x="2006237" y="5352970"/>
                    </a:moveTo>
                    <a:cubicBezTo>
                      <a:pt x="1936962" y="5352970"/>
                      <a:pt x="1899292" y="5364038"/>
                      <a:pt x="1889489" y="5386717"/>
                    </a:cubicBezTo>
                    <a:cubicBezTo>
                      <a:pt x="1870586" y="5430377"/>
                      <a:pt x="1952266" y="5519984"/>
                      <a:pt x="2146551" y="5668664"/>
                    </a:cubicBezTo>
                    <a:cubicBezTo>
                      <a:pt x="2246184" y="5635868"/>
                      <a:pt x="2302509" y="5586662"/>
                      <a:pt x="2318741" y="5518241"/>
                    </a:cubicBezTo>
                    <a:cubicBezTo>
                      <a:pt x="2327864" y="5479764"/>
                      <a:pt x="2324264" y="5435470"/>
                      <a:pt x="2307399" y="5384272"/>
                    </a:cubicBezTo>
                    <a:cubicBezTo>
                      <a:pt x="2227484" y="5372186"/>
                      <a:pt x="2156354" y="5362748"/>
                      <a:pt x="2096270" y="5357519"/>
                    </a:cubicBezTo>
                    <a:cubicBezTo>
                      <a:pt x="2061815" y="5354509"/>
                      <a:pt x="2031864" y="5352993"/>
                      <a:pt x="2006237" y="5352993"/>
                    </a:cubicBezTo>
                    <a:close/>
                    <a:moveTo>
                      <a:pt x="2310115" y="5380945"/>
                    </a:moveTo>
                    <a:cubicBezTo>
                      <a:pt x="2386837" y="5392556"/>
                      <a:pt x="2471619" y="5406589"/>
                      <a:pt x="2562491" y="5421618"/>
                    </a:cubicBezTo>
                    <a:cubicBezTo>
                      <a:pt x="2948570" y="5485467"/>
                      <a:pt x="3429075" y="5564957"/>
                      <a:pt x="3870642" y="5559118"/>
                    </a:cubicBezTo>
                    <a:cubicBezTo>
                      <a:pt x="4392168" y="5552237"/>
                      <a:pt x="4732699" y="5428272"/>
                      <a:pt x="4911725" y="5180117"/>
                    </a:cubicBezTo>
                    <a:cubicBezTo>
                      <a:pt x="5037936" y="5005181"/>
                      <a:pt x="5080610" y="4765310"/>
                      <a:pt x="5038547" y="4467202"/>
                    </a:cubicBezTo>
                    <a:cubicBezTo>
                      <a:pt x="4991662" y="4134758"/>
                      <a:pt x="4838104" y="3720019"/>
                      <a:pt x="4582152" y="3234504"/>
                    </a:cubicBezTo>
                    <a:cubicBezTo>
                      <a:pt x="4334508" y="2764765"/>
                      <a:pt x="4279745" y="1998231"/>
                      <a:pt x="4231434" y="1321915"/>
                    </a:cubicBezTo>
                    <a:cubicBezTo>
                      <a:pt x="4184119" y="659586"/>
                      <a:pt x="4143234" y="87588"/>
                      <a:pt x="3929073" y="12195"/>
                    </a:cubicBezTo>
                    <a:cubicBezTo>
                      <a:pt x="3829961" y="-22684"/>
                      <a:pt x="3698973" y="49473"/>
                      <a:pt x="3528595" y="232783"/>
                    </a:cubicBezTo>
                    <a:cubicBezTo>
                      <a:pt x="3523614" y="345521"/>
                      <a:pt x="3504100" y="450541"/>
                      <a:pt x="3470594" y="544946"/>
                    </a:cubicBezTo>
                    <a:cubicBezTo>
                      <a:pt x="3438697" y="634870"/>
                      <a:pt x="3393080" y="718026"/>
                      <a:pt x="3335012" y="792106"/>
                    </a:cubicBezTo>
                    <a:cubicBezTo>
                      <a:pt x="3228293" y="928270"/>
                      <a:pt x="3079331" y="1037477"/>
                      <a:pt x="2879613" y="1125975"/>
                    </a:cubicBezTo>
                    <a:cubicBezTo>
                      <a:pt x="2510467" y="1289526"/>
                      <a:pt x="2032362" y="1351791"/>
                      <a:pt x="1570013" y="1411974"/>
                    </a:cubicBezTo>
                    <a:cubicBezTo>
                      <a:pt x="1159778" y="1465389"/>
                      <a:pt x="772295" y="1515840"/>
                      <a:pt x="481999" y="1632358"/>
                    </a:cubicBezTo>
                    <a:cubicBezTo>
                      <a:pt x="155641" y="1763339"/>
                      <a:pt x="3645" y="1957853"/>
                      <a:pt x="3645" y="2244508"/>
                    </a:cubicBezTo>
                    <a:cubicBezTo>
                      <a:pt x="3645" y="2549451"/>
                      <a:pt x="161776" y="2902604"/>
                      <a:pt x="487048" y="3324111"/>
                    </a:cubicBezTo>
                    <a:cubicBezTo>
                      <a:pt x="770212" y="3691071"/>
                      <a:pt x="1140376" y="4058664"/>
                      <a:pt x="1466939" y="4382982"/>
                    </a:cubicBezTo>
                    <a:cubicBezTo>
                      <a:pt x="1710938" y="4625298"/>
                      <a:pt x="1941399" y="4854170"/>
                      <a:pt x="2100278" y="5047642"/>
                    </a:cubicBezTo>
                    <a:cubicBezTo>
                      <a:pt x="2211162" y="5182674"/>
                      <a:pt x="2280255" y="5291972"/>
                      <a:pt x="2310092" y="5380968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7F2230F-9F32-443B-8BC5-E577773897A6}"/>
                  </a:ext>
                </a:extLst>
              </p:cNvPr>
              <p:cNvSpPr/>
              <p:nvPr/>
            </p:nvSpPr>
            <p:spPr>
              <a:xfrm>
                <a:off x="3936703" y="182857"/>
                <a:ext cx="5035073" cy="5635239"/>
              </a:xfrm>
              <a:custGeom>
                <a:avLst/>
                <a:gdLst>
                  <a:gd name="connsiteX0" fmla="*/ 2100572 w 5035073"/>
                  <a:gd name="connsiteY0" fmla="*/ 5635239 h 5635239"/>
                  <a:gd name="connsiteX1" fmla="*/ 2099938 w 5035073"/>
                  <a:gd name="connsiteY1" fmla="*/ 5634696 h 5635239"/>
                  <a:gd name="connsiteX2" fmla="*/ 1832010 w 5035073"/>
                  <a:gd name="connsiteY2" fmla="*/ 5308251 h 5635239"/>
                  <a:gd name="connsiteX3" fmla="*/ 2205343 w 5035073"/>
                  <a:gd name="connsiteY3" fmla="*/ 5295146 h 5635239"/>
                  <a:gd name="connsiteX4" fmla="*/ 2074854 w 5035073"/>
                  <a:gd name="connsiteY4" fmla="*/ 5108758 h 5635239"/>
                  <a:gd name="connsiteX5" fmla="*/ 1482039 w 5035073"/>
                  <a:gd name="connsiteY5" fmla="*/ 4449439 h 5635239"/>
                  <a:gd name="connsiteX6" fmla="*/ 494971 w 5035073"/>
                  <a:gd name="connsiteY6" fmla="*/ 3317281 h 5635239"/>
                  <a:gd name="connsiteX7" fmla="*/ 0 w 5035073"/>
                  <a:gd name="connsiteY7" fmla="*/ 2184647 h 5635239"/>
                  <a:gd name="connsiteX8" fmla="*/ 34818 w 5035073"/>
                  <a:gd name="connsiteY8" fmla="*/ 1967997 h 5635239"/>
                  <a:gd name="connsiteX9" fmla="*/ 133704 w 5035073"/>
                  <a:gd name="connsiteY9" fmla="*/ 1794555 h 5635239"/>
                  <a:gd name="connsiteX10" fmla="*/ 489470 w 5035073"/>
                  <a:gd name="connsiteY10" fmla="*/ 1552692 h 5635239"/>
                  <a:gd name="connsiteX11" fmla="*/ 1596590 w 5035073"/>
                  <a:gd name="connsiteY11" fmla="*/ 1311960 h 5635239"/>
                  <a:gd name="connsiteX12" fmla="*/ 2866233 w 5035073"/>
                  <a:gd name="connsiteY12" fmla="*/ 1026980 h 5635239"/>
                  <a:gd name="connsiteX13" fmla="*/ 3552569 w 5035073"/>
                  <a:gd name="connsiteY13" fmla="*/ 223938 h 5635239"/>
                  <a:gd name="connsiteX14" fmla="*/ 3552660 w 5035073"/>
                  <a:gd name="connsiteY14" fmla="*/ 223281 h 5635239"/>
                  <a:gd name="connsiteX15" fmla="*/ 3553135 w 5035073"/>
                  <a:gd name="connsiteY15" fmla="*/ 222829 h 5635239"/>
                  <a:gd name="connsiteX16" fmla="*/ 3986394 w 5035073"/>
                  <a:gd name="connsiteY16" fmla="*/ 11724 h 5635239"/>
                  <a:gd name="connsiteX17" fmla="*/ 4174883 w 5035073"/>
                  <a:gd name="connsiteY17" fmla="*/ 436038 h 5635239"/>
                  <a:gd name="connsiteX18" fmla="*/ 4218349 w 5035073"/>
                  <a:gd name="connsiteY18" fmla="*/ 1273393 h 5635239"/>
                  <a:gd name="connsiteX19" fmla="*/ 4510750 w 5035073"/>
                  <a:gd name="connsiteY19" fmla="*/ 3224935 h 5635239"/>
                  <a:gd name="connsiteX20" fmla="*/ 4849560 w 5035073"/>
                  <a:gd name="connsiteY20" fmla="*/ 3931535 h 5635239"/>
                  <a:gd name="connsiteX21" fmla="*/ 5012218 w 5035073"/>
                  <a:gd name="connsiteY21" fmla="*/ 4484498 h 5635239"/>
                  <a:gd name="connsiteX22" fmla="*/ 5022292 w 5035073"/>
                  <a:gd name="connsiteY22" fmla="*/ 4900913 h 5635239"/>
                  <a:gd name="connsiteX23" fmla="*/ 4903213 w 5035073"/>
                  <a:gd name="connsiteY23" fmla="*/ 5197685 h 5635239"/>
                  <a:gd name="connsiteX24" fmla="*/ 4723553 w 5035073"/>
                  <a:gd name="connsiteY24" fmla="*/ 5364812 h 5635239"/>
                  <a:gd name="connsiteX25" fmla="*/ 4485191 w 5035073"/>
                  <a:gd name="connsiteY25" fmla="*/ 5470693 h 5635239"/>
                  <a:gd name="connsiteX26" fmla="*/ 3886466 w 5035073"/>
                  <a:gd name="connsiteY26" fmla="*/ 5537892 h 5635239"/>
                  <a:gd name="connsiteX27" fmla="*/ 2577840 w 5035073"/>
                  <a:gd name="connsiteY27" fmla="*/ 5366080 h 5635239"/>
                  <a:gd name="connsiteX28" fmla="*/ 2212678 w 5035073"/>
                  <a:gd name="connsiteY28" fmla="*/ 5300216 h 5635239"/>
                  <a:gd name="connsiteX29" fmla="*/ 2271675 w 5035073"/>
                  <a:gd name="connsiteY29" fmla="*/ 5533750 h 5635239"/>
                  <a:gd name="connsiteX30" fmla="*/ 2101477 w 5035073"/>
                  <a:gd name="connsiteY30" fmla="*/ 5635081 h 5635239"/>
                  <a:gd name="connsiteX31" fmla="*/ 2100640 w 5035073"/>
                  <a:gd name="connsiteY31" fmla="*/ 5635194 h 5635239"/>
                  <a:gd name="connsiteX32" fmla="*/ 1956069 w 5035073"/>
                  <a:gd name="connsiteY32" fmla="*/ 5273440 h 5635239"/>
                  <a:gd name="connsiteX33" fmla="*/ 1835428 w 5035073"/>
                  <a:gd name="connsiteY33" fmla="*/ 5309858 h 5635239"/>
                  <a:gd name="connsiteX34" fmla="*/ 1880388 w 5035073"/>
                  <a:gd name="connsiteY34" fmla="*/ 5421736 h 5635239"/>
                  <a:gd name="connsiteX35" fmla="*/ 2101726 w 5035073"/>
                  <a:gd name="connsiteY35" fmla="*/ 5631279 h 5635239"/>
                  <a:gd name="connsiteX36" fmla="*/ 2268098 w 5035073"/>
                  <a:gd name="connsiteY36" fmla="*/ 5532573 h 5635239"/>
                  <a:gd name="connsiteX37" fmla="*/ 2207947 w 5035073"/>
                  <a:gd name="connsiteY37" fmla="*/ 5299537 h 5635239"/>
                  <a:gd name="connsiteX38" fmla="*/ 1956115 w 5035073"/>
                  <a:gd name="connsiteY38" fmla="*/ 5273463 h 5635239"/>
                  <a:gd name="connsiteX39" fmla="*/ 2210097 w 5035073"/>
                  <a:gd name="connsiteY39" fmla="*/ 5295893 h 5635239"/>
                  <a:gd name="connsiteX40" fmla="*/ 2578496 w 5035073"/>
                  <a:gd name="connsiteY40" fmla="*/ 5362413 h 5635239"/>
                  <a:gd name="connsiteX41" fmla="*/ 3886489 w 5035073"/>
                  <a:gd name="connsiteY41" fmla="*/ 5534157 h 5635239"/>
                  <a:gd name="connsiteX42" fmla="*/ 4900134 w 5035073"/>
                  <a:gd name="connsiteY42" fmla="*/ 5195490 h 5635239"/>
                  <a:gd name="connsiteX43" fmla="*/ 5008483 w 5035073"/>
                  <a:gd name="connsiteY43" fmla="*/ 4485155 h 5635239"/>
                  <a:gd name="connsiteX44" fmla="*/ 4507422 w 5035073"/>
                  <a:gd name="connsiteY44" fmla="*/ 3226768 h 5635239"/>
                  <a:gd name="connsiteX45" fmla="*/ 4268562 w 5035073"/>
                  <a:gd name="connsiteY45" fmla="*/ 2328348 h 5635239"/>
                  <a:gd name="connsiteX46" fmla="*/ 4214546 w 5035073"/>
                  <a:gd name="connsiteY46" fmla="*/ 1273506 h 5635239"/>
                  <a:gd name="connsiteX47" fmla="*/ 4171102 w 5035073"/>
                  <a:gd name="connsiteY47" fmla="*/ 436581 h 5635239"/>
                  <a:gd name="connsiteX48" fmla="*/ 3984922 w 5035073"/>
                  <a:gd name="connsiteY48" fmla="*/ 15233 h 5635239"/>
                  <a:gd name="connsiteX49" fmla="*/ 3556169 w 5035073"/>
                  <a:gd name="connsiteY49" fmla="*/ 225115 h 5635239"/>
                  <a:gd name="connsiteX50" fmla="*/ 3475892 w 5035073"/>
                  <a:gd name="connsiteY50" fmla="*/ 502490 h 5635239"/>
                  <a:gd name="connsiteX51" fmla="*/ 3327201 w 5035073"/>
                  <a:gd name="connsiteY51" fmla="*/ 724277 h 5635239"/>
                  <a:gd name="connsiteX52" fmla="*/ 2867660 w 5035073"/>
                  <a:gd name="connsiteY52" fmla="*/ 1030466 h 5635239"/>
                  <a:gd name="connsiteX53" fmla="*/ 1597111 w 5035073"/>
                  <a:gd name="connsiteY53" fmla="*/ 1315718 h 5635239"/>
                  <a:gd name="connsiteX54" fmla="*/ 490896 w 5035073"/>
                  <a:gd name="connsiteY54" fmla="*/ 1556200 h 5635239"/>
                  <a:gd name="connsiteX55" fmla="*/ 3758 w 5035073"/>
                  <a:gd name="connsiteY55" fmla="*/ 2184669 h 5635239"/>
                  <a:gd name="connsiteX56" fmla="*/ 498005 w 5035073"/>
                  <a:gd name="connsiteY56" fmla="*/ 3315062 h 5635239"/>
                  <a:gd name="connsiteX57" fmla="*/ 1484778 w 5035073"/>
                  <a:gd name="connsiteY57" fmla="*/ 4446859 h 5635239"/>
                  <a:gd name="connsiteX58" fmla="*/ 2077820 w 5035073"/>
                  <a:gd name="connsiteY58" fmla="*/ 5106449 h 5635239"/>
                  <a:gd name="connsiteX59" fmla="*/ 2210075 w 5035073"/>
                  <a:gd name="connsiteY59" fmla="*/ 5295915 h 563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035073" h="5635239">
                    <a:moveTo>
                      <a:pt x="2100572" y="5635239"/>
                    </a:moveTo>
                    <a:lnTo>
                      <a:pt x="2099938" y="5634696"/>
                    </a:lnTo>
                    <a:cubicBezTo>
                      <a:pt x="1893043" y="5463224"/>
                      <a:pt x="1807899" y="5359493"/>
                      <a:pt x="1832010" y="5308251"/>
                    </a:cubicBezTo>
                    <a:cubicBezTo>
                      <a:pt x="1856912" y="5255311"/>
                      <a:pt x="1995393" y="5262010"/>
                      <a:pt x="2205343" y="5295146"/>
                    </a:cubicBezTo>
                    <a:cubicBezTo>
                      <a:pt x="2173242" y="5240735"/>
                      <a:pt x="2129866" y="5178854"/>
                      <a:pt x="2074854" y="5108758"/>
                    </a:cubicBezTo>
                    <a:cubicBezTo>
                      <a:pt x="1928790" y="4922573"/>
                      <a:pt x="1711776" y="4692751"/>
                      <a:pt x="1482039" y="4449439"/>
                    </a:cubicBezTo>
                    <a:cubicBezTo>
                      <a:pt x="1154548" y="4102623"/>
                      <a:pt x="783365" y="3709544"/>
                      <a:pt x="494971" y="3317281"/>
                    </a:cubicBezTo>
                    <a:cubicBezTo>
                      <a:pt x="161912" y="2864268"/>
                      <a:pt x="0" y="2493777"/>
                      <a:pt x="0" y="2184647"/>
                    </a:cubicBezTo>
                    <a:cubicBezTo>
                      <a:pt x="0" y="2106583"/>
                      <a:pt x="11727" y="2033680"/>
                      <a:pt x="34818" y="1967997"/>
                    </a:cubicBezTo>
                    <a:cubicBezTo>
                      <a:pt x="56914" y="1905189"/>
                      <a:pt x="90192" y="1846839"/>
                      <a:pt x="133704" y="1794555"/>
                    </a:cubicBezTo>
                    <a:cubicBezTo>
                      <a:pt x="214252" y="1697796"/>
                      <a:pt x="330615" y="1618692"/>
                      <a:pt x="489470" y="1552692"/>
                    </a:cubicBezTo>
                    <a:cubicBezTo>
                      <a:pt x="785380" y="1429769"/>
                      <a:pt x="1179405" y="1372528"/>
                      <a:pt x="1596590" y="1311960"/>
                    </a:cubicBezTo>
                    <a:cubicBezTo>
                      <a:pt x="2042006" y="1247273"/>
                      <a:pt x="2502566" y="1180391"/>
                      <a:pt x="2866233" y="1026980"/>
                    </a:cubicBezTo>
                    <a:cubicBezTo>
                      <a:pt x="3277328" y="853538"/>
                      <a:pt x="3501836" y="590875"/>
                      <a:pt x="3552569" y="223938"/>
                    </a:cubicBezTo>
                    <a:lnTo>
                      <a:pt x="3552660" y="223281"/>
                    </a:lnTo>
                    <a:lnTo>
                      <a:pt x="3553135" y="222829"/>
                    </a:lnTo>
                    <a:cubicBezTo>
                      <a:pt x="3743571" y="39134"/>
                      <a:pt x="3885289" y="-29922"/>
                      <a:pt x="3986394" y="11724"/>
                    </a:cubicBezTo>
                    <a:cubicBezTo>
                      <a:pt x="4081227" y="50790"/>
                      <a:pt x="4141128" y="185641"/>
                      <a:pt x="4174883" y="436038"/>
                    </a:cubicBezTo>
                    <a:cubicBezTo>
                      <a:pt x="4205196" y="660926"/>
                      <a:pt x="4211580" y="958423"/>
                      <a:pt x="4218349" y="1273393"/>
                    </a:cubicBezTo>
                    <a:cubicBezTo>
                      <a:pt x="4233246" y="1966413"/>
                      <a:pt x="4250111" y="2751892"/>
                      <a:pt x="4510750" y="3224935"/>
                    </a:cubicBezTo>
                    <a:cubicBezTo>
                      <a:pt x="4651721" y="3480786"/>
                      <a:pt x="4765706" y="3718530"/>
                      <a:pt x="4849560" y="3931535"/>
                    </a:cubicBezTo>
                    <a:cubicBezTo>
                      <a:pt x="4929429" y="4134401"/>
                      <a:pt x="4984147" y="4320450"/>
                      <a:pt x="5012218" y="4484498"/>
                    </a:cubicBezTo>
                    <a:cubicBezTo>
                      <a:pt x="5038841" y="4640060"/>
                      <a:pt x="5042214" y="4780162"/>
                      <a:pt x="5022292" y="4900913"/>
                    </a:cubicBezTo>
                    <a:cubicBezTo>
                      <a:pt x="5003503" y="5014783"/>
                      <a:pt x="4963432" y="5114620"/>
                      <a:pt x="4903213" y="5197685"/>
                    </a:cubicBezTo>
                    <a:cubicBezTo>
                      <a:pt x="4856238" y="5262463"/>
                      <a:pt x="4795793" y="5318707"/>
                      <a:pt x="4723553" y="5364812"/>
                    </a:cubicBezTo>
                    <a:cubicBezTo>
                      <a:pt x="4655705" y="5408133"/>
                      <a:pt x="4575496" y="5443758"/>
                      <a:pt x="4485191" y="5470693"/>
                    </a:cubicBezTo>
                    <a:cubicBezTo>
                      <a:pt x="4324026" y="5518789"/>
                      <a:pt x="4122565" y="5541400"/>
                      <a:pt x="3886466" y="5537892"/>
                    </a:cubicBezTo>
                    <a:cubicBezTo>
                      <a:pt x="3451125" y="5531441"/>
                      <a:pt x="2966907" y="5439752"/>
                      <a:pt x="2577840" y="5366080"/>
                    </a:cubicBezTo>
                    <a:cubicBezTo>
                      <a:pt x="2444091" y="5340753"/>
                      <a:pt x="2319873" y="5317236"/>
                      <a:pt x="2212678" y="5300216"/>
                    </a:cubicBezTo>
                    <a:cubicBezTo>
                      <a:pt x="2271992" y="5402747"/>
                      <a:pt x="2290850" y="5478795"/>
                      <a:pt x="2271675" y="5533750"/>
                    </a:cubicBezTo>
                    <a:cubicBezTo>
                      <a:pt x="2252636" y="5588252"/>
                      <a:pt x="2196967" y="5621387"/>
                      <a:pt x="2101477" y="5635081"/>
                    </a:cubicBezTo>
                    <a:lnTo>
                      <a:pt x="2100640" y="5635194"/>
                    </a:lnTo>
                    <a:close/>
                    <a:moveTo>
                      <a:pt x="1956069" y="5273440"/>
                    </a:moveTo>
                    <a:cubicBezTo>
                      <a:pt x="1890100" y="5273440"/>
                      <a:pt x="1847540" y="5284100"/>
                      <a:pt x="1835428" y="5309858"/>
                    </a:cubicBezTo>
                    <a:cubicBezTo>
                      <a:pt x="1824086" y="5333963"/>
                      <a:pt x="1838779" y="5370562"/>
                      <a:pt x="1880388" y="5421736"/>
                    </a:cubicBezTo>
                    <a:cubicBezTo>
                      <a:pt x="1924081" y="5475468"/>
                      <a:pt x="1996479" y="5544026"/>
                      <a:pt x="2101726" y="5631279"/>
                    </a:cubicBezTo>
                    <a:cubicBezTo>
                      <a:pt x="2195201" y="5617744"/>
                      <a:pt x="2249625" y="5585445"/>
                      <a:pt x="2268098" y="5532573"/>
                    </a:cubicBezTo>
                    <a:cubicBezTo>
                      <a:pt x="2287114" y="5478161"/>
                      <a:pt x="2267871" y="5402271"/>
                      <a:pt x="2207947" y="5299537"/>
                    </a:cubicBezTo>
                    <a:cubicBezTo>
                      <a:pt x="2106299" y="5283512"/>
                      <a:pt x="2020159" y="5273463"/>
                      <a:pt x="1956115" y="5273463"/>
                    </a:cubicBezTo>
                    <a:close/>
                    <a:moveTo>
                      <a:pt x="2210097" y="5295893"/>
                    </a:moveTo>
                    <a:cubicBezTo>
                      <a:pt x="2316567" y="5312823"/>
                      <a:pt x="2441193" y="5336407"/>
                      <a:pt x="2578496" y="5362413"/>
                    </a:cubicBezTo>
                    <a:cubicBezTo>
                      <a:pt x="2967428" y="5436063"/>
                      <a:pt x="3451465" y="5527707"/>
                      <a:pt x="3886489" y="5534157"/>
                    </a:cubicBezTo>
                    <a:cubicBezTo>
                      <a:pt x="4397851" y="5541740"/>
                      <a:pt x="4729394" y="5430948"/>
                      <a:pt x="4900134" y="5195490"/>
                    </a:cubicBezTo>
                    <a:cubicBezTo>
                      <a:pt x="5023560" y="5025262"/>
                      <a:pt x="5060009" y="4786273"/>
                      <a:pt x="5008483" y="4485155"/>
                    </a:cubicBezTo>
                    <a:cubicBezTo>
                      <a:pt x="4951026" y="4149294"/>
                      <a:pt x="4782436" y="3725909"/>
                      <a:pt x="4507422" y="3226768"/>
                    </a:cubicBezTo>
                    <a:cubicBezTo>
                      <a:pt x="4391014" y="3015483"/>
                      <a:pt x="4312888" y="2721608"/>
                      <a:pt x="4268562" y="2328348"/>
                    </a:cubicBezTo>
                    <a:cubicBezTo>
                      <a:pt x="4229827" y="1984678"/>
                      <a:pt x="4221722" y="1606854"/>
                      <a:pt x="4214546" y="1273506"/>
                    </a:cubicBezTo>
                    <a:cubicBezTo>
                      <a:pt x="4207777" y="958649"/>
                      <a:pt x="4201393" y="661243"/>
                      <a:pt x="4171102" y="436581"/>
                    </a:cubicBezTo>
                    <a:cubicBezTo>
                      <a:pt x="4137552" y="187633"/>
                      <a:pt x="4078397" y="53755"/>
                      <a:pt x="3984922" y="15233"/>
                    </a:cubicBezTo>
                    <a:cubicBezTo>
                      <a:pt x="3885425" y="-25757"/>
                      <a:pt x="3745156" y="42891"/>
                      <a:pt x="3556169" y="225115"/>
                    </a:cubicBezTo>
                    <a:cubicBezTo>
                      <a:pt x="3542314" y="324906"/>
                      <a:pt x="3515306" y="418225"/>
                      <a:pt x="3475892" y="502490"/>
                    </a:cubicBezTo>
                    <a:cubicBezTo>
                      <a:pt x="3438334" y="582772"/>
                      <a:pt x="3388326" y="657372"/>
                      <a:pt x="3327201" y="724277"/>
                    </a:cubicBezTo>
                    <a:cubicBezTo>
                      <a:pt x="3214869" y="847246"/>
                      <a:pt x="3064548" y="947400"/>
                      <a:pt x="2867660" y="1030466"/>
                    </a:cubicBezTo>
                    <a:cubicBezTo>
                      <a:pt x="2503562" y="1184080"/>
                      <a:pt x="2042753" y="1250985"/>
                      <a:pt x="1597111" y="1315718"/>
                    </a:cubicBezTo>
                    <a:cubicBezTo>
                      <a:pt x="1180175" y="1376263"/>
                      <a:pt x="786376" y="1433458"/>
                      <a:pt x="490896" y="1556200"/>
                    </a:cubicBezTo>
                    <a:cubicBezTo>
                      <a:pt x="158538" y="1694266"/>
                      <a:pt x="3758" y="1893985"/>
                      <a:pt x="3758" y="2184669"/>
                    </a:cubicBezTo>
                    <a:cubicBezTo>
                      <a:pt x="3758" y="2492962"/>
                      <a:pt x="165421" y="2862729"/>
                      <a:pt x="498005" y="3315062"/>
                    </a:cubicBezTo>
                    <a:cubicBezTo>
                      <a:pt x="786263" y="3707123"/>
                      <a:pt x="1157355" y="4100134"/>
                      <a:pt x="1484778" y="4446859"/>
                    </a:cubicBezTo>
                    <a:cubicBezTo>
                      <a:pt x="1714605" y="4690239"/>
                      <a:pt x="1931665" y="4920129"/>
                      <a:pt x="2077820" y="5106449"/>
                    </a:cubicBezTo>
                    <a:cubicBezTo>
                      <a:pt x="2133760" y="5177768"/>
                      <a:pt x="2177724" y="5240644"/>
                      <a:pt x="2210075" y="529591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ED3DC6C3-557D-8ADF-CD05-52D92053AFAC}"/>
                  </a:ext>
                </a:extLst>
              </p:cNvPr>
              <p:cNvSpPr/>
              <p:nvPr/>
            </p:nvSpPr>
            <p:spPr>
              <a:xfrm>
                <a:off x="3981799" y="190532"/>
                <a:ext cx="5014680" cy="5598524"/>
              </a:xfrm>
              <a:custGeom>
                <a:avLst/>
                <a:gdLst>
                  <a:gd name="connsiteX0" fmla="*/ 2081963 w 5014680"/>
                  <a:gd name="connsiteY0" fmla="*/ 5598502 h 5598524"/>
                  <a:gd name="connsiteX1" fmla="*/ 2055951 w 5014680"/>
                  <a:gd name="connsiteY1" fmla="*/ 5597846 h 5598524"/>
                  <a:gd name="connsiteX2" fmla="*/ 2055272 w 5014680"/>
                  <a:gd name="connsiteY2" fmla="*/ 5597846 h 5598524"/>
                  <a:gd name="connsiteX3" fmla="*/ 2054774 w 5014680"/>
                  <a:gd name="connsiteY3" fmla="*/ 5597370 h 5598524"/>
                  <a:gd name="connsiteX4" fmla="*/ 1778220 w 5014680"/>
                  <a:gd name="connsiteY4" fmla="*/ 5230750 h 5598524"/>
                  <a:gd name="connsiteX5" fmla="*/ 2040625 w 5014680"/>
                  <a:gd name="connsiteY5" fmla="*/ 5199471 h 5598524"/>
                  <a:gd name="connsiteX6" fmla="*/ 2078341 w 5014680"/>
                  <a:gd name="connsiteY6" fmla="*/ 5204608 h 5598524"/>
                  <a:gd name="connsiteX7" fmla="*/ 1504044 w 5014680"/>
                  <a:gd name="connsiteY7" fmla="*/ 4524852 h 5598524"/>
                  <a:gd name="connsiteX8" fmla="*/ 508328 w 5014680"/>
                  <a:gd name="connsiteY8" fmla="*/ 3315173 h 5598524"/>
                  <a:gd name="connsiteX9" fmla="*/ 0 w 5014680"/>
                  <a:gd name="connsiteY9" fmla="*/ 2124936 h 5598524"/>
                  <a:gd name="connsiteX10" fmla="*/ 1633016 w 5014680"/>
                  <a:gd name="connsiteY10" fmla="*/ 1212302 h 5598524"/>
                  <a:gd name="connsiteX11" fmla="*/ 2859827 w 5014680"/>
                  <a:gd name="connsiteY11" fmla="*/ 930875 h 5598524"/>
                  <a:gd name="connsiteX12" fmla="*/ 3580143 w 5014680"/>
                  <a:gd name="connsiteY12" fmla="*/ 216013 h 5598524"/>
                  <a:gd name="connsiteX13" fmla="*/ 3580301 w 5014680"/>
                  <a:gd name="connsiteY13" fmla="*/ 215425 h 5598524"/>
                  <a:gd name="connsiteX14" fmla="*/ 3580754 w 5014680"/>
                  <a:gd name="connsiteY14" fmla="*/ 215040 h 5598524"/>
                  <a:gd name="connsiteX15" fmla="*/ 4042197 w 5014680"/>
                  <a:gd name="connsiteY15" fmla="*/ 15094 h 5598524"/>
                  <a:gd name="connsiteX16" fmla="*/ 4205400 w 5014680"/>
                  <a:gd name="connsiteY16" fmla="*/ 431418 h 5598524"/>
                  <a:gd name="connsiteX17" fmla="*/ 4206894 w 5014680"/>
                  <a:gd name="connsiteY17" fmla="*/ 1235682 h 5598524"/>
                  <a:gd name="connsiteX18" fmla="*/ 4435975 w 5014680"/>
                  <a:gd name="connsiteY18" fmla="*/ 3217260 h 5598524"/>
                  <a:gd name="connsiteX19" fmla="*/ 4801566 w 5014680"/>
                  <a:gd name="connsiteY19" fmla="*/ 3939998 h 5598524"/>
                  <a:gd name="connsiteX20" fmla="*/ 4983445 w 5014680"/>
                  <a:gd name="connsiteY20" fmla="*/ 4501064 h 5598524"/>
                  <a:gd name="connsiteX21" fmla="*/ 5006083 w 5014680"/>
                  <a:gd name="connsiteY21" fmla="*/ 4918745 h 5598524"/>
                  <a:gd name="connsiteX22" fmla="*/ 4893796 w 5014680"/>
                  <a:gd name="connsiteY22" fmla="*/ 5211218 h 5598524"/>
                  <a:gd name="connsiteX23" fmla="*/ 4721267 w 5014680"/>
                  <a:gd name="connsiteY23" fmla="*/ 5368182 h 5598524"/>
                  <a:gd name="connsiteX24" fmla="*/ 4489922 w 5014680"/>
                  <a:gd name="connsiteY24" fmla="*/ 5464398 h 5598524"/>
                  <a:gd name="connsiteX25" fmla="*/ 3902993 w 5014680"/>
                  <a:gd name="connsiteY25" fmla="*/ 5513535 h 5598524"/>
                  <a:gd name="connsiteX26" fmla="*/ 2594842 w 5014680"/>
                  <a:gd name="connsiteY26" fmla="*/ 5308859 h 5598524"/>
                  <a:gd name="connsiteX27" fmla="*/ 2086649 w 5014680"/>
                  <a:gd name="connsiteY27" fmla="*/ 5209837 h 5598524"/>
                  <a:gd name="connsiteX28" fmla="*/ 2221983 w 5014680"/>
                  <a:gd name="connsiteY28" fmla="*/ 5542665 h 5598524"/>
                  <a:gd name="connsiteX29" fmla="*/ 2082008 w 5014680"/>
                  <a:gd name="connsiteY29" fmla="*/ 5598525 h 5598524"/>
                  <a:gd name="connsiteX30" fmla="*/ 2056811 w 5014680"/>
                  <a:gd name="connsiteY30" fmla="*/ 5594043 h 5598524"/>
                  <a:gd name="connsiteX31" fmla="*/ 2218474 w 5014680"/>
                  <a:gd name="connsiteY31" fmla="*/ 5540990 h 5598524"/>
                  <a:gd name="connsiteX32" fmla="*/ 2081555 w 5014680"/>
                  <a:gd name="connsiteY32" fmla="*/ 5209090 h 5598524"/>
                  <a:gd name="connsiteX33" fmla="*/ 1781639 w 5014680"/>
                  <a:gd name="connsiteY33" fmla="*/ 5232493 h 5598524"/>
                  <a:gd name="connsiteX34" fmla="*/ 1825173 w 5014680"/>
                  <a:gd name="connsiteY34" fmla="*/ 5357771 h 5598524"/>
                  <a:gd name="connsiteX35" fmla="*/ 2056811 w 5014680"/>
                  <a:gd name="connsiteY35" fmla="*/ 5594043 h 5598524"/>
                  <a:gd name="connsiteX36" fmla="*/ 2083389 w 5014680"/>
                  <a:gd name="connsiteY36" fmla="*/ 5205355 h 5598524"/>
                  <a:gd name="connsiteX37" fmla="*/ 2595611 w 5014680"/>
                  <a:gd name="connsiteY37" fmla="*/ 5305102 h 5598524"/>
                  <a:gd name="connsiteX38" fmla="*/ 3903128 w 5014680"/>
                  <a:gd name="connsiteY38" fmla="*/ 5509688 h 5598524"/>
                  <a:gd name="connsiteX39" fmla="*/ 4031535 w 5014680"/>
                  <a:gd name="connsiteY39" fmla="*/ 5512472 h 5598524"/>
                  <a:gd name="connsiteX40" fmla="*/ 4890694 w 5014680"/>
                  <a:gd name="connsiteY40" fmla="*/ 5208954 h 5598524"/>
                  <a:gd name="connsiteX41" fmla="*/ 4979687 w 5014680"/>
                  <a:gd name="connsiteY41" fmla="*/ 4501833 h 5598524"/>
                  <a:gd name="connsiteX42" fmla="*/ 4432647 w 5014680"/>
                  <a:gd name="connsiteY42" fmla="*/ 3219183 h 5598524"/>
                  <a:gd name="connsiteX43" fmla="*/ 4207732 w 5014680"/>
                  <a:gd name="connsiteY43" fmla="*/ 2308178 h 5598524"/>
                  <a:gd name="connsiteX44" fmla="*/ 4203045 w 5014680"/>
                  <a:gd name="connsiteY44" fmla="*/ 1235592 h 5598524"/>
                  <a:gd name="connsiteX45" fmla="*/ 4201551 w 5014680"/>
                  <a:gd name="connsiteY45" fmla="*/ 431757 h 5598524"/>
                  <a:gd name="connsiteX46" fmla="*/ 4040522 w 5014680"/>
                  <a:gd name="connsiteY46" fmla="*/ 18602 h 5598524"/>
                  <a:gd name="connsiteX47" fmla="*/ 3583697 w 5014680"/>
                  <a:gd name="connsiteY47" fmla="*/ 217575 h 5598524"/>
                  <a:gd name="connsiteX48" fmla="*/ 3482684 w 5014680"/>
                  <a:gd name="connsiteY48" fmla="*/ 460389 h 5598524"/>
                  <a:gd name="connsiteX49" fmla="*/ 3322357 w 5014680"/>
                  <a:gd name="connsiteY49" fmla="*/ 656713 h 5598524"/>
                  <a:gd name="connsiteX50" fmla="*/ 2861230 w 5014680"/>
                  <a:gd name="connsiteY50" fmla="*/ 934473 h 5598524"/>
                  <a:gd name="connsiteX51" fmla="*/ 1633604 w 5014680"/>
                  <a:gd name="connsiteY51" fmla="*/ 1216127 h 5598524"/>
                  <a:gd name="connsiteX52" fmla="*/ 502895 w 5014680"/>
                  <a:gd name="connsiteY52" fmla="*/ 1477659 h 5598524"/>
                  <a:gd name="connsiteX53" fmla="*/ 3849 w 5014680"/>
                  <a:gd name="connsiteY53" fmla="*/ 2124936 h 5598524"/>
                  <a:gd name="connsiteX54" fmla="*/ 511475 w 5014680"/>
                  <a:gd name="connsiteY54" fmla="*/ 3312977 h 5598524"/>
                  <a:gd name="connsiteX55" fmla="*/ 1506919 w 5014680"/>
                  <a:gd name="connsiteY55" fmla="*/ 4522317 h 5598524"/>
                  <a:gd name="connsiteX56" fmla="*/ 2083412 w 5014680"/>
                  <a:gd name="connsiteY56" fmla="*/ 5205355 h 5598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014680" h="5598524">
                    <a:moveTo>
                      <a:pt x="2081963" y="5598502"/>
                    </a:moveTo>
                    <a:cubicBezTo>
                      <a:pt x="2073654" y="5598502"/>
                      <a:pt x="2064984" y="5598276"/>
                      <a:pt x="2055951" y="5597846"/>
                    </a:cubicBezTo>
                    <a:lnTo>
                      <a:pt x="2055272" y="5597846"/>
                    </a:lnTo>
                    <a:cubicBezTo>
                      <a:pt x="2055272" y="5597846"/>
                      <a:pt x="2054774" y="5597370"/>
                      <a:pt x="2054774" y="5597370"/>
                    </a:cubicBezTo>
                    <a:cubicBezTo>
                      <a:pt x="1837330" y="5404147"/>
                      <a:pt x="1749469" y="5287652"/>
                      <a:pt x="1778220" y="5230750"/>
                    </a:cubicBezTo>
                    <a:cubicBezTo>
                      <a:pt x="1799184" y="5189308"/>
                      <a:pt x="1882562" y="5179349"/>
                      <a:pt x="2040625" y="5199471"/>
                    </a:cubicBezTo>
                    <a:cubicBezTo>
                      <a:pt x="2052850" y="5201033"/>
                      <a:pt x="2065437" y="5202753"/>
                      <a:pt x="2078341" y="5204608"/>
                    </a:cubicBezTo>
                    <a:cubicBezTo>
                      <a:pt x="1946425" y="5023154"/>
                      <a:pt x="1738489" y="4788941"/>
                      <a:pt x="1504044" y="4524852"/>
                    </a:cubicBezTo>
                    <a:cubicBezTo>
                      <a:pt x="1175444" y="4154746"/>
                      <a:pt x="803015" y="3735254"/>
                      <a:pt x="508328" y="3315173"/>
                    </a:cubicBezTo>
                    <a:cubicBezTo>
                      <a:pt x="166281" y="2827576"/>
                      <a:pt x="0" y="2438231"/>
                      <a:pt x="0" y="2124936"/>
                    </a:cubicBezTo>
                    <a:cubicBezTo>
                      <a:pt x="0" y="1472657"/>
                      <a:pt x="793213" y="1346203"/>
                      <a:pt x="1633016" y="1212302"/>
                    </a:cubicBezTo>
                    <a:cubicBezTo>
                      <a:pt x="2060592" y="1144129"/>
                      <a:pt x="2502725" y="1073648"/>
                      <a:pt x="2859827" y="930875"/>
                    </a:cubicBezTo>
                    <a:cubicBezTo>
                      <a:pt x="3263089" y="769655"/>
                      <a:pt x="3498712" y="535827"/>
                      <a:pt x="3580143" y="216013"/>
                    </a:cubicBezTo>
                    <a:lnTo>
                      <a:pt x="3580301" y="215425"/>
                    </a:lnTo>
                    <a:lnTo>
                      <a:pt x="3580754" y="215040"/>
                    </a:lnTo>
                    <a:cubicBezTo>
                      <a:pt x="3790185" y="32703"/>
                      <a:pt x="3941139" y="-32686"/>
                      <a:pt x="4042197" y="15094"/>
                    </a:cubicBezTo>
                    <a:cubicBezTo>
                      <a:pt x="4132865" y="57962"/>
                      <a:pt x="4184731" y="190233"/>
                      <a:pt x="4205400" y="431418"/>
                    </a:cubicBezTo>
                    <a:cubicBezTo>
                      <a:pt x="4223986" y="648135"/>
                      <a:pt x="4215678" y="933523"/>
                      <a:pt x="4206894" y="1235682"/>
                    </a:cubicBezTo>
                    <a:cubicBezTo>
                      <a:pt x="4186338" y="1942056"/>
                      <a:pt x="4163043" y="2742677"/>
                      <a:pt x="4435975" y="3217260"/>
                    </a:cubicBezTo>
                    <a:cubicBezTo>
                      <a:pt x="4586952" y="3479787"/>
                      <a:pt x="4709970" y="3722964"/>
                      <a:pt x="4801566" y="3939998"/>
                    </a:cubicBezTo>
                    <a:cubicBezTo>
                      <a:pt x="4888815" y="4146734"/>
                      <a:pt x="4950007" y="4335498"/>
                      <a:pt x="4983445" y="4501064"/>
                    </a:cubicBezTo>
                    <a:cubicBezTo>
                      <a:pt x="5015139" y="4658073"/>
                      <a:pt x="5022768" y="4798606"/>
                      <a:pt x="5006083" y="4918745"/>
                    </a:cubicBezTo>
                    <a:cubicBezTo>
                      <a:pt x="4990349" y="5032072"/>
                      <a:pt x="4952566" y="5130460"/>
                      <a:pt x="4893796" y="5211218"/>
                    </a:cubicBezTo>
                    <a:cubicBezTo>
                      <a:pt x="4849062" y="5272668"/>
                      <a:pt x="4791016" y="5325495"/>
                      <a:pt x="4721267" y="5368182"/>
                    </a:cubicBezTo>
                    <a:cubicBezTo>
                      <a:pt x="4655682" y="5408334"/>
                      <a:pt x="4577851" y="5440700"/>
                      <a:pt x="4489922" y="5464398"/>
                    </a:cubicBezTo>
                    <a:cubicBezTo>
                      <a:pt x="4330546" y="5507356"/>
                      <a:pt x="4138570" y="5523426"/>
                      <a:pt x="3902993" y="5513535"/>
                    </a:cubicBezTo>
                    <a:cubicBezTo>
                      <a:pt x="3473832" y="5495519"/>
                      <a:pt x="2986467" y="5392015"/>
                      <a:pt x="2594842" y="5308859"/>
                    </a:cubicBezTo>
                    <a:cubicBezTo>
                      <a:pt x="2400738" y="5267643"/>
                      <a:pt x="2225016" y="5230320"/>
                      <a:pt x="2086649" y="5209837"/>
                    </a:cubicBezTo>
                    <a:cubicBezTo>
                      <a:pt x="2197261" y="5363407"/>
                      <a:pt x="2252500" y="5478951"/>
                      <a:pt x="2221983" y="5542665"/>
                    </a:cubicBezTo>
                    <a:cubicBezTo>
                      <a:pt x="2204031" y="5580169"/>
                      <a:pt x="2158119" y="5598525"/>
                      <a:pt x="2082008" y="5598525"/>
                    </a:cubicBezTo>
                    <a:close/>
                    <a:moveTo>
                      <a:pt x="2056811" y="5594043"/>
                    </a:moveTo>
                    <a:cubicBezTo>
                      <a:pt x="2146460" y="5598299"/>
                      <a:pt x="2199344" y="5580916"/>
                      <a:pt x="2218474" y="5540990"/>
                    </a:cubicBezTo>
                    <a:cubicBezTo>
                      <a:pt x="2248583" y="5478136"/>
                      <a:pt x="2192779" y="5362795"/>
                      <a:pt x="2081555" y="5209090"/>
                    </a:cubicBezTo>
                    <a:cubicBezTo>
                      <a:pt x="1916406" y="5184940"/>
                      <a:pt x="1805500" y="5185302"/>
                      <a:pt x="1781639" y="5232493"/>
                    </a:cubicBezTo>
                    <a:cubicBezTo>
                      <a:pt x="1768078" y="5259314"/>
                      <a:pt x="1782318" y="5300281"/>
                      <a:pt x="1825173" y="5357771"/>
                    </a:cubicBezTo>
                    <a:cubicBezTo>
                      <a:pt x="1870314" y="5418338"/>
                      <a:pt x="1946086" y="5495632"/>
                      <a:pt x="2056811" y="5594043"/>
                    </a:cubicBezTo>
                    <a:close/>
                    <a:moveTo>
                      <a:pt x="2083389" y="5205355"/>
                    </a:moveTo>
                    <a:cubicBezTo>
                      <a:pt x="2221259" y="5225613"/>
                      <a:pt x="2396142" y="5262732"/>
                      <a:pt x="2595611" y="5305102"/>
                    </a:cubicBezTo>
                    <a:cubicBezTo>
                      <a:pt x="2987078" y="5388236"/>
                      <a:pt x="3474285" y="5491671"/>
                      <a:pt x="3903128" y="5509688"/>
                    </a:cubicBezTo>
                    <a:cubicBezTo>
                      <a:pt x="3947296" y="5511544"/>
                      <a:pt x="3990106" y="5512472"/>
                      <a:pt x="4031535" y="5512472"/>
                    </a:cubicBezTo>
                    <a:cubicBezTo>
                      <a:pt x="4460650" y="5512472"/>
                      <a:pt x="4742366" y="5412725"/>
                      <a:pt x="4890694" y="5208954"/>
                    </a:cubicBezTo>
                    <a:cubicBezTo>
                      <a:pt x="5011087" y="5043570"/>
                      <a:pt x="5041038" y="4805645"/>
                      <a:pt x="4979687" y="4501833"/>
                    </a:cubicBezTo>
                    <a:cubicBezTo>
                      <a:pt x="4911250" y="4162917"/>
                      <a:pt x="4727198" y="3731383"/>
                      <a:pt x="4432647" y="3219183"/>
                    </a:cubicBezTo>
                    <a:cubicBezTo>
                      <a:pt x="4310760" y="3007264"/>
                      <a:pt x="4237207" y="2709270"/>
                      <a:pt x="4207732" y="2308178"/>
                    </a:cubicBezTo>
                    <a:cubicBezTo>
                      <a:pt x="4182036" y="1958239"/>
                      <a:pt x="4193198" y="1574327"/>
                      <a:pt x="4203045" y="1235592"/>
                    </a:cubicBezTo>
                    <a:cubicBezTo>
                      <a:pt x="4211829" y="933546"/>
                      <a:pt x="4220138" y="648248"/>
                      <a:pt x="4201551" y="431757"/>
                    </a:cubicBezTo>
                    <a:cubicBezTo>
                      <a:pt x="4180995" y="192089"/>
                      <a:pt x="4129832" y="60814"/>
                      <a:pt x="4040522" y="18602"/>
                    </a:cubicBezTo>
                    <a:cubicBezTo>
                      <a:pt x="3941048" y="-28430"/>
                      <a:pt x="3791633" y="36664"/>
                      <a:pt x="3583697" y="217575"/>
                    </a:cubicBezTo>
                    <a:cubicBezTo>
                      <a:pt x="3561489" y="304556"/>
                      <a:pt x="3527508" y="386241"/>
                      <a:pt x="3482684" y="460389"/>
                    </a:cubicBezTo>
                    <a:cubicBezTo>
                      <a:pt x="3439965" y="531028"/>
                      <a:pt x="3386039" y="597096"/>
                      <a:pt x="3322357" y="656713"/>
                    </a:cubicBezTo>
                    <a:cubicBezTo>
                      <a:pt x="3205270" y="766373"/>
                      <a:pt x="3054428" y="857247"/>
                      <a:pt x="2861230" y="934473"/>
                    </a:cubicBezTo>
                    <a:cubicBezTo>
                      <a:pt x="2503743" y="1077405"/>
                      <a:pt x="2061384" y="1147909"/>
                      <a:pt x="1633604" y="1216127"/>
                    </a:cubicBezTo>
                    <a:cubicBezTo>
                      <a:pt x="1207681" y="1284028"/>
                      <a:pt x="805370" y="1348172"/>
                      <a:pt x="502895" y="1477659"/>
                    </a:cubicBezTo>
                    <a:cubicBezTo>
                      <a:pt x="162410" y="1623420"/>
                      <a:pt x="3849" y="1829114"/>
                      <a:pt x="3849" y="2124936"/>
                    </a:cubicBezTo>
                    <a:cubicBezTo>
                      <a:pt x="3849" y="2437439"/>
                      <a:pt x="169903" y="2826037"/>
                      <a:pt x="511475" y="3312977"/>
                    </a:cubicBezTo>
                    <a:cubicBezTo>
                      <a:pt x="806026" y="3732877"/>
                      <a:pt x="1178387" y="4152279"/>
                      <a:pt x="1506919" y="4522317"/>
                    </a:cubicBezTo>
                    <a:cubicBezTo>
                      <a:pt x="1742519" y="4787696"/>
                      <a:pt x="1951428" y="5022996"/>
                      <a:pt x="2083412" y="520535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7C71CD99-9BE1-5984-6D32-8D89416BAE55}"/>
                  </a:ext>
                </a:extLst>
              </p:cNvPr>
              <p:cNvSpPr/>
              <p:nvPr/>
            </p:nvSpPr>
            <p:spPr>
              <a:xfrm>
                <a:off x="4026850" y="198036"/>
                <a:ext cx="4996956" cy="5574792"/>
              </a:xfrm>
              <a:custGeom>
                <a:avLst/>
                <a:gdLst>
                  <a:gd name="connsiteX0" fmla="*/ 2105168 w 4996956"/>
                  <a:gd name="connsiteY0" fmla="*/ 5574793 h 5574792"/>
                  <a:gd name="connsiteX1" fmla="*/ 2010515 w 4996956"/>
                  <a:gd name="connsiteY1" fmla="*/ 5560647 h 5574792"/>
                  <a:gd name="connsiteX2" fmla="*/ 2010017 w 4996956"/>
                  <a:gd name="connsiteY2" fmla="*/ 5560511 h 5574792"/>
                  <a:gd name="connsiteX3" fmla="*/ 2009632 w 4996956"/>
                  <a:gd name="connsiteY3" fmla="*/ 5560149 h 5574792"/>
                  <a:gd name="connsiteX4" fmla="*/ 1724793 w 4996956"/>
                  <a:gd name="connsiteY4" fmla="*/ 5152788 h 5574792"/>
                  <a:gd name="connsiteX5" fmla="*/ 1940494 w 4996956"/>
                  <a:gd name="connsiteY5" fmla="*/ 5113519 h 5574792"/>
                  <a:gd name="connsiteX6" fmla="*/ 1531663 w 4996956"/>
                  <a:gd name="connsiteY6" fmla="*/ 4614514 h 5574792"/>
                  <a:gd name="connsiteX7" fmla="*/ 525149 w 4996956"/>
                  <a:gd name="connsiteY7" fmla="*/ 3322155 h 5574792"/>
                  <a:gd name="connsiteX8" fmla="*/ 149121 w 4996956"/>
                  <a:gd name="connsiteY8" fmla="*/ 2659486 h 5574792"/>
                  <a:gd name="connsiteX9" fmla="*/ 0 w 4996956"/>
                  <a:gd name="connsiteY9" fmla="*/ 2065330 h 5574792"/>
                  <a:gd name="connsiteX10" fmla="*/ 1681825 w 4996956"/>
                  <a:gd name="connsiteY10" fmla="*/ 1108582 h 5574792"/>
                  <a:gd name="connsiteX11" fmla="*/ 2860596 w 4996956"/>
                  <a:gd name="connsiteY11" fmla="*/ 834262 h 5574792"/>
                  <a:gd name="connsiteX12" fmla="*/ 3607785 w 4996956"/>
                  <a:gd name="connsiteY12" fmla="*/ 208193 h 5574792"/>
                  <a:gd name="connsiteX13" fmla="*/ 3607988 w 4996956"/>
                  <a:gd name="connsiteY13" fmla="*/ 207717 h 5574792"/>
                  <a:gd name="connsiteX14" fmla="*/ 3608396 w 4996956"/>
                  <a:gd name="connsiteY14" fmla="*/ 207400 h 5574792"/>
                  <a:gd name="connsiteX15" fmla="*/ 4097753 w 4996956"/>
                  <a:gd name="connsiteY15" fmla="*/ 18726 h 5574792"/>
                  <a:gd name="connsiteX16" fmla="*/ 4237275 w 4996956"/>
                  <a:gd name="connsiteY16" fmla="*/ 429256 h 5574792"/>
                  <a:gd name="connsiteX17" fmla="*/ 4199468 w 4996956"/>
                  <a:gd name="connsiteY17" fmla="*/ 1206134 h 5574792"/>
                  <a:gd name="connsiteX18" fmla="*/ 4152765 w 4996956"/>
                  <a:gd name="connsiteY18" fmla="*/ 2291893 h 5574792"/>
                  <a:gd name="connsiteX19" fmla="*/ 4361267 w 4996956"/>
                  <a:gd name="connsiteY19" fmla="*/ 3209665 h 5574792"/>
                  <a:gd name="connsiteX20" fmla="*/ 4754342 w 4996956"/>
                  <a:gd name="connsiteY20" fmla="*/ 3947704 h 5574792"/>
                  <a:gd name="connsiteX21" fmla="*/ 4956029 w 4996956"/>
                  <a:gd name="connsiteY21" fmla="*/ 4516239 h 5574792"/>
                  <a:gd name="connsiteX22" fmla="*/ 4991730 w 4996956"/>
                  <a:gd name="connsiteY22" fmla="*/ 4934803 h 5574792"/>
                  <a:gd name="connsiteX23" fmla="*/ 4886619 w 4996956"/>
                  <a:gd name="connsiteY23" fmla="*/ 5222749 h 5574792"/>
                  <a:gd name="connsiteX24" fmla="*/ 4116407 w 4996956"/>
                  <a:gd name="connsiteY24" fmla="*/ 5496548 h 5574792"/>
                  <a:gd name="connsiteX25" fmla="*/ 2613699 w 4996956"/>
                  <a:gd name="connsiteY25" fmla="*/ 5253327 h 5574792"/>
                  <a:gd name="connsiteX26" fmla="*/ 1949346 w 4996956"/>
                  <a:gd name="connsiteY26" fmla="*/ 5118317 h 5574792"/>
                  <a:gd name="connsiteX27" fmla="*/ 2026045 w 4996956"/>
                  <a:gd name="connsiteY27" fmla="*/ 5220282 h 5574792"/>
                  <a:gd name="connsiteX28" fmla="*/ 2173830 w 4996956"/>
                  <a:gd name="connsiteY28" fmla="*/ 5547791 h 5574792"/>
                  <a:gd name="connsiteX29" fmla="*/ 2105213 w 4996956"/>
                  <a:gd name="connsiteY29" fmla="*/ 5574793 h 5574792"/>
                  <a:gd name="connsiteX30" fmla="*/ 2011964 w 4996956"/>
                  <a:gd name="connsiteY30" fmla="*/ 5556957 h 5574792"/>
                  <a:gd name="connsiteX31" fmla="*/ 2170480 w 4996956"/>
                  <a:gd name="connsiteY31" fmla="*/ 5545731 h 5574792"/>
                  <a:gd name="connsiteX32" fmla="*/ 1943777 w 4996956"/>
                  <a:gd name="connsiteY32" fmla="*/ 5117752 h 5574792"/>
                  <a:gd name="connsiteX33" fmla="*/ 1728279 w 4996956"/>
                  <a:gd name="connsiteY33" fmla="*/ 5154667 h 5574792"/>
                  <a:gd name="connsiteX34" fmla="*/ 2011987 w 4996956"/>
                  <a:gd name="connsiteY34" fmla="*/ 5556957 h 5574792"/>
                  <a:gd name="connsiteX35" fmla="*/ 1946040 w 4996956"/>
                  <a:gd name="connsiteY35" fmla="*/ 5114107 h 5574792"/>
                  <a:gd name="connsiteX36" fmla="*/ 2014454 w 4996956"/>
                  <a:gd name="connsiteY36" fmla="*/ 5122731 h 5574792"/>
                  <a:gd name="connsiteX37" fmla="*/ 2614582 w 4996956"/>
                  <a:gd name="connsiteY37" fmla="*/ 5249547 h 5574792"/>
                  <a:gd name="connsiteX38" fmla="*/ 3921104 w 4996956"/>
                  <a:gd name="connsiteY38" fmla="*/ 5485435 h 5574792"/>
                  <a:gd name="connsiteX39" fmla="*/ 4883427 w 4996956"/>
                  <a:gd name="connsiteY39" fmla="*/ 5220485 h 5574792"/>
                  <a:gd name="connsiteX40" fmla="*/ 4952203 w 4996956"/>
                  <a:gd name="connsiteY40" fmla="*/ 4517167 h 5574792"/>
                  <a:gd name="connsiteX41" fmla="*/ 4357894 w 4996956"/>
                  <a:gd name="connsiteY41" fmla="*/ 3211725 h 5574792"/>
                  <a:gd name="connsiteX42" fmla="*/ 4148825 w 4996956"/>
                  <a:gd name="connsiteY42" fmla="*/ 2292074 h 5574792"/>
                  <a:gd name="connsiteX43" fmla="*/ 4195552 w 4996956"/>
                  <a:gd name="connsiteY43" fmla="*/ 1205862 h 5574792"/>
                  <a:gd name="connsiteX44" fmla="*/ 4233336 w 4996956"/>
                  <a:gd name="connsiteY44" fmla="*/ 429437 h 5574792"/>
                  <a:gd name="connsiteX45" fmla="*/ 4095874 w 4996956"/>
                  <a:gd name="connsiteY45" fmla="*/ 22212 h 5574792"/>
                  <a:gd name="connsiteX46" fmla="*/ 3611226 w 4996956"/>
                  <a:gd name="connsiteY46" fmla="*/ 210162 h 5574792"/>
                  <a:gd name="connsiteX47" fmla="*/ 3491490 w 4996956"/>
                  <a:gd name="connsiteY47" fmla="*/ 418708 h 5574792"/>
                  <a:gd name="connsiteX48" fmla="*/ 3321406 w 4996956"/>
                  <a:gd name="connsiteY48" fmla="*/ 589525 h 5574792"/>
                  <a:gd name="connsiteX49" fmla="*/ 2861977 w 4996956"/>
                  <a:gd name="connsiteY49" fmla="*/ 837952 h 5574792"/>
                  <a:gd name="connsiteX50" fmla="*/ 1682481 w 4996956"/>
                  <a:gd name="connsiteY50" fmla="*/ 1112475 h 5574792"/>
                  <a:gd name="connsiteX51" fmla="*/ 3939 w 4996956"/>
                  <a:gd name="connsiteY51" fmla="*/ 2065353 h 5574792"/>
                  <a:gd name="connsiteX52" fmla="*/ 528431 w 4996956"/>
                  <a:gd name="connsiteY52" fmla="*/ 3320004 h 5574792"/>
                  <a:gd name="connsiteX53" fmla="*/ 1534696 w 4996956"/>
                  <a:gd name="connsiteY53" fmla="*/ 4612025 h 5574792"/>
                  <a:gd name="connsiteX54" fmla="*/ 1946063 w 4996956"/>
                  <a:gd name="connsiteY54" fmla="*/ 5114107 h 557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4996956" h="5574792">
                    <a:moveTo>
                      <a:pt x="2105168" y="5574793"/>
                    </a:moveTo>
                    <a:cubicBezTo>
                      <a:pt x="2080016" y="5574793"/>
                      <a:pt x="2048526" y="5570062"/>
                      <a:pt x="2010515" y="5560647"/>
                    </a:cubicBezTo>
                    <a:lnTo>
                      <a:pt x="2010017" y="5560511"/>
                    </a:lnTo>
                    <a:lnTo>
                      <a:pt x="2009632" y="5560149"/>
                    </a:lnTo>
                    <a:cubicBezTo>
                      <a:pt x="1781639" y="5344767"/>
                      <a:pt x="1691129" y="5215325"/>
                      <a:pt x="1724793" y="5152788"/>
                    </a:cubicBezTo>
                    <a:cubicBezTo>
                      <a:pt x="1745666" y="5113994"/>
                      <a:pt x="1814850" y="5101184"/>
                      <a:pt x="1940494" y="5113519"/>
                    </a:cubicBezTo>
                    <a:cubicBezTo>
                      <a:pt x="1829180" y="4969976"/>
                      <a:pt x="1686919" y="4799997"/>
                      <a:pt x="1531663" y="4614514"/>
                    </a:cubicBezTo>
                    <a:cubicBezTo>
                      <a:pt x="1218050" y="4239837"/>
                      <a:pt x="827759" y="3773515"/>
                      <a:pt x="525149" y="3322155"/>
                    </a:cubicBezTo>
                    <a:cubicBezTo>
                      <a:pt x="359366" y="3074859"/>
                      <a:pt x="236347" y="2858097"/>
                      <a:pt x="149121" y="2659486"/>
                    </a:cubicBezTo>
                    <a:cubicBezTo>
                      <a:pt x="50167" y="2434213"/>
                      <a:pt x="0" y="2234313"/>
                      <a:pt x="0" y="2065330"/>
                    </a:cubicBezTo>
                    <a:cubicBezTo>
                      <a:pt x="0" y="1398474"/>
                      <a:pt x="816915" y="1257648"/>
                      <a:pt x="1681825" y="1108582"/>
                    </a:cubicBezTo>
                    <a:cubicBezTo>
                      <a:pt x="2089999" y="1038214"/>
                      <a:pt x="2512075" y="965470"/>
                      <a:pt x="2860596" y="834262"/>
                    </a:cubicBezTo>
                    <a:cubicBezTo>
                      <a:pt x="3253716" y="686261"/>
                      <a:pt x="3498100" y="481471"/>
                      <a:pt x="3607785" y="208193"/>
                    </a:cubicBezTo>
                    <a:lnTo>
                      <a:pt x="3607988" y="207717"/>
                    </a:lnTo>
                    <a:lnTo>
                      <a:pt x="3608396" y="207400"/>
                    </a:lnTo>
                    <a:cubicBezTo>
                      <a:pt x="3837069" y="26671"/>
                      <a:pt x="3997147" y="-35029"/>
                      <a:pt x="4097753" y="18726"/>
                    </a:cubicBezTo>
                    <a:cubicBezTo>
                      <a:pt x="4184459" y="65057"/>
                      <a:pt x="4228785" y="195518"/>
                      <a:pt x="4237275" y="429256"/>
                    </a:cubicBezTo>
                    <a:cubicBezTo>
                      <a:pt x="4244904" y="639364"/>
                      <a:pt x="4222832" y="914680"/>
                      <a:pt x="4199468" y="1206134"/>
                    </a:cubicBezTo>
                    <a:cubicBezTo>
                      <a:pt x="4171985" y="1548898"/>
                      <a:pt x="4140834" y="1937427"/>
                      <a:pt x="4152765" y="2291893"/>
                    </a:cubicBezTo>
                    <a:cubicBezTo>
                      <a:pt x="4166416" y="2698258"/>
                      <a:pt x="4234626" y="2998471"/>
                      <a:pt x="4361267" y="3209665"/>
                    </a:cubicBezTo>
                    <a:cubicBezTo>
                      <a:pt x="4522522" y="3478576"/>
                      <a:pt x="4654777" y="3726890"/>
                      <a:pt x="4754342" y="3947704"/>
                    </a:cubicBezTo>
                    <a:cubicBezTo>
                      <a:pt x="4849198" y="4158061"/>
                      <a:pt x="4917068" y="4349361"/>
                      <a:pt x="4956029" y="4516239"/>
                    </a:cubicBezTo>
                    <a:cubicBezTo>
                      <a:pt x="4992976" y="4674516"/>
                      <a:pt x="5004997" y="4815343"/>
                      <a:pt x="4991730" y="4934803"/>
                    </a:cubicBezTo>
                    <a:cubicBezTo>
                      <a:pt x="4979211" y="5047474"/>
                      <a:pt x="4943850" y="5144346"/>
                      <a:pt x="4886619" y="5222749"/>
                    </a:cubicBezTo>
                    <a:cubicBezTo>
                      <a:pt x="4738585" y="5425547"/>
                      <a:pt x="4455262" y="5496526"/>
                      <a:pt x="4116407" y="5496548"/>
                    </a:cubicBezTo>
                    <a:cubicBezTo>
                      <a:pt x="3651817" y="5496571"/>
                      <a:pt x="3082727" y="5363213"/>
                      <a:pt x="2613699" y="5253327"/>
                    </a:cubicBezTo>
                    <a:cubicBezTo>
                      <a:pt x="2346201" y="5190654"/>
                      <a:pt x="2110940" y="5135541"/>
                      <a:pt x="1949346" y="5118317"/>
                    </a:cubicBezTo>
                    <a:cubicBezTo>
                      <a:pt x="1976965" y="5154010"/>
                      <a:pt x="2002592" y="5188051"/>
                      <a:pt x="2026045" y="5220282"/>
                    </a:cubicBezTo>
                    <a:cubicBezTo>
                      <a:pt x="2155357" y="5398137"/>
                      <a:pt x="2202332" y="5502207"/>
                      <a:pt x="2173830" y="5547791"/>
                    </a:cubicBezTo>
                    <a:cubicBezTo>
                      <a:pt x="2162579" y="5565807"/>
                      <a:pt x="2139895" y="5574793"/>
                      <a:pt x="2105213" y="5574793"/>
                    </a:cubicBezTo>
                    <a:close/>
                    <a:moveTo>
                      <a:pt x="2011964" y="5556957"/>
                    </a:moveTo>
                    <a:cubicBezTo>
                      <a:pt x="2100255" y="5578799"/>
                      <a:pt x="2152097" y="5575110"/>
                      <a:pt x="2170480" y="5545731"/>
                    </a:cubicBezTo>
                    <a:cubicBezTo>
                      <a:pt x="2206453" y="5488174"/>
                      <a:pt x="2110397" y="5333065"/>
                      <a:pt x="1943777" y="5117752"/>
                    </a:cubicBezTo>
                    <a:cubicBezTo>
                      <a:pt x="1827188" y="5105824"/>
                      <a:pt x="1750035" y="5114221"/>
                      <a:pt x="1728279" y="5154667"/>
                    </a:cubicBezTo>
                    <a:cubicBezTo>
                      <a:pt x="1696064" y="5214533"/>
                      <a:pt x="1788860" y="5346102"/>
                      <a:pt x="2011987" y="5556957"/>
                    </a:cubicBezTo>
                    <a:close/>
                    <a:moveTo>
                      <a:pt x="1946040" y="5114107"/>
                    </a:moveTo>
                    <a:cubicBezTo>
                      <a:pt x="1967253" y="5116280"/>
                      <a:pt x="1990050" y="5119155"/>
                      <a:pt x="2014454" y="5122731"/>
                    </a:cubicBezTo>
                    <a:cubicBezTo>
                      <a:pt x="2171204" y="5145658"/>
                      <a:pt x="2376673" y="5193800"/>
                      <a:pt x="2614582" y="5249547"/>
                    </a:cubicBezTo>
                    <a:cubicBezTo>
                      <a:pt x="3008268" y="5341779"/>
                      <a:pt x="3498236" y="5456577"/>
                      <a:pt x="3921104" y="5485435"/>
                    </a:cubicBezTo>
                    <a:cubicBezTo>
                      <a:pt x="4413947" y="5519091"/>
                      <a:pt x="4728715" y="5432404"/>
                      <a:pt x="4883427" y="5220485"/>
                    </a:cubicBezTo>
                    <a:cubicBezTo>
                      <a:pt x="5000560" y="5060036"/>
                      <a:pt x="5023696" y="4823401"/>
                      <a:pt x="4952203" y="4517167"/>
                    </a:cubicBezTo>
                    <a:cubicBezTo>
                      <a:pt x="4872447" y="4175580"/>
                      <a:pt x="4672503" y="3736351"/>
                      <a:pt x="4357894" y="3211725"/>
                    </a:cubicBezTo>
                    <a:cubicBezTo>
                      <a:pt x="4230891" y="2999942"/>
                      <a:pt x="4162522" y="2699118"/>
                      <a:pt x="4148825" y="2292074"/>
                    </a:cubicBezTo>
                    <a:cubicBezTo>
                      <a:pt x="4136895" y="1937359"/>
                      <a:pt x="4168046" y="1548739"/>
                      <a:pt x="4195552" y="1205862"/>
                    </a:cubicBezTo>
                    <a:cubicBezTo>
                      <a:pt x="4218915" y="914521"/>
                      <a:pt x="4240965" y="639341"/>
                      <a:pt x="4233336" y="429437"/>
                    </a:cubicBezTo>
                    <a:cubicBezTo>
                      <a:pt x="4224892" y="197238"/>
                      <a:pt x="4181221" y="67841"/>
                      <a:pt x="4095874" y="22212"/>
                    </a:cubicBezTo>
                    <a:cubicBezTo>
                      <a:pt x="3996853" y="-30706"/>
                      <a:pt x="3838314" y="30767"/>
                      <a:pt x="3611226" y="210162"/>
                    </a:cubicBezTo>
                    <a:cubicBezTo>
                      <a:pt x="3581343" y="284491"/>
                      <a:pt x="3541069" y="354655"/>
                      <a:pt x="3491490" y="418708"/>
                    </a:cubicBezTo>
                    <a:cubicBezTo>
                      <a:pt x="3444243" y="479751"/>
                      <a:pt x="3387013" y="537241"/>
                      <a:pt x="3321406" y="589525"/>
                    </a:cubicBezTo>
                    <a:cubicBezTo>
                      <a:pt x="3200697" y="685763"/>
                      <a:pt x="3050421" y="767018"/>
                      <a:pt x="2861977" y="837952"/>
                    </a:cubicBezTo>
                    <a:cubicBezTo>
                      <a:pt x="2513116" y="969295"/>
                      <a:pt x="2090837" y="1042085"/>
                      <a:pt x="1682481" y="1112475"/>
                    </a:cubicBezTo>
                    <a:cubicBezTo>
                      <a:pt x="819270" y="1261269"/>
                      <a:pt x="3939" y="1401802"/>
                      <a:pt x="3939" y="2065353"/>
                    </a:cubicBezTo>
                    <a:cubicBezTo>
                      <a:pt x="3939" y="2383152"/>
                      <a:pt x="175495" y="2793545"/>
                      <a:pt x="528431" y="3320004"/>
                    </a:cubicBezTo>
                    <a:cubicBezTo>
                      <a:pt x="830929" y="3771184"/>
                      <a:pt x="1221151" y="4237415"/>
                      <a:pt x="1534696" y="4612025"/>
                    </a:cubicBezTo>
                    <a:cubicBezTo>
                      <a:pt x="1693665" y="4801967"/>
                      <a:pt x="1835451" y="4971357"/>
                      <a:pt x="1946063" y="5114107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B3A008B9-169C-ED8E-8445-A83D6B6AEFE8}"/>
                  </a:ext>
                </a:extLst>
              </p:cNvPr>
              <p:cNvSpPr/>
              <p:nvPr/>
            </p:nvSpPr>
            <p:spPr>
              <a:xfrm>
                <a:off x="4071901" y="205405"/>
                <a:ext cx="4981689" cy="5563846"/>
              </a:xfrm>
              <a:custGeom>
                <a:avLst/>
                <a:gdLst>
                  <a:gd name="connsiteX0" fmla="*/ 2094890 w 4981689"/>
                  <a:gd name="connsiteY0" fmla="*/ 5563847 h 5563846"/>
                  <a:gd name="connsiteX1" fmla="*/ 1965080 w 4981689"/>
                  <a:gd name="connsiteY1" fmla="*/ 5523514 h 5563846"/>
                  <a:gd name="connsiteX2" fmla="*/ 1964740 w 4981689"/>
                  <a:gd name="connsiteY2" fmla="*/ 5523356 h 5563846"/>
                  <a:gd name="connsiteX3" fmla="*/ 1964491 w 4981689"/>
                  <a:gd name="connsiteY3" fmla="*/ 5523107 h 5563846"/>
                  <a:gd name="connsiteX4" fmla="*/ 1711753 w 4981689"/>
                  <a:gd name="connsiteY4" fmla="*/ 5230974 h 5563846"/>
                  <a:gd name="connsiteX5" fmla="*/ 1671683 w 4981689"/>
                  <a:gd name="connsiteY5" fmla="*/ 5074462 h 5563846"/>
                  <a:gd name="connsiteX6" fmla="*/ 1807424 w 4981689"/>
                  <a:gd name="connsiteY6" fmla="*/ 5028290 h 5563846"/>
                  <a:gd name="connsiteX7" fmla="*/ 1566798 w 4981689"/>
                  <a:gd name="connsiteY7" fmla="*/ 4722305 h 5563846"/>
                  <a:gd name="connsiteX8" fmla="*/ 546904 w 4981689"/>
                  <a:gd name="connsiteY8" fmla="*/ 3341561 h 5563846"/>
                  <a:gd name="connsiteX9" fmla="*/ 156184 w 4981689"/>
                  <a:gd name="connsiteY9" fmla="*/ 2629280 h 5563846"/>
                  <a:gd name="connsiteX10" fmla="*/ 0 w 4981689"/>
                  <a:gd name="connsiteY10" fmla="*/ 2005926 h 5563846"/>
                  <a:gd name="connsiteX11" fmla="*/ 38508 w 4981689"/>
                  <a:gd name="connsiteY11" fmla="*/ 1772460 h 5563846"/>
                  <a:gd name="connsiteX12" fmla="*/ 147649 w 4981689"/>
                  <a:gd name="connsiteY12" fmla="*/ 1582246 h 5563846"/>
                  <a:gd name="connsiteX13" fmla="*/ 539162 w 4981689"/>
                  <a:gd name="connsiteY13" fmla="*/ 1306976 h 5563846"/>
                  <a:gd name="connsiteX14" fmla="*/ 1747364 w 4981689"/>
                  <a:gd name="connsiteY14" fmla="*/ 999814 h 5563846"/>
                  <a:gd name="connsiteX15" fmla="*/ 3635449 w 4981689"/>
                  <a:gd name="connsiteY15" fmla="*/ 200506 h 5563846"/>
                  <a:gd name="connsiteX16" fmla="*/ 3635653 w 4981689"/>
                  <a:gd name="connsiteY16" fmla="*/ 200144 h 5563846"/>
                  <a:gd name="connsiteX17" fmla="*/ 3635993 w 4981689"/>
                  <a:gd name="connsiteY17" fmla="*/ 199895 h 5563846"/>
                  <a:gd name="connsiteX18" fmla="*/ 4152878 w 4981689"/>
                  <a:gd name="connsiteY18" fmla="*/ 22583 h 5563846"/>
                  <a:gd name="connsiteX19" fmla="*/ 4269965 w 4981689"/>
                  <a:gd name="connsiteY19" fmla="*/ 429038 h 5563846"/>
                  <a:gd name="connsiteX20" fmla="*/ 4194895 w 4981689"/>
                  <a:gd name="connsiteY20" fmla="*/ 1183124 h 5563846"/>
                  <a:gd name="connsiteX21" fmla="*/ 4095308 w 4981689"/>
                  <a:gd name="connsiteY21" fmla="*/ 2279227 h 5563846"/>
                  <a:gd name="connsiteX22" fmla="*/ 4286469 w 4981689"/>
                  <a:gd name="connsiteY22" fmla="*/ 3202251 h 5563846"/>
                  <a:gd name="connsiteX23" fmla="*/ 4707706 w 4981689"/>
                  <a:gd name="connsiteY23" fmla="*/ 3954707 h 5563846"/>
                  <a:gd name="connsiteX24" fmla="*/ 4929768 w 4981689"/>
                  <a:gd name="connsiteY24" fmla="*/ 4530100 h 5563846"/>
                  <a:gd name="connsiteX25" fmla="*/ 4978985 w 4981689"/>
                  <a:gd name="connsiteY25" fmla="*/ 4949162 h 5563846"/>
                  <a:gd name="connsiteX26" fmla="*/ 4881412 w 4981689"/>
                  <a:gd name="connsiteY26" fmla="*/ 5232400 h 5563846"/>
                  <a:gd name="connsiteX27" fmla="*/ 4722602 w 4981689"/>
                  <a:gd name="connsiteY27" fmla="*/ 5370533 h 5563846"/>
                  <a:gd name="connsiteX28" fmla="*/ 4504683 w 4981689"/>
                  <a:gd name="connsiteY28" fmla="*/ 5449004 h 5563846"/>
                  <a:gd name="connsiteX29" fmla="*/ 3940256 w 4981689"/>
                  <a:gd name="connsiteY29" fmla="*/ 5465210 h 5563846"/>
                  <a:gd name="connsiteX30" fmla="*/ 2634821 w 4981689"/>
                  <a:gd name="connsiteY30" fmla="*/ 5199559 h 5563846"/>
                  <a:gd name="connsiteX31" fmla="*/ 1988986 w 4981689"/>
                  <a:gd name="connsiteY31" fmla="*/ 5050176 h 5563846"/>
                  <a:gd name="connsiteX32" fmla="*/ 1815483 w 4981689"/>
                  <a:gd name="connsiteY32" fmla="*/ 5032183 h 5563846"/>
                  <a:gd name="connsiteX33" fmla="*/ 1998358 w 4981689"/>
                  <a:gd name="connsiteY33" fmla="*/ 5276920 h 5563846"/>
                  <a:gd name="connsiteX34" fmla="*/ 2126878 w 4981689"/>
                  <a:gd name="connsiteY34" fmla="*/ 5551897 h 5563846"/>
                  <a:gd name="connsiteX35" fmla="*/ 2094867 w 4981689"/>
                  <a:gd name="connsiteY35" fmla="*/ 5563825 h 5563846"/>
                  <a:gd name="connsiteX36" fmla="*/ 1967072 w 4981689"/>
                  <a:gd name="connsiteY36" fmla="*/ 5520029 h 5563846"/>
                  <a:gd name="connsiteX37" fmla="*/ 2123731 w 4981689"/>
                  <a:gd name="connsiteY37" fmla="*/ 5549453 h 5563846"/>
                  <a:gd name="connsiteX38" fmla="*/ 1995098 w 4981689"/>
                  <a:gd name="connsiteY38" fmla="*/ 5279274 h 5563846"/>
                  <a:gd name="connsiteX39" fmla="*/ 1810412 w 4981689"/>
                  <a:gd name="connsiteY39" fmla="*/ 5032183 h 5563846"/>
                  <a:gd name="connsiteX40" fmla="*/ 1675169 w 4981689"/>
                  <a:gd name="connsiteY40" fmla="*/ 5076476 h 5563846"/>
                  <a:gd name="connsiteX41" fmla="*/ 1967072 w 4981689"/>
                  <a:gd name="connsiteY41" fmla="*/ 5520051 h 5563846"/>
                  <a:gd name="connsiteX42" fmla="*/ 1812495 w 4981689"/>
                  <a:gd name="connsiteY42" fmla="*/ 5028312 h 5563846"/>
                  <a:gd name="connsiteX43" fmla="*/ 2635863 w 4981689"/>
                  <a:gd name="connsiteY43" fmla="*/ 5195688 h 5563846"/>
                  <a:gd name="connsiteX44" fmla="*/ 3940664 w 4981689"/>
                  <a:gd name="connsiteY44" fmla="*/ 5461226 h 5563846"/>
                  <a:gd name="connsiteX45" fmla="*/ 4878198 w 4981689"/>
                  <a:gd name="connsiteY45" fmla="*/ 5230046 h 5563846"/>
                  <a:gd name="connsiteX46" fmla="*/ 4925920 w 4981689"/>
                  <a:gd name="connsiteY46" fmla="*/ 4531164 h 5563846"/>
                  <a:gd name="connsiteX47" fmla="*/ 4283096 w 4981689"/>
                  <a:gd name="connsiteY47" fmla="*/ 3204401 h 5563846"/>
                  <a:gd name="connsiteX48" fmla="*/ 4091323 w 4981689"/>
                  <a:gd name="connsiteY48" fmla="*/ 2279227 h 5563846"/>
                  <a:gd name="connsiteX49" fmla="*/ 4190933 w 4981689"/>
                  <a:gd name="connsiteY49" fmla="*/ 1182626 h 5563846"/>
                  <a:gd name="connsiteX50" fmla="*/ 4265958 w 4981689"/>
                  <a:gd name="connsiteY50" fmla="*/ 429016 h 5563846"/>
                  <a:gd name="connsiteX51" fmla="*/ 4150818 w 4981689"/>
                  <a:gd name="connsiteY51" fmla="*/ 26046 h 5563846"/>
                  <a:gd name="connsiteX52" fmla="*/ 3638664 w 4981689"/>
                  <a:gd name="connsiteY52" fmla="*/ 202928 h 5563846"/>
                  <a:gd name="connsiteX53" fmla="*/ 1748065 w 4981689"/>
                  <a:gd name="connsiteY53" fmla="*/ 1003775 h 5563846"/>
                  <a:gd name="connsiteX54" fmla="*/ 540792 w 4981689"/>
                  <a:gd name="connsiteY54" fmla="*/ 1310665 h 5563846"/>
                  <a:gd name="connsiteX55" fmla="*/ 3984 w 4981689"/>
                  <a:gd name="connsiteY55" fmla="*/ 2005948 h 5563846"/>
                  <a:gd name="connsiteX56" fmla="*/ 550277 w 4981689"/>
                  <a:gd name="connsiteY56" fmla="*/ 3339411 h 5563846"/>
                  <a:gd name="connsiteX57" fmla="*/ 1569922 w 4981689"/>
                  <a:gd name="connsiteY57" fmla="*/ 4719838 h 5563846"/>
                  <a:gd name="connsiteX58" fmla="*/ 1812472 w 4981689"/>
                  <a:gd name="connsiteY58" fmla="*/ 5028312 h 556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981689" h="5563846">
                    <a:moveTo>
                      <a:pt x="2094890" y="5563847"/>
                    </a:moveTo>
                    <a:cubicBezTo>
                      <a:pt x="2067112" y="5563847"/>
                      <a:pt x="2024121" y="5550448"/>
                      <a:pt x="1965080" y="5523514"/>
                    </a:cubicBezTo>
                    <a:lnTo>
                      <a:pt x="1964740" y="5523356"/>
                    </a:lnTo>
                    <a:lnTo>
                      <a:pt x="1964491" y="5523107"/>
                    </a:lnTo>
                    <a:cubicBezTo>
                      <a:pt x="1842469" y="5401383"/>
                      <a:pt x="1759792" y="5305846"/>
                      <a:pt x="1711753" y="5230974"/>
                    </a:cubicBezTo>
                    <a:cubicBezTo>
                      <a:pt x="1665706" y="5159225"/>
                      <a:pt x="1652598" y="5108028"/>
                      <a:pt x="1671683" y="5074462"/>
                    </a:cubicBezTo>
                    <a:cubicBezTo>
                      <a:pt x="1689884" y="5042481"/>
                      <a:pt x="1737108" y="5028629"/>
                      <a:pt x="1807424" y="5028290"/>
                    </a:cubicBezTo>
                    <a:cubicBezTo>
                      <a:pt x="1735252" y="4935152"/>
                      <a:pt x="1653979" y="4832463"/>
                      <a:pt x="1566798" y="4722305"/>
                    </a:cubicBezTo>
                    <a:cubicBezTo>
                      <a:pt x="1251759" y="4324224"/>
                      <a:pt x="859702" y="3828796"/>
                      <a:pt x="546904" y="3341561"/>
                    </a:cubicBezTo>
                    <a:cubicBezTo>
                      <a:pt x="377341" y="3077426"/>
                      <a:pt x="245878" y="2837781"/>
                      <a:pt x="156184" y="2629280"/>
                    </a:cubicBezTo>
                    <a:cubicBezTo>
                      <a:pt x="52544" y="2388389"/>
                      <a:pt x="0" y="2178666"/>
                      <a:pt x="0" y="2005926"/>
                    </a:cubicBezTo>
                    <a:cubicBezTo>
                      <a:pt x="0" y="1922430"/>
                      <a:pt x="12949" y="1843869"/>
                      <a:pt x="38508" y="1772460"/>
                    </a:cubicBezTo>
                    <a:cubicBezTo>
                      <a:pt x="62913" y="1704242"/>
                      <a:pt x="99633" y="1640256"/>
                      <a:pt x="147649" y="1582246"/>
                    </a:cubicBezTo>
                    <a:cubicBezTo>
                      <a:pt x="236415" y="1475031"/>
                      <a:pt x="364482" y="1384994"/>
                      <a:pt x="539162" y="1306976"/>
                    </a:cubicBezTo>
                    <a:cubicBezTo>
                      <a:pt x="864185" y="1161803"/>
                      <a:pt x="1293187" y="1083129"/>
                      <a:pt x="1747364" y="999814"/>
                    </a:cubicBezTo>
                    <a:cubicBezTo>
                      <a:pt x="2527763" y="856656"/>
                      <a:pt x="3334740" y="708655"/>
                      <a:pt x="3635449" y="200506"/>
                    </a:cubicBezTo>
                    <a:lnTo>
                      <a:pt x="3635653" y="200144"/>
                    </a:lnTo>
                    <a:lnTo>
                      <a:pt x="3635993" y="199895"/>
                    </a:lnTo>
                    <a:cubicBezTo>
                      <a:pt x="3884067" y="21021"/>
                      <a:pt x="4053155" y="-36989"/>
                      <a:pt x="4152878" y="22583"/>
                    </a:cubicBezTo>
                    <a:cubicBezTo>
                      <a:pt x="4235826" y="72106"/>
                      <a:pt x="4273021" y="201253"/>
                      <a:pt x="4269965" y="429038"/>
                    </a:cubicBezTo>
                    <a:cubicBezTo>
                      <a:pt x="4267226" y="633805"/>
                      <a:pt x="4232091" y="900633"/>
                      <a:pt x="4194895" y="1183124"/>
                    </a:cubicBezTo>
                    <a:cubicBezTo>
                      <a:pt x="4149346" y="1529102"/>
                      <a:pt x="4097730" y="1921253"/>
                      <a:pt x="4095308" y="2279227"/>
                    </a:cubicBezTo>
                    <a:cubicBezTo>
                      <a:pt x="4092546" y="2689960"/>
                      <a:pt x="4155074" y="2991893"/>
                      <a:pt x="4286469" y="3202251"/>
                    </a:cubicBezTo>
                    <a:cubicBezTo>
                      <a:pt x="4458228" y="3477227"/>
                      <a:pt x="4599946" y="3730385"/>
                      <a:pt x="4707706" y="3954707"/>
                    </a:cubicBezTo>
                    <a:cubicBezTo>
                      <a:pt x="4810372" y="4168459"/>
                      <a:pt x="4885102" y="4362068"/>
                      <a:pt x="4929768" y="4530100"/>
                    </a:cubicBezTo>
                    <a:cubicBezTo>
                      <a:pt x="4972148" y="4689509"/>
                      <a:pt x="4988720" y="4830494"/>
                      <a:pt x="4978985" y="4949162"/>
                    </a:cubicBezTo>
                    <a:cubicBezTo>
                      <a:pt x="4969816" y="5061086"/>
                      <a:pt x="4936990" y="5156396"/>
                      <a:pt x="4881412" y="5232400"/>
                    </a:cubicBezTo>
                    <a:cubicBezTo>
                      <a:pt x="4841025" y="5287649"/>
                      <a:pt x="4787598" y="5334116"/>
                      <a:pt x="4722602" y="5370533"/>
                    </a:cubicBezTo>
                    <a:cubicBezTo>
                      <a:pt x="4661365" y="5404846"/>
                      <a:pt x="4588061" y="5431236"/>
                      <a:pt x="4504683" y="5449004"/>
                    </a:cubicBezTo>
                    <a:cubicBezTo>
                      <a:pt x="4353140" y="5481280"/>
                      <a:pt x="4168499" y="5486576"/>
                      <a:pt x="3940256" y="5465210"/>
                    </a:cubicBezTo>
                    <a:cubicBezTo>
                      <a:pt x="3522980" y="5426144"/>
                      <a:pt x="3051123" y="5305778"/>
                      <a:pt x="2634821" y="5199559"/>
                    </a:cubicBezTo>
                    <a:cubicBezTo>
                      <a:pt x="2379525" y="5134419"/>
                      <a:pt x="2159070" y="5078174"/>
                      <a:pt x="1988986" y="5050176"/>
                    </a:cubicBezTo>
                    <a:cubicBezTo>
                      <a:pt x="1919304" y="5038701"/>
                      <a:pt x="1861689" y="5032681"/>
                      <a:pt x="1815483" y="5032183"/>
                    </a:cubicBezTo>
                    <a:cubicBezTo>
                      <a:pt x="1886410" y="5123804"/>
                      <a:pt x="1948372" y="5206054"/>
                      <a:pt x="1998358" y="5276920"/>
                    </a:cubicBezTo>
                    <a:cubicBezTo>
                      <a:pt x="2111031" y="5436737"/>
                      <a:pt x="2150671" y="5521545"/>
                      <a:pt x="2126878" y="5551897"/>
                    </a:cubicBezTo>
                    <a:cubicBezTo>
                      <a:pt x="2120652" y="5559841"/>
                      <a:pt x="2110012" y="5563825"/>
                      <a:pt x="2094867" y="5563825"/>
                    </a:cubicBezTo>
                    <a:close/>
                    <a:moveTo>
                      <a:pt x="1967072" y="5520029"/>
                    </a:moveTo>
                    <a:cubicBezTo>
                      <a:pt x="2054932" y="5560090"/>
                      <a:pt x="2107635" y="5569981"/>
                      <a:pt x="2123731" y="5549453"/>
                    </a:cubicBezTo>
                    <a:cubicBezTo>
                      <a:pt x="2145940" y="5521115"/>
                      <a:pt x="2105077" y="5435265"/>
                      <a:pt x="1995098" y="5279274"/>
                    </a:cubicBezTo>
                    <a:cubicBezTo>
                      <a:pt x="1944727" y="5207820"/>
                      <a:pt x="1882109" y="5124754"/>
                      <a:pt x="1810412" y="5032183"/>
                    </a:cubicBezTo>
                    <a:cubicBezTo>
                      <a:pt x="1736044" y="5032047"/>
                      <a:pt x="1692103" y="5046691"/>
                      <a:pt x="1675169" y="5076476"/>
                    </a:cubicBezTo>
                    <a:cubicBezTo>
                      <a:pt x="1637974" y="5141888"/>
                      <a:pt x="1733464" y="5286969"/>
                      <a:pt x="1967072" y="5520051"/>
                    </a:cubicBezTo>
                    <a:close/>
                    <a:moveTo>
                      <a:pt x="1812495" y="5028312"/>
                    </a:moveTo>
                    <a:cubicBezTo>
                      <a:pt x="1982647" y="5029036"/>
                      <a:pt x="2283334" y="5105765"/>
                      <a:pt x="2635863" y="5195688"/>
                    </a:cubicBezTo>
                    <a:cubicBezTo>
                      <a:pt x="3052029" y="5301863"/>
                      <a:pt x="3523705" y="5422206"/>
                      <a:pt x="3940664" y="5461226"/>
                    </a:cubicBezTo>
                    <a:cubicBezTo>
                      <a:pt x="4424677" y="5506539"/>
                      <a:pt x="4731341" y="5430897"/>
                      <a:pt x="4878198" y="5230046"/>
                    </a:cubicBezTo>
                    <a:cubicBezTo>
                      <a:pt x="4991821" y="5074621"/>
                      <a:pt x="5007872" y="4839479"/>
                      <a:pt x="4925920" y="4531164"/>
                    </a:cubicBezTo>
                    <a:cubicBezTo>
                      <a:pt x="4834482" y="4187268"/>
                      <a:pt x="4618215" y="3740887"/>
                      <a:pt x="4283096" y="3204401"/>
                    </a:cubicBezTo>
                    <a:cubicBezTo>
                      <a:pt x="4151271" y="2993387"/>
                      <a:pt x="4088561" y="2690752"/>
                      <a:pt x="4091323" y="2279227"/>
                    </a:cubicBezTo>
                    <a:cubicBezTo>
                      <a:pt x="4093746" y="1920982"/>
                      <a:pt x="4145385" y="1528718"/>
                      <a:pt x="4190933" y="1182626"/>
                    </a:cubicBezTo>
                    <a:cubicBezTo>
                      <a:pt x="4228106" y="900271"/>
                      <a:pt x="4263219" y="633556"/>
                      <a:pt x="4265958" y="429016"/>
                    </a:cubicBezTo>
                    <a:cubicBezTo>
                      <a:pt x="4268992" y="202815"/>
                      <a:pt x="4232408" y="74776"/>
                      <a:pt x="4150818" y="26046"/>
                    </a:cubicBezTo>
                    <a:cubicBezTo>
                      <a:pt x="4052634" y="-32575"/>
                      <a:pt x="3885131" y="25254"/>
                      <a:pt x="3638664" y="202928"/>
                    </a:cubicBezTo>
                    <a:cubicBezTo>
                      <a:pt x="3336845" y="712344"/>
                      <a:pt x="2529167" y="860504"/>
                      <a:pt x="1748065" y="1003775"/>
                    </a:cubicBezTo>
                    <a:cubicBezTo>
                      <a:pt x="1294138" y="1087044"/>
                      <a:pt x="865362" y="1165674"/>
                      <a:pt x="540792" y="1310665"/>
                    </a:cubicBezTo>
                    <a:cubicBezTo>
                      <a:pt x="174567" y="1474238"/>
                      <a:pt x="3984" y="1695166"/>
                      <a:pt x="3984" y="2005948"/>
                    </a:cubicBezTo>
                    <a:cubicBezTo>
                      <a:pt x="3984" y="2316731"/>
                      <a:pt x="182671" y="2766802"/>
                      <a:pt x="550277" y="3339411"/>
                    </a:cubicBezTo>
                    <a:cubicBezTo>
                      <a:pt x="862962" y="3826487"/>
                      <a:pt x="1254951" y="4321825"/>
                      <a:pt x="1569922" y="4719838"/>
                    </a:cubicBezTo>
                    <a:cubicBezTo>
                      <a:pt x="1657873" y="4830969"/>
                      <a:pt x="1739802" y="4934518"/>
                      <a:pt x="1812472" y="5028312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0837DF86-3FDD-A447-2A9F-EBAF57418C9A}"/>
                  </a:ext>
                </a:extLst>
              </p:cNvPr>
              <p:cNvSpPr/>
              <p:nvPr/>
            </p:nvSpPr>
            <p:spPr>
              <a:xfrm>
                <a:off x="4116974" y="149810"/>
                <a:ext cx="4953722" cy="5645380"/>
              </a:xfrm>
              <a:custGeom>
                <a:avLst/>
                <a:gdLst>
                  <a:gd name="connsiteX0" fmla="*/ 2057038 w 4953722"/>
                  <a:gd name="connsiteY0" fmla="*/ 5645358 h 5645380"/>
                  <a:gd name="connsiteX1" fmla="*/ 1919530 w 4953722"/>
                  <a:gd name="connsiteY1" fmla="*/ 5549188 h 5645380"/>
                  <a:gd name="connsiteX2" fmla="*/ 1557720 w 4953722"/>
                  <a:gd name="connsiteY2" fmla="*/ 5123472 h 5645380"/>
                  <a:gd name="connsiteX3" fmla="*/ 1685628 w 4953722"/>
                  <a:gd name="connsiteY3" fmla="*/ 5092418 h 5645380"/>
                  <a:gd name="connsiteX4" fmla="*/ 629988 w 4953722"/>
                  <a:gd name="connsiteY4" fmla="*/ 3568516 h 5645380"/>
                  <a:gd name="connsiteX5" fmla="*/ 183101 w 4953722"/>
                  <a:gd name="connsiteY5" fmla="*/ 2725503 h 5645380"/>
                  <a:gd name="connsiteX6" fmla="*/ 0 w 4953722"/>
                  <a:gd name="connsiteY6" fmla="*/ 2009464 h 5645380"/>
                  <a:gd name="connsiteX7" fmla="*/ 42878 w 4953722"/>
                  <a:gd name="connsiteY7" fmla="*/ 1754677 h 5645380"/>
                  <a:gd name="connsiteX8" fmla="*/ 164175 w 4953722"/>
                  <a:gd name="connsiteY8" fmla="*/ 1544863 h 5645380"/>
                  <a:gd name="connsiteX9" fmla="*/ 597683 w 4953722"/>
                  <a:gd name="connsiteY9" fmla="*/ 1234668 h 5645380"/>
                  <a:gd name="connsiteX10" fmla="*/ 1212503 w 4953722"/>
                  <a:gd name="connsiteY10" fmla="*/ 1026869 h 5645380"/>
                  <a:gd name="connsiteX11" fmla="*/ 1921319 w 4953722"/>
                  <a:gd name="connsiteY11" fmla="*/ 869474 h 5645380"/>
                  <a:gd name="connsiteX12" fmla="*/ 3663431 w 4953722"/>
                  <a:gd name="connsiteY12" fmla="*/ 255559 h 5645380"/>
                  <a:gd name="connsiteX13" fmla="*/ 3967128 w 4953722"/>
                  <a:gd name="connsiteY13" fmla="*/ 34722 h 5645380"/>
                  <a:gd name="connsiteX14" fmla="*/ 4147988 w 4953722"/>
                  <a:gd name="connsiteY14" fmla="*/ 13854 h 5645380"/>
                  <a:gd name="connsiteX15" fmla="*/ 4238068 w 4953722"/>
                  <a:gd name="connsiteY15" fmla="*/ 385793 h 5645380"/>
                  <a:gd name="connsiteX16" fmla="*/ 4149460 w 4953722"/>
                  <a:gd name="connsiteY16" fmla="*/ 1113193 h 5645380"/>
                  <a:gd name="connsiteX17" fmla="*/ 4211784 w 4953722"/>
                  <a:gd name="connsiteY17" fmla="*/ 3257801 h 5645380"/>
                  <a:gd name="connsiteX18" fmla="*/ 4658173 w 4953722"/>
                  <a:gd name="connsiteY18" fmla="*/ 4023045 h 5645380"/>
                  <a:gd name="connsiteX19" fmla="*/ 4895562 w 4953722"/>
                  <a:gd name="connsiteY19" fmla="*/ 4609416 h 5645380"/>
                  <a:gd name="connsiteX20" fmla="*/ 4951683 w 4953722"/>
                  <a:gd name="connsiteY20" fmla="*/ 5037554 h 5645380"/>
                  <a:gd name="connsiteX21" fmla="*/ 4853929 w 4953722"/>
                  <a:gd name="connsiteY21" fmla="*/ 5327944 h 5645380"/>
                  <a:gd name="connsiteX22" fmla="*/ 4682102 w 4953722"/>
                  <a:gd name="connsiteY22" fmla="*/ 5475131 h 5645380"/>
                  <a:gd name="connsiteX23" fmla="*/ 4443355 w 4953722"/>
                  <a:gd name="connsiteY23" fmla="*/ 5556250 h 5645380"/>
                  <a:gd name="connsiteX24" fmla="*/ 3823599 w 4953722"/>
                  <a:gd name="connsiteY24" fmla="*/ 5563922 h 5645380"/>
                  <a:gd name="connsiteX25" fmla="*/ 2420976 w 4953722"/>
                  <a:gd name="connsiteY25" fmla="*/ 5262306 h 5645380"/>
                  <a:gd name="connsiteX26" fmla="*/ 1694186 w 4953722"/>
                  <a:gd name="connsiteY26" fmla="*/ 5097080 h 5645380"/>
                  <a:gd name="connsiteX27" fmla="*/ 1706026 w 4953722"/>
                  <a:gd name="connsiteY27" fmla="*/ 5113037 h 5645380"/>
                  <a:gd name="connsiteX28" fmla="*/ 1977463 w 4953722"/>
                  <a:gd name="connsiteY28" fmla="*/ 5484591 h 5645380"/>
                  <a:gd name="connsiteX29" fmla="*/ 2062946 w 4953722"/>
                  <a:gd name="connsiteY29" fmla="*/ 5643276 h 5645380"/>
                  <a:gd name="connsiteX30" fmla="*/ 2057038 w 4953722"/>
                  <a:gd name="connsiteY30" fmla="*/ 5645381 h 5645380"/>
                  <a:gd name="connsiteX31" fmla="*/ 1653413 w 4953722"/>
                  <a:gd name="connsiteY31" fmla="*/ 5095315 h 5645380"/>
                  <a:gd name="connsiteX32" fmla="*/ 1561365 w 4953722"/>
                  <a:gd name="connsiteY32" fmla="*/ 5125350 h 5645380"/>
                  <a:gd name="connsiteX33" fmla="*/ 1623712 w 4953722"/>
                  <a:gd name="connsiteY33" fmla="*/ 5264026 h 5645380"/>
                  <a:gd name="connsiteX34" fmla="*/ 1922179 w 4953722"/>
                  <a:gd name="connsiteY34" fmla="*/ 5546042 h 5645380"/>
                  <a:gd name="connsiteX35" fmla="*/ 2060139 w 4953722"/>
                  <a:gd name="connsiteY35" fmla="*/ 5640266 h 5645380"/>
                  <a:gd name="connsiteX36" fmla="*/ 1974090 w 4953722"/>
                  <a:gd name="connsiteY36" fmla="*/ 5486900 h 5645380"/>
                  <a:gd name="connsiteX37" fmla="*/ 1702720 w 4953722"/>
                  <a:gd name="connsiteY37" fmla="*/ 5115437 h 5645380"/>
                  <a:gd name="connsiteX38" fmla="*/ 1688775 w 4953722"/>
                  <a:gd name="connsiteY38" fmla="*/ 5096628 h 5645380"/>
                  <a:gd name="connsiteX39" fmla="*/ 1653413 w 4953722"/>
                  <a:gd name="connsiteY39" fmla="*/ 5095292 h 5645380"/>
                  <a:gd name="connsiteX40" fmla="*/ 1691016 w 4953722"/>
                  <a:gd name="connsiteY40" fmla="*/ 5092780 h 5645380"/>
                  <a:gd name="connsiteX41" fmla="*/ 1832892 w 4953722"/>
                  <a:gd name="connsiteY41" fmla="*/ 5112833 h 5645380"/>
                  <a:gd name="connsiteX42" fmla="*/ 2422040 w 4953722"/>
                  <a:gd name="connsiteY42" fmla="*/ 5258323 h 5645380"/>
                  <a:gd name="connsiteX43" fmla="*/ 3824029 w 4953722"/>
                  <a:gd name="connsiteY43" fmla="*/ 5559826 h 5645380"/>
                  <a:gd name="connsiteX44" fmla="*/ 4442585 w 4953722"/>
                  <a:gd name="connsiteY44" fmla="*/ 5552221 h 5645380"/>
                  <a:gd name="connsiteX45" fmla="*/ 4850624 w 4953722"/>
                  <a:gd name="connsiteY45" fmla="*/ 5325545 h 5645380"/>
                  <a:gd name="connsiteX46" fmla="*/ 4891645 w 4953722"/>
                  <a:gd name="connsiteY46" fmla="*/ 4610547 h 5645380"/>
                  <a:gd name="connsiteX47" fmla="*/ 4208365 w 4953722"/>
                  <a:gd name="connsiteY47" fmla="*/ 3260042 h 5645380"/>
                  <a:gd name="connsiteX48" fmla="*/ 4145430 w 4953722"/>
                  <a:gd name="connsiteY48" fmla="*/ 1112605 h 5645380"/>
                  <a:gd name="connsiteX49" fmla="*/ 4233993 w 4953722"/>
                  <a:gd name="connsiteY49" fmla="*/ 385612 h 5645380"/>
                  <a:gd name="connsiteX50" fmla="*/ 4146041 w 4953722"/>
                  <a:gd name="connsiteY50" fmla="*/ 17452 h 5645380"/>
                  <a:gd name="connsiteX51" fmla="*/ 3666170 w 4953722"/>
                  <a:gd name="connsiteY51" fmla="*/ 258614 h 5645380"/>
                  <a:gd name="connsiteX52" fmla="*/ 3330280 w 4953722"/>
                  <a:gd name="connsiteY52" fmla="*/ 475852 h 5645380"/>
                  <a:gd name="connsiteX53" fmla="*/ 2907617 w 4953722"/>
                  <a:gd name="connsiteY53" fmla="*/ 638814 h 5645380"/>
                  <a:gd name="connsiteX54" fmla="*/ 1922179 w 4953722"/>
                  <a:gd name="connsiteY54" fmla="*/ 873503 h 5645380"/>
                  <a:gd name="connsiteX55" fmla="*/ 599449 w 4953722"/>
                  <a:gd name="connsiteY55" fmla="*/ 1238403 h 5645380"/>
                  <a:gd name="connsiteX56" fmla="*/ 4143 w 4953722"/>
                  <a:gd name="connsiteY56" fmla="*/ 2009487 h 5645380"/>
                  <a:gd name="connsiteX57" fmla="*/ 633542 w 4953722"/>
                  <a:gd name="connsiteY57" fmla="*/ 3566411 h 5645380"/>
                  <a:gd name="connsiteX58" fmla="*/ 1691039 w 4953722"/>
                  <a:gd name="connsiteY58" fmla="*/ 5092826 h 564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953722" h="5645380">
                    <a:moveTo>
                      <a:pt x="2057038" y="5645358"/>
                    </a:moveTo>
                    <a:cubicBezTo>
                      <a:pt x="2044428" y="5645358"/>
                      <a:pt x="2012417" y="5627523"/>
                      <a:pt x="1919530" y="5549188"/>
                    </a:cubicBezTo>
                    <a:cubicBezTo>
                      <a:pt x="1642886" y="5315880"/>
                      <a:pt x="1527927" y="5180599"/>
                      <a:pt x="1557720" y="5123472"/>
                    </a:cubicBezTo>
                    <a:cubicBezTo>
                      <a:pt x="1570918" y="5098167"/>
                      <a:pt x="1612392" y="5087869"/>
                      <a:pt x="1685628" y="5092418"/>
                    </a:cubicBezTo>
                    <a:cubicBezTo>
                      <a:pt x="1398615" y="4705609"/>
                      <a:pt x="974888" y="4132637"/>
                      <a:pt x="629988" y="3568516"/>
                    </a:cubicBezTo>
                    <a:cubicBezTo>
                      <a:pt x="437152" y="3253093"/>
                      <a:pt x="286786" y="2969471"/>
                      <a:pt x="183101" y="2725503"/>
                    </a:cubicBezTo>
                    <a:cubicBezTo>
                      <a:pt x="61600" y="2439685"/>
                      <a:pt x="0" y="2198772"/>
                      <a:pt x="0" y="2009464"/>
                    </a:cubicBezTo>
                    <a:cubicBezTo>
                      <a:pt x="0" y="1918793"/>
                      <a:pt x="14421" y="1833057"/>
                      <a:pt x="42878" y="1754677"/>
                    </a:cubicBezTo>
                    <a:cubicBezTo>
                      <a:pt x="70021" y="1679895"/>
                      <a:pt x="110816" y="1609301"/>
                      <a:pt x="164175" y="1544863"/>
                    </a:cubicBezTo>
                    <a:cubicBezTo>
                      <a:pt x="262654" y="1425900"/>
                      <a:pt x="404462" y="1324433"/>
                      <a:pt x="597683" y="1234668"/>
                    </a:cubicBezTo>
                    <a:cubicBezTo>
                      <a:pt x="758825" y="1159796"/>
                      <a:pt x="959924" y="1091827"/>
                      <a:pt x="1212503" y="1026869"/>
                    </a:cubicBezTo>
                    <a:cubicBezTo>
                      <a:pt x="1437939" y="968881"/>
                      <a:pt x="1683681" y="918340"/>
                      <a:pt x="1921319" y="869474"/>
                    </a:cubicBezTo>
                    <a:cubicBezTo>
                      <a:pt x="2593189" y="731273"/>
                      <a:pt x="3287946" y="588387"/>
                      <a:pt x="3663431" y="255559"/>
                    </a:cubicBezTo>
                    <a:cubicBezTo>
                      <a:pt x="3786427" y="146532"/>
                      <a:pt x="3885765" y="74286"/>
                      <a:pt x="3967128" y="34722"/>
                    </a:cubicBezTo>
                    <a:cubicBezTo>
                      <a:pt x="4044937" y="-3122"/>
                      <a:pt x="4104092" y="-9957"/>
                      <a:pt x="4147988" y="13854"/>
                    </a:cubicBezTo>
                    <a:cubicBezTo>
                      <a:pt x="4218870" y="52308"/>
                      <a:pt x="4247485" y="170501"/>
                      <a:pt x="4238068" y="385793"/>
                    </a:cubicBezTo>
                    <a:cubicBezTo>
                      <a:pt x="4229578" y="579967"/>
                      <a:pt x="4190662" y="838987"/>
                      <a:pt x="4149460" y="1113193"/>
                    </a:cubicBezTo>
                    <a:cubicBezTo>
                      <a:pt x="4038078" y="1854650"/>
                      <a:pt x="3899461" y="2777402"/>
                      <a:pt x="4211784" y="3257801"/>
                    </a:cubicBezTo>
                    <a:cubicBezTo>
                      <a:pt x="4393391" y="3537123"/>
                      <a:pt x="4543576" y="3794604"/>
                      <a:pt x="4658173" y="4023045"/>
                    </a:cubicBezTo>
                    <a:cubicBezTo>
                      <a:pt x="4767291" y="4240600"/>
                      <a:pt x="4847160" y="4437875"/>
                      <a:pt x="4895562" y="4609416"/>
                    </a:cubicBezTo>
                    <a:cubicBezTo>
                      <a:pt x="4941450" y="4772061"/>
                      <a:pt x="4960330" y="4916102"/>
                      <a:pt x="4951683" y="5037554"/>
                    </a:cubicBezTo>
                    <a:cubicBezTo>
                      <a:pt x="4943510" y="5152103"/>
                      <a:pt x="4910639" y="5249812"/>
                      <a:pt x="4853929" y="5327944"/>
                    </a:cubicBezTo>
                    <a:cubicBezTo>
                      <a:pt x="4810915" y="5387222"/>
                      <a:pt x="4753097" y="5436744"/>
                      <a:pt x="4682102" y="5475131"/>
                    </a:cubicBezTo>
                    <a:cubicBezTo>
                      <a:pt x="4615363" y="5511208"/>
                      <a:pt x="4535041" y="5538505"/>
                      <a:pt x="4443355" y="5556250"/>
                    </a:cubicBezTo>
                    <a:cubicBezTo>
                      <a:pt x="4277232" y="5588412"/>
                      <a:pt x="4074503" y="5590902"/>
                      <a:pt x="3823599" y="5563922"/>
                    </a:cubicBezTo>
                    <a:cubicBezTo>
                      <a:pt x="3366593" y="5514762"/>
                      <a:pt x="2842282" y="5374773"/>
                      <a:pt x="2420976" y="5262306"/>
                    </a:cubicBezTo>
                    <a:cubicBezTo>
                      <a:pt x="2111619" y="5179716"/>
                      <a:pt x="1846295" y="5108895"/>
                      <a:pt x="1694186" y="5097080"/>
                    </a:cubicBezTo>
                    <a:cubicBezTo>
                      <a:pt x="1698170" y="5102445"/>
                      <a:pt x="1702109" y="5107763"/>
                      <a:pt x="1706026" y="5113037"/>
                    </a:cubicBezTo>
                    <a:cubicBezTo>
                      <a:pt x="1817634" y="5263460"/>
                      <a:pt x="1914029" y="5393355"/>
                      <a:pt x="1977463" y="5484591"/>
                    </a:cubicBezTo>
                    <a:cubicBezTo>
                      <a:pt x="2065799" y="5611657"/>
                      <a:pt x="2070757" y="5635965"/>
                      <a:pt x="2062946" y="5643276"/>
                    </a:cubicBezTo>
                    <a:cubicBezTo>
                      <a:pt x="2061611" y="5644521"/>
                      <a:pt x="2059800" y="5645381"/>
                      <a:pt x="2057038" y="5645381"/>
                    </a:cubicBezTo>
                    <a:close/>
                    <a:moveTo>
                      <a:pt x="1653413" y="5095315"/>
                    </a:moveTo>
                    <a:cubicBezTo>
                      <a:pt x="1604197" y="5095315"/>
                      <a:pt x="1572276" y="5104459"/>
                      <a:pt x="1561365" y="5125350"/>
                    </a:cubicBezTo>
                    <a:cubicBezTo>
                      <a:pt x="1547374" y="5152171"/>
                      <a:pt x="1567749" y="5197529"/>
                      <a:pt x="1623712" y="5264026"/>
                    </a:cubicBezTo>
                    <a:cubicBezTo>
                      <a:pt x="1682844" y="5334281"/>
                      <a:pt x="1780461" y="5426536"/>
                      <a:pt x="1922179" y="5546042"/>
                    </a:cubicBezTo>
                    <a:cubicBezTo>
                      <a:pt x="2025955" y="5633566"/>
                      <a:pt x="2054479" y="5645585"/>
                      <a:pt x="2060139" y="5640266"/>
                    </a:cubicBezTo>
                    <a:cubicBezTo>
                      <a:pt x="2068402" y="5632525"/>
                      <a:pt x="2039447" y="5580920"/>
                      <a:pt x="1974090" y="5486900"/>
                    </a:cubicBezTo>
                    <a:cubicBezTo>
                      <a:pt x="1910701" y="5395709"/>
                      <a:pt x="1814329" y="5265814"/>
                      <a:pt x="1702720" y="5115437"/>
                    </a:cubicBezTo>
                    <a:cubicBezTo>
                      <a:pt x="1698102" y="5109235"/>
                      <a:pt x="1693461" y="5102943"/>
                      <a:pt x="1688775" y="5096628"/>
                    </a:cubicBezTo>
                    <a:cubicBezTo>
                      <a:pt x="1676165" y="5095745"/>
                      <a:pt x="1664348" y="5095292"/>
                      <a:pt x="1653413" y="5095292"/>
                    </a:cubicBezTo>
                    <a:close/>
                    <a:moveTo>
                      <a:pt x="1691016" y="5092780"/>
                    </a:moveTo>
                    <a:cubicBezTo>
                      <a:pt x="1729638" y="5095496"/>
                      <a:pt x="1776771" y="5102196"/>
                      <a:pt x="1832892" y="5112833"/>
                    </a:cubicBezTo>
                    <a:cubicBezTo>
                      <a:pt x="1985002" y="5141646"/>
                      <a:pt x="2187527" y="5195718"/>
                      <a:pt x="2422040" y="5258323"/>
                    </a:cubicBezTo>
                    <a:cubicBezTo>
                      <a:pt x="2843187" y="5370767"/>
                      <a:pt x="3367340" y="5510688"/>
                      <a:pt x="3824029" y="5559826"/>
                    </a:cubicBezTo>
                    <a:cubicBezTo>
                      <a:pt x="4074548" y="5586783"/>
                      <a:pt x="4276870" y="5584293"/>
                      <a:pt x="4442585" y="5552221"/>
                    </a:cubicBezTo>
                    <a:cubicBezTo>
                      <a:pt x="4630599" y="5515826"/>
                      <a:pt x="4767879" y="5439573"/>
                      <a:pt x="4850624" y="5325545"/>
                    </a:cubicBezTo>
                    <a:cubicBezTo>
                      <a:pt x="4966601" y="5165728"/>
                      <a:pt x="4980411" y="4925155"/>
                      <a:pt x="4891645" y="4610547"/>
                    </a:cubicBezTo>
                    <a:cubicBezTo>
                      <a:pt x="4792556" y="4259341"/>
                      <a:pt x="4562660" y="3804970"/>
                      <a:pt x="4208365" y="3260042"/>
                    </a:cubicBezTo>
                    <a:cubicBezTo>
                      <a:pt x="3895182" y="2778352"/>
                      <a:pt x="4033934" y="1854740"/>
                      <a:pt x="4145430" y="1112605"/>
                    </a:cubicBezTo>
                    <a:cubicBezTo>
                      <a:pt x="4186609" y="838489"/>
                      <a:pt x="4225503" y="579582"/>
                      <a:pt x="4233993" y="385612"/>
                    </a:cubicBezTo>
                    <a:cubicBezTo>
                      <a:pt x="4243342" y="172063"/>
                      <a:pt x="4215406" y="55092"/>
                      <a:pt x="4146041" y="17452"/>
                    </a:cubicBezTo>
                    <a:cubicBezTo>
                      <a:pt x="4059290" y="-29626"/>
                      <a:pt x="3902336" y="49275"/>
                      <a:pt x="3666170" y="258614"/>
                    </a:cubicBezTo>
                    <a:cubicBezTo>
                      <a:pt x="3575729" y="338783"/>
                      <a:pt x="3465863" y="409830"/>
                      <a:pt x="3330280" y="475852"/>
                    </a:cubicBezTo>
                    <a:cubicBezTo>
                      <a:pt x="3209662" y="534564"/>
                      <a:pt x="3071407" y="587866"/>
                      <a:pt x="2907617" y="638814"/>
                    </a:cubicBezTo>
                    <a:cubicBezTo>
                      <a:pt x="2603625" y="733333"/>
                      <a:pt x="2257209" y="804583"/>
                      <a:pt x="1922179" y="873503"/>
                    </a:cubicBezTo>
                    <a:cubicBezTo>
                      <a:pt x="1448171" y="971009"/>
                      <a:pt x="958022" y="1071819"/>
                      <a:pt x="599449" y="1238403"/>
                    </a:cubicBezTo>
                    <a:cubicBezTo>
                      <a:pt x="193311" y="1427077"/>
                      <a:pt x="4143" y="1672109"/>
                      <a:pt x="4143" y="2009487"/>
                    </a:cubicBezTo>
                    <a:cubicBezTo>
                      <a:pt x="4143" y="2346864"/>
                      <a:pt x="215905" y="2883282"/>
                      <a:pt x="633542" y="3566411"/>
                    </a:cubicBezTo>
                    <a:cubicBezTo>
                      <a:pt x="979189" y="4131755"/>
                      <a:pt x="1404049" y="4706039"/>
                      <a:pt x="1691039" y="509282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2DC89EA-FE09-57B0-54FE-1E65CA01714D}"/>
                  </a:ext>
                </a:extLst>
              </p:cNvPr>
              <p:cNvSpPr/>
              <p:nvPr/>
            </p:nvSpPr>
            <p:spPr>
              <a:xfrm>
                <a:off x="4162070" y="185926"/>
                <a:ext cx="4950595" cy="5610576"/>
              </a:xfrm>
              <a:custGeom>
                <a:avLst/>
                <a:gdLst>
                  <a:gd name="connsiteX0" fmla="*/ 2020386 w 4950595"/>
                  <a:gd name="connsiteY0" fmla="*/ 5610577 h 5610576"/>
                  <a:gd name="connsiteX1" fmla="*/ 1874299 w 4950595"/>
                  <a:gd name="connsiteY1" fmla="*/ 5483331 h 5610576"/>
                  <a:gd name="connsiteX2" fmla="*/ 1583618 w 4950595"/>
                  <a:gd name="connsiteY2" fmla="*/ 5151951 h 5610576"/>
                  <a:gd name="connsiteX3" fmla="*/ 1535579 w 4950595"/>
                  <a:gd name="connsiteY3" fmla="*/ 4980048 h 5610576"/>
                  <a:gd name="connsiteX4" fmla="*/ 1572276 w 4950595"/>
                  <a:gd name="connsiteY4" fmla="*/ 4950353 h 5610576"/>
                  <a:gd name="connsiteX5" fmla="*/ 0 w 4950595"/>
                  <a:gd name="connsiteY5" fmla="*/ 1921313 h 5610576"/>
                  <a:gd name="connsiteX6" fmla="*/ 45730 w 4950595"/>
                  <a:gd name="connsiteY6" fmla="*/ 1659192 h 5610576"/>
                  <a:gd name="connsiteX7" fmla="*/ 174952 w 4950595"/>
                  <a:gd name="connsiteY7" fmla="*/ 1443108 h 5610576"/>
                  <a:gd name="connsiteX8" fmla="*/ 635421 w 4950595"/>
                  <a:gd name="connsiteY8" fmla="*/ 1123227 h 5610576"/>
                  <a:gd name="connsiteX9" fmla="*/ 2029668 w 4950595"/>
                  <a:gd name="connsiteY9" fmla="*/ 747101 h 5610576"/>
                  <a:gd name="connsiteX10" fmla="*/ 3691163 w 4950595"/>
                  <a:gd name="connsiteY10" fmla="*/ 219238 h 5610576"/>
                  <a:gd name="connsiteX11" fmla="*/ 4036561 w 4950595"/>
                  <a:gd name="connsiteY11" fmla="*/ 22869 h 5610576"/>
                  <a:gd name="connsiteX12" fmla="*/ 4233698 w 4950595"/>
                  <a:gd name="connsiteY12" fmla="*/ 22642 h 5610576"/>
                  <a:gd name="connsiteX13" fmla="*/ 4307002 w 4950595"/>
                  <a:gd name="connsiteY13" fmla="*/ 408410 h 5610576"/>
                  <a:gd name="connsiteX14" fmla="*/ 4172959 w 4950595"/>
                  <a:gd name="connsiteY14" fmla="*/ 1124879 h 5610576"/>
                  <a:gd name="connsiteX15" fmla="*/ 4137053 w 4950595"/>
                  <a:gd name="connsiteY15" fmla="*/ 3221639 h 5610576"/>
                  <a:gd name="connsiteX16" fmla="*/ 4614435 w 4950595"/>
                  <a:gd name="connsiteY16" fmla="*/ 3999467 h 5610576"/>
                  <a:gd name="connsiteX17" fmla="*/ 4876070 w 4950595"/>
                  <a:gd name="connsiteY17" fmla="*/ 4588645 h 5610576"/>
                  <a:gd name="connsiteX18" fmla="*/ 4950279 w 4950595"/>
                  <a:gd name="connsiteY18" fmla="*/ 5011532 h 5610576"/>
                  <a:gd name="connsiteX19" fmla="*/ 4865090 w 4950595"/>
                  <a:gd name="connsiteY19" fmla="*/ 5290379 h 5610576"/>
                  <a:gd name="connsiteX20" fmla="*/ 3923141 w 4950595"/>
                  <a:gd name="connsiteY20" fmla="*/ 5476405 h 5610576"/>
                  <a:gd name="connsiteX21" fmla="*/ 2576300 w 4950595"/>
                  <a:gd name="connsiteY21" fmla="*/ 5152857 h 5610576"/>
                  <a:gd name="connsiteX22" fmla="*/ 1879234 w 4950595"/>
                  <a:gd name="connsiteY22" fmla="*/ 4967917 h 5610576"/>
                  <a:gd name="connsiteX23" fmla="*/ 1578706 w 4950595"/>
                  <a:gd name="connsiteY23" fmla="*/ 4952119 h 5610576"/>
                  <a:gd name="connsiteX24" fmla="*/ 1733939 w 4950595"/>
                  <a:gd name="connsiteY24" fmla="*/ 5170058 h 5610576"/>
                  <a:gd name="connsiteX25" fmla="*/ 1953534 w 4950595"/>
                  <a:gd name="connsiteY25" fmla="*/ 5481407 h 5610576"/>
                  <a:gd name="connsiteX26" fmla="*/ 2023804 w 4950595"/>
                  <a:gd name="connsiteY26" fmla="*/ 5609355 h 5610576"/>
                  <a:gd name="connsiteX27" fmla="*/ 2020454 w 4950595"/>
                  <a:gd name="connsiteY27" fmla="*/ 5610532 h 5610576"/>
                  <a:gd name="connsiteX28" fmla="*/ 1574654 w 4950595"/>
                  <a:gd name="connsiteY28" fmla="*/ 4953703 h 5610576"/>
                  <a:gd name="connsiteX29" fmla="*/ 1539179 w 4950595"/>
                  <a:gd name="connsiteY29" fmla="*/ 4982154 h 5610576"/>
                  <a:gd name="connsiteX30" fmla="*/ 1877242 w 4950595"/>
                  <a:gd name="connsiteY30" fmla="*/ 5480343 h 5610576"/>
                  <a:gd name="connsiteX31" fmla="*/ 1982964 w 4950595"/>
                  <a:gd name="connsiteY31" fmla="*/ 5580474 h 5610576"/>
                  <a:gd name="connsiteX32" fmla="*/ 2021020 w 4950595"/>
                  <a:gd name="connsiteY32" fmla="*/ 5606186 h 5610576"/>
                  <a:gd name="connsiteX33" fmla="*/ 2006893 w 4950595"/>
                  <a:gd name="connsiteY33" fmla="*/ 5572327 h 5610576"/>
                  <a:gd name="connsiteX34" fmla="*/ 1950025 w 4950595"/>
                  <a:gd name="connsiteY34" fmla="*/ 5483761 h 5610576"/>
                  <a:gd name="connsiteX35" fmla="*/ 1730498 w 4950595"/>
                  <a:gd name="connsiteY35" fmla="*/ 5172480 h 5610576"/>
                  <a:gd name="connsiteX36" fmla="*/ 1574654 w 4950595"/>
                  <a:gd name="connsiteY36" fmla="*/ 4953680 h 5610576"/>
                  <a:gd name="connsiteX37" fmla="*/ 1663306 w 4950595"/>
                  <a:gd name="connsiteY37" fmla="*/ 4936524 h 5610576"/>
                  <a:gd name="connsiteX38" fmla="*/ 2577432 w 4950595"/>
                  <a:gd name="connsiteY38" fmla="*/ 5148873 h 5610576"/>
                  <a:gd name="connsiteX39" fmla="*/ 3923684 w 4950595"/>
                  <a:gd name="connsiteY39" fmla="*/ 5472285 h 5610576"/>
                  <a:gd name="connsiteX40" fmla="*/ 4861694 w 4950595"/>
                  <a:gd name="connsiteY40" fmla="*/ 5287934 h 5610576"/>
                  <a:gd name="connsiteX41" fmla="*/ 4872063 w 4950595"/>
                  <a:gd name="connsiteY41" fmla="*/ 4589958 h 5610576"/>
                  <a:gd name="connsiteX42" fmla="*/ 4133567 w 4950595"/>
                  <a:gd name="connsiteY42" fmla="*/ 3223993 h 5610576"/>
                  <a:gd name="connsiteX43" fmla="*/ 3971701 w 4950595"/>
                  <a:gd name="connsiteY43" fmla="*/ 2269441 h 5610576"/>
                  <a:gd name="connsiteX44" fmla="*/ 4168861 w 4950595"/>
                  <a:gd name="connsiteY44" fmla="*/ 1123996 h 5610576"/>
                  <a:gd name="connsiteX45" fmla="*/ 4302814 w 4950595"/>
                  <a:gd name="connsiteY45" fmla="*/ 408003 h 5610576"/>
                  <a:gd name="connsiteX46" fmla="*/ 4231367 w 4950595"/>
                  <a:gd name="connsiteY46" fmla="*/ 26150 h 5610576"/>
                  <a:gd name="connsiteX47" fmla="*/ 3693540 w 4950595"/>
                  <a:gd name="connsiteY47" fmla="*/ 222656 h 5610576"/>
                  <a:gd name="connsiteX48" fmla="*/ 2959188 w 4950595"/>
                  <a:gd name="connsiteY48" fmla="*/ 540093 h 5610576"/>
                  <a:gd name="connsiteX49" fmla="*/ 2030460 w 4950595"/>
                  <a:gd name="connsiteY49" fmla="*/ 751197 h 5610576"/>
                  <a:gd name="connsiteX50" fmla="*/ 637097 w 4950595"/>
                  <a:gd name="connsiteY50" fmla="*/ 1127029 h 5610576"/>
                  <a:gd name="connsiteX51" fmla="*/ 4143 w 4950595"/>
                  <a:gd name="connsiteY51" fmla="*/ 1921290 h 5610576"/>
                  <a:gd name="connsiteX52" fmla="*/ 1576238 w 4950595"/>
                  <a:gd name="connsiteY52" fmla="*/ 4948746 h 5610576"/>
                  <a:gd name="connsiteX53" fmla="*/ 1663284 w 4950595"/>
                  <a:gd name="connsiteY53" fmla="*/ 4936524 h 5610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950595" h="5610576">
                    <a:moveTo>
                      <a:pt x="2020386" y="5610577"/>
                    </a:moveTo>
                    <a:cubicBezTo>
                      <a:pt x="2011081" y="5610577"/>
                      <a:pt x="1983417" y="5591655"/>
                      <a:pt x="1874299" y="5483331"/>
                    </a:cubicBezTo>
                    <a:cubicBezTo>
                      <a:pt x="1734279" y="5344337"/>
                      <a:pt x="1639196" y="5235945"/>
                      <a:pt x="1583618" y="5151951"/>
                    </a:cubicBezTo>
                    <a:cubicBezTo>
                      <a:pt x="1530486" y="5071669"/>
                      <a:pt x="1514774" y="5015448"/>
                      <a:pt x="1535579" y="4980048"/>
                    </a:cubicBezTo>
                    <a:cubicBezTo>
                      <a:pt x="1543163" y="4967147"/>
                      <a:pt x="1555524" y="4957347"/>
                      <a:pt x="1572276" y="4950353"/>
                    </a:cubicBezTo>
                    <a:cubicBezTo>
                      <a:pt x="975363" y="4108539"/>
                      <a:pt x="0" y="2676869"/>
                      <a:pt x="0" y="1921313"/>
                    </a:cubicBezTo>
                    <a:cubicBezTo>
                      <a:pt x="0" y="1828107"/>
                      <a:pt x="15394" y="1739926"/>
                      <a:pt x="45730" y="1659192"/>
                    </a:cubicBezTo>
                    <a:cubicBezTo>
                      <a:pt x="74662" y="1582238"/>
                      <a:pt x="118128" y="1509561"/>
                      <a:pt x="174952" y="1443108"/>
                    </a:cubicBezTo>
                    <a:cubicBezTo>
                      <a:pt x="279723" y="1320615"/>
                      <a:pt x="430338" y="1215980"/>
                      <a:pt x="635421" y="1123227"/>
                    </a:cubicBezTo>
                    <a:cubicBezTo>
                      <a:pt x="1016022" y="951075"/>
                      <a:pt x="1531323" y="847368"/>
                      <a:pt x="2029668" y="747101"/>
                    </a:cubicBezTo>
                    <a:cubicBezTo>
                      <a:pt x="2659271" y="620397"/>
                      <a:pt x="3310313" y="489394"/>
                      <a:pt x="3691163" y="219238"/>
                    </a:cubicBezTo>
                    <a:cubicBezTo>
                      <a:pt x="3832473" y="119016"/>
                      <a:pt x="3945463" y="54782"/>
                      <a:pt x="4036561" y="22869"/>
                    </a:cubicBezTo>
                    <a:cubicBezTo>
                      <a:pt x="4123425" y="-7551"/>
                      <a:pt x="4187922" y="-7619"/>
                      <a:pt x="4233698" y="22642"/>
                    </a:cubicBezTo>
                    <a:cubicBezTo>
                      <a:pt x="4305915" y="70399"/>
                      <a:pt x="4329211" y="192983"/>
                      <a:pt x="4307002" y="408410"/>
                    </a:cubicBezTo>
                    <a:cubicBezTo>
                      <a:pt x="4286989" y="602358"/>
                      <a:pt x="4231615" y="856172"/>
                      <a:pt x="4172959" y="1124879"/>
                    </a:cubicBezTo>
                    <a:cubicBezTo>
                      <a:pt x="4014941" y="1848998"/>
                      <a:pt x="3818256" y="2750203"/>
                      <a:pt x="4137053" y="3221639"/>
                    </a:cubicBezTo>
                    <a:cubicBezTo>
                      <a:pt x="4329957" y="3506914"/>
                      <a:pt x="4490579" y="3768604"/>
                      <a:pt x="4614435" y="3999467"/>
                    </a:cubicBezTo>
                    <a:cubicBezTo>
                      <a:pt x="4732495" y="4219490"/>
                      <a:pt x="4820515" y="4417715"/>
                      <a:pt x="4876070" y="4588645"/>
                    </a:cubicBezTo>
                    <a:cubicBezTo>
                      <a:pt x="4928772" y="4750815"/>
                      <a:pt x="4953743" y="4893113"/>
                      <a:pt x="4950279" y="5011532"/>
                    </a:cubicBezTo>
                    <a:cubicBezTo>
                      <a:pt x="4947019" y="5123297"/>
                      <a:pt x="4918359" y="5217113"/>
                      <a:pt x="4865090" y="5290379"/>
                    </a:cubicBezTo>
                    <a:cubicBezTo>
                      <a:pt x="4725387" y="5482448"/>
                      <a:pt x="4417275" y="5543310"/>
                      <a:pt x="3923141" y="5476405"/>
                    </a:cubicBezTo>
                    <a:cubicBezTo>
                      <a:pt x="3497512" y="5418780"/>
                      <a:pt x="3008110" y="5277523"/>
                      <a:pt x="2576300" y="5152857"/>
                    </a:cubicBezTo>
                    <a:cubicBezTo>
                      <a:pt x="2312583" y="5076739"/>
                      <a:pt x="2063467" y="5004832"/>
                      <a:pt x="1879234" y="4967917"/>
                    </a:cubicBezTo>
                    <a:cubicBezTo>
                      <a:pt x="1729660" y="4937950"/>
                      <a:pt x="1631612" y="4932608"/>
                      <a:pt x="1578706" y="4952119"/>
                    </a:cubicBezTo>
                    <a:cubicBezTo>
                      <a:pt x="1634125" y="5030250"/>
                      <a:pt x="1686194" y="5103199"/>
                      <a:pt x="1733939" y="5170058"/>
                    </a:cubicBezTo>
                    <a:cubicBezTo>
                      <a:pt x="1828093" y="5301944"/>
                      <a:pt x="1902461" y="5406127"/>
                      <a:pt x="1953534" y="5481407"/>
                    </a:cubicBezTo>
                    <a:cubicBezTo>
                      <a:pt x="2028037" y="5591248"/>
                      <a:pt x="2028875" y="5605055"/>
                      <a:pt x="2023804" y="5609355"/>
                    </a:cubicBezTo>
                    <a:cubicBezTo>
                      <a:pt x="2022989" y="5610057"/>
                      <a:pt x="2021970" y="5610532"/>
                      <a:pt x="2020454" y="5610532"/>
                    </a:cubicBezTo>
                    <a:close/>
                    <a:moveTo>
                      <a:pt x="1574654" y="4953703"/>
                    </a:moveTo>
                    <a:cubicBezTo>
                      <a:pt x="1558082" y="4960516"/>
                      <a:pt x="1546333" y="4969999"/>
                      <a:pt x="1539179" y="4982154"/>
                    </a:cubicBezTo>
                    <a:cubicBezTo>
                      <a:pt x="1498565" y="5051231"/>
                      <a:pt x="1609132" y="5214194"/>
                      <a:pt x="1877242" y="5480343"/>
                    </a:cubicBezTo>
                    <a:cubicBezTo>
                      <a:pt x="1924353" y="5527127"/>
                      <a:pt x="1958945" y="5559878"/>
                      <a:pt x="1982964" y="5580474"/>
                    </a:cubicBezTo>
                    <a:cubicBezTo>
                      <a:pt x="2016017" y="5608834"/>
                      <a:pt x="2020612" y="5606548"/>
                      <a:pt x="2021020" y="5606186"/>
                    </a:cubicBezTo>
                    <a:cubicBezTo>
                      <a:pt x="2021382" y="5605869"/>
                      <a:pt x="2024053" y="5602339"/>
                      <a:pt x="2006893" y="5572327"/>
                    </a:cubicBezTo>
                    <a:cubicBezTo>
                      <a:pt x="1995370" y="5552160"/>
                      <a:pt x="1976761" y="5523188"/>
                      <a:pt x="1950025" y="5483761"/>
                    </a:cubicBezTo>
                    <a:cubicBezTo>
                      <a:pt x="1898975" y="5408504"/>
                      <a:pt x="1824629" y="5304344"/>
                      <a:pt x="1730498" y="5172480"/>
                    </a:cubicBezTo>
                    <a:cubicBezTo>
                      <a:pt x="1682595" y="5105394"/>
                      <a:pt x="1630277" y="5032106"/>
                      <a:pt x="1574654" y="4953680"/>
                    </a:cubicBezTo>
                    <a:close/>
                    <a:moveTo>
                      <a:pt x="1663306" y="4936524"/>
                    </a:moveTo>
                    <a:cubicBezTo>
                      <a:pt x="1841790" y="4936524"/>
                      <a:pt x="2178992" y="5033849"/>
                      <a:pt x="2577432" y="5148873"/>
                    </a:cubicBezTo>
                    <a:cubicBezTo>
                      <a:pt x="3009106" y="5273472"/>
                      <a:pt x="3498372" y="5414705"/>
                      <a:pt x="3923684" y="5472285"/>
                    </a:cubicBezTo>
                    <a:cubicBezTo>
                      <a:pt x="4416166" y="5538965"/>
                      <a:pt x="4722987" y="5478645"/>
                      <a:pt x="4861694" y="5287934"/>
                    </a:cubicBezTo>
                    <a:cubicBezTo>
                      <a:pt x="4970473" y="5138371"/>
                      <a:pt x="4973959" y="4903524"/>
                      <a:pt x="4872063" y="4589958"/>
                    </a:cubicBezTo>
                    <a:cubicBezTo>
                      <a:pt x="4758416" y="4240199"/>
                      <a:pt x="4509957" y="3780623"/>
                      <a:pt x="4133567" y="3223993"/>
                    </a:cubicBezTo>
                    <a:cubicBezTo>
                      <a:pt x="3991261" y="3013545"/>
                      <a:pt x="3938331" y="2701314"/>
                      <a:pt x="3971701" y="2269441"/>
                    </a:cubicBezTo>
                    <a:cubicBezTo>
                      <a:pt x="4000656" y="1894741"/>
                      <a:pt x="4090010" y="1485275"/>
                      <a:pt x="4168861" y="1123996"/>
                    </a:cubicBezTo>
                    <a:cubicBezTo>
                      <a:pt x="4227473" y="855403"/>
                      <a:pt x="4282847" y="601702"/>
                      <a:pt x="4302814" y="408003"/>
                    </a:cubicBezTo>
                    <a:cubicBezTo>
                      <a:pt x="4324864" y="194296"/>
                      <a:pt x="4302158" y="72957"/>
                      <a:pt x="4231367" y="26150"/>
                    </a:cubicBezTo>
                    <a:cubicBezTo>
                      <a:pt x="4140540" y="-33897"/>
                      <a:pt x="3964615" y="30383"/>
                      <a:pt x="3693540" y="222656"/>
                    </a:cubicBezTo>
                    <a:cubicBezTo>
                      <a:pt x="3522324" y="344108"/>
                      <a:pt x="3282105" y="447929"/>
                      <a:pt x="2959188" y="540093"/>
                    </a:cubicBezTo>
                    <a:cubicBezTo>
                      <a:pt x="2671315" y="622231"/>
                      <a:pt x="2345522" y="687800"/>
                      <a:pt x="2030460" y="751197"/>
                    </a:cubicBezTo>
                    <a:cubicBezTo>
                      <a:pt x="1532342" y="851442"/>
                      <a:pt x="1017290" y="955081"/>
                      <a:pt x="637097" y="1127029"/>
                    </a:cubicBezTo>
                    <a:cubicBezTo>
                      <a:pt x="211173" y="1319664"/>
                      <a:pt x="4143" y="1579476"/>
                      <a:pt x="4143" y="1921290"/>
                    </a:cubicBezTo>
                    <a:cubicBezTo>
                      <a:pt x="4143" y="2675851"/>
                      <a:pt x="979642" y="4107408"/>
                      <a:pt x="1576238" y="4948746"/>
                    </a:cubicBezTo>
                    <a:cubicBezTo>
                      <a:pt x="1598424" y="4940372"/>
                      <a:pt x="1627696" y="4936524"/>
                      <a:pt x="1663284" y="493652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3FB561B4-0224-BC4F-FB1C-A3C3BF3B45F9}"/>
                  </a:ext>
                </a:extLst>
              </p:cNvPr>
              <p:cNvSpPr/>
              <p:nvPr/>
            </p:nvSpPr>
            <p:spPr>
              <a:xfrm>
                <a:off x="4207121" y="226350"/>
                <a:ext cx="4950534" cy="5576105"/>
              </a:xfrm>
              <a:custGeom>
                <a:avLst/>
                <a:gdLst>
                  <a:gd name="connsiteX0" fmla="*/ 1985047 w 4950534"/>
                  <a:gd name="connsiteY0" fmla="*/ 5576106 h 5576105"/>
                  <a:gd name="connsiteX1" fmla="*/ 1829112 w 4950534"/>
                  <a:gd name="connsiteY1" fmla="*/ 5413144 h 5576105"/>
                  <a:gd name="connsiteX2" fmla="*/ 1547012 w 4950534"/>
                  <a:gd name="connsiteY2" fmla="*/ 5035795 h 5576105"/>
                  <a:gd name="connsiteX3" fmla="*/ 1504406 w 4950534"/>
                  <a:gd name="connsiteY3" fmla="*/ 4858823 h 5576105"/>
                  <a:gd name="connsiteX4" fmla="*/ 687988 w 4950534"/>
                  <a:gd name="connsiteY4" fmla="*/ 3569157 h 5576105"/>
                  <a:gd name="connsiteX5" fmla="*/ 202955 w 4950534"/>
                  <a:gd name="connsiteY5" fmla="*/ 2613201 h 5576105"/>
                  <a:gd name="connsiteX6" fmla="*/ 0 w 4950534"/>
                  <a:gd name="connsiteY6" fmla="*/ 1828786 h 5576105"/>
                  <a:gd name="connsiteX7" fmla="*/ 48537 w 4950534"/>
                  <a:gd name="connsiteY7" fmla="*/ 1559106 h 5576105"/>
                  <a:gd name="connsiteX8" fmla="*/ 185546 w 4950534"/>
                  <a:gd name="connsiteY8" fmla="*/ 1336979 h 5576105"/>
                  <a:gd name="connsiteX9" fmla="*/ 672730 w 4950534"/>
                  <a:gd name="connsiteY9" fmla="*/ 1008859 h 5576105"/>
                  <a:gd name="connsiteX10" fmla="*/ 2138899 w 4950534"/>
                  <a:gd name="connsiteY10" fmla="*/ 626758 h 5576105"/>
                  <a:gd name="connsiteX11" fmla="*/ 3718895 w 4950534"/>
                  <a:gd name="connsiteY11" fmla="*/ 178588 h 5576105"/>
                  <a:gd name="connsiteX12" fmla="*/ 4104476 w 4950534"/>
                  <a:gd name="connsiteY12" fmla="*/ 12050 h 5576105"/>
                  <a:gd name="connsiteX13" fmla="*/ 4316148 w 4950534"/>
                  <a:gd name="connsiteY13" fmla="*/ 35204 h 5576105"/>
                  <a:gd name="connsiteX14" fmla="*/ 4371047 w 4950534"/>
                  <a:gd name="connsiteY14" fmla="*/ 436250 h 5576105"/>
                  <a:gd name="connsiteX15" fmla="*/ 4191839 w 4950534"/>
                  <a:gd name="connsiteY15" fmla="*/ 1142172 h 5576105"/>
                  <a:gd name="connsiteX16" fmla="*/ 3928393 w 4950534"/>
                  <a:gd name="connsiteY16" fmla="*/ 2255522 h 5576105"/>
                  <a:gd name="connsiteX17" fmla="*/ 4062256 w 4950534"/>
                  <a:gd name="connsiteY17" fmla="*/ 3181125 h 5576105"/>
                  <a:gd name="connsiteX18" fmla="*/ 4571761 w 4950534"/>
                  <a:gd name="connsiteY18" fmla="*/ 3971628 h 5576105"/>
                  <a:gd name="connsiteX19" fmla="*/ 4858117 w 4950534"/>
                  <a:gd name="connsiteY19" fmla="*/ 4563929 h 5576105"/>
                  <a:gd name="connsiteX20" fmla="*/ 4950460 w 4950534"/>
                  <a:gd name="connsiteY20" fmla="*/ 4982018 h 5576105"/>
                  <a:gd name="connsiteX21" fmla="*/ 4877473 w 4950534"/>
                  <a:gd name="connsiteY21" fmla="*/ 5249910 h 5576105"/>
                  <a:gd name="connsiteX22" fmla="*/ 4010028 w 4950534"/>
                  <a:gd name="connsiteY22" fmla="*/ 5392208 h 5576105"/>
                  <a:gd name="connsiteX23" fmla="*/ 2716683 w 4950534"/>
                  <a:gd name="connsiteY23" fmla="*/ 5048357 h 5576105"/>
                  <a:gd name="connsiteX24" fmla="*/ 1517830 w 4950534"/>
                  <a:gd name="connsiteY24" fmla="*/ 4839901 h 5576105"/>
                  <a:gd name="connsiteX25" fmla="*/ 1509092 w 4950534"/>
                  <a:gd name="connsiteY25" fmla="*/ 4858189 h 5576105"/>
                  <a:gd name="connsiteX26" fmla="*/ 1767014 w 4950534"/>
                  <a:gd name="connsiteY26" fmla="*/ 5235357 h 5576105"/>
                  <a:gd name="connsiteX27" fmla="*/ 1932978 w 4950534"/>
                  <a:gd name="connsiteY27" fmla="*/ 5478669 h 5576105"/>
                  <a:gd name="connsiteX28" fmla="*/ 1986813 w 4950534"/>
                  <a:gd name="connsiteY28" fmla="*/ 5575473 h 5576105"/>
                  <a:gd name="connsiteX29" fmla="*/ 1985001 w 4950534"/>
                  <a:gd name="connsiteY29" fmla="*/ 5576083 h 5576105"/>
                  <a:gd name="connsiteX30" fmla="*/ 1507553 w 4950534"/>
                  <a:gd name="connsiteY30" fmla="*/ 4863486 h 5576105"/>
                  <a:gd name="connsiteX31" fmla="*/ 1832281 w 4950534"/>
                  <a:gd name="connsiteY31" fmla="*/ 5410314 h 5576105"/>
                  <a:gd name="connsiteX32" fmla="*/ 1983869 w 4950534"/>
                  <a:gd name="connsiteY32" fmla="*/ 5571670 h 5576105"/>
                  <a:gd name="connsiteX33" fmla="*/ 1763528 w 4950534"/>
                  <a:gd name="connsiteY33" fmla="*/ 5237778 h 5576105"/>
                  <a:gd name="connsiteX34" fmla="*/ 1507530 w 4950534"/>
                  <a:gd name="connsiteY34" fmla="*/ 4863463 h 5576105"/>
                  <a:gd name="connsiteX35" fmla="*/ 1669125 w 4950534"/>
                  <a:gd name="connsiteY35" fmla="*/ 4784245 h 5576105"/>
                  <a:gd name="connsiteX36" fmla="*/ 1925507 w 4950534"/>
                  <a:gd name="connsiteY36" fmla="*/ 4818444 h 5576105"/>
                  <a:gd name="connsiteX37" fmla="*/ 2717996 w 4950534"/>
                  <a:gd name="connsiteY37" fmla="*/ 5044306 h 5576105"/>
                  <a:gd name="connsiteX38" fmla="*/ 4010753 w 4950534"/>
                  <a:gd name="connsiteY38" fmla="*/ 5388021 h 5576105"/>
                  <a:gd name="connsiteX39" fmla="*/ 4874077 w 4950534"/>
                  <a:gd name="connsiteY39" fmla="*/ 5247420 h 5576105"/>
                  <a:gd name="connsiteX40" fmla="*/ 4946249 w 4950534"/>
                  <a:gd name="connsiteY40" fmla="*/ 4982108 h 5576105"/>
                  <a:gd name="connsiteX41" fmla="*/ 4854156 w 4950534"/>
                  <a:gd name="connsiteY41" fmla="*/ 4565423 h 5576105"/>
                  <a:gd name="connsiteX42" fmla="*/ 4058814 w 4950534"/>
                  <a:gd name="connsiteY42" fmla="*/ 3183592 h 5576105"/>
                  <a:gd name="connsiteX43" fmla="*/ 3924205 w 4950534"/>
                  <a:gd name="connsiteY43" fmla="*/ 2255001 h 5576105"/>
                  <a:gd name="connsiteX44" fmla="*/ 4187787 w 4950534"/>
                  <a:gd name="connsiteY44" fmla="*/ 1141017 h 5576105"/>
                  <a:gd name="connsiteX45" fmla="*/ 4366881 w 4950534"/>
                  <a:gd name="connsiteY45" fmla="*/ 435594 h 5576105"/>
                  <a:gd name="connsiteX46" fmla="*/ 4313545 w 4950534"/>
                  <a:gd name="connsiteY46" fmla="*/ 38577 h 5576105"/>
                  <a:gd name="connsiteX47" fmla="*/ 3721001 w 4950534"/>
                  <a:gd name="connsiteY47" fmla="*/ 182323 h 5576105"/>
                  <a:gd name="connsiteX48" fmla="*/ 3009332 w 4950534"/>
                  <a:gd name="connsiteY48" fmla="*/ 444851 h 5576105"/>
                  <a:gd name="connsiteX49" fmla="*/ 2139714 w 4950534"/>
                  <a:gd name="connsiteY49" fmla="*/ 630968 h 5576105"/>
                  <a:gd name="connsiteX50" fmla="*/ 674428 w 4950534"/>
                  <a:gd name="connsiteY50" fmla="*/ 1012797 h 5576105"/>
                  <a:gd name="connsiteX51" fmla="*/ 4233 w 4950534"/>
                  <a:gd name="connsiteY51" fmla="*/ 1828809 h 5576105"/>
                  <a:gd name="connsiteX52" fmla="*/ 691656 w 4950534"/>
                  <a:gd name="connsiteY52" fmla="*/ 3567052 h 5576105"/>
                  <a:gd name="connsiteX53" fmla="*/ 1506126 w 4950534"/>
                  <a:gd name="connsiteY53" fmla="*/ 4853798 h 5576105"/>
                  <a:gd name="connsiteX54" fmla="*/ 1514299 w 4950534"/>
                  <a:gd name="connsiteY54" fmla="*/ 4837615 h 5576105"/>
                  <a:gd name="connsiteX55" fmla="*/ 1669125 w 4950534"/>
                  <a:gd name="connsiteY55" fmla="*/ 4784268 h 5576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4950534" h="5576105">
                    <a:moveTo>
                      <a:pt x="1985047" y="5576106"/>
                    </a:moveTo>
                    <a:cubicBezTo>
                      <a:pt x="1977870" y="5576106"/>
                      <a:pt x="1953443" y="5554649"/>
                      <a:pt x="1829112" y="5413144"/>
                    </a:cubicBezTo>
                    <a:cubicBezTo>
                      <a:pt x="1690880" y="5255795"/>
                      <a:pt x="1598605" y="5132351"/>
                      <a:pt x="1547012" y="5035795"/>
                    </a:cubicBezTo>
                    <a:cubicBezTo>
                      <a:pt x="1505651" y="4958366"/>
                      <a:pt x="1491570" y="4900129"/>
                      <a:pt x="1504406" y="4858823"/>
                    </a:cubicBezTo>
                    <a:cubicBezTo>
                      <a:pt x="1259026" y="4496186"/>
                      <a:pt x="957682" y="4036836"/>
                      <a:pt x="687988" y="3569157"/>
                    </a:cubicBezTo>
                    <a:cubicBezTo>
                      <a:pt x="479668" y="3207923"/>
                      <a:pt x="316488" y="2886299"/>
                      <a:pt x="202955" y="2613201"/>
                    </a:cubicBezTo>
                    <a:cubicBezTo>
                      <a:pt x="68278" y="2289291"/>
                      <a:pt x="0" y="2025382"/>
                      <a:pt x="0" y="1828786"/>
                    </a:cubicBezTo>
                    <a:cubicBezTo>
                      <a:pt x="0" y="1732910"/>
                      <a:pt x="16322" y="1642172"/>
                      <a:pt x="48537" y="1559106"/>
                    </a:cubicBezTo>
                    <a:cubicBezTo>
                      <a:pt x="79213" y="1480002"/>
                      <a:pt x="125305" y="1405265"/>
                      <a:pt x="185546" y="1336979"/>
                    </a:cubicBezTo>
                    <a:cubicBezTo>
                      <a:pt x="296498" y="1211204"/>
                      <a:pt x="455874" y="1103875"/>
                      <a:pt x="672730" y="1008859"/>
                    </a:cubicBezTo>
                    <a:cubicBezTo>
                      <a:pt x="1074860" y="832679"/>
                      <a:pt x="1615788" y="727998"/>
                      <a:pt x="2138899" y="626758"/>
                    </a:cubicBezTo>
                    <a:cubicBezTo>
                      <a:pt x="2724991" y="513318"/>
                      <a:pt x="3331005" y="396030"/>
                      <a:pt x="3718895" y="178588"/>
                    </a:cubicBezTo>
                    <a:cubicBezTo>
                      <a:pt x="3878045" y="89367"/>
                      <a:pt x="4004165" y="34910"/>
                      <a:pt x="4104476" y="12050"/>
                    </a:cubicBezTo>
                    <a:cubicBezTo>
                      <a:pt x="4199831" y="-9656"/>
                      <a:pt x="4269082" y="-2096"/>
                      <a:pt x="4316148" y="35204"/>
                    </a:cubicBezTo>
                    <a:cubicBezTo>
                      <a:pt x="4388909" y="92852"/>
                      <a:pt x="4406363" y="220280"/>
                      <a:pt x="4371047" y="436250"/>
                    </a:cubicBezTo>
                    <a:cubicBezTo>
                      <a:pt x="4339307" y="630289"/>
                      <a:pt x="4267679" y="878919"/>
                      <a:pt x="4191839" y="1142172"/>
                    </a:cubicBezTo>
                    <a:cubicBezTo>
                      <a:pt x="4090554" y="1493785"/>
                      <a:pt x="3975731" y="1892319"/>
                      <a:pt x="3928393" y="2255522"/>
                    </a:cubicBezTo>
                    <a:cubicBezTo>
                      <a:pt x="3874015" y="2672818"/>
                      <a:pt x="3917798" y="2975566"/>
                      <a:pt x="4062256" y="3181125"/>
                    </a:cubicBezTo>
                    <a:cubicBezTo>
                      <a:pt x="4266931" y="3472353"/>
                      <a:pt x="4438351" y="3738321"/>
                      <a:pt x="4571761" y="3971628"/>
                    </a:cubicBezTo>
                    <a:cubicBezTo>
                      <a:pt x="4699013" y="4194185"/>
                      <a:pt x="4795363" y="4393452"/>
                      <a:pt x="4858117" y="4563929"/>
                    </a:cubicBezTo>
                    <a:cubicBezTo>
                      <a:pt x="4917702" y="4725759"/>
                      <a:pt x="4948785" y="4866428"/>
                      <a:pt x="4950460" y="4982018"/>
                    </a:cubicBezTo>
                    <a:cubicBezTo>
                      <a:pt x="4952068" y="5091180"/>
                      <a:pt x="4927505" y="5181307"/>
                      <a:pt x="4877473" y="5249910"/>
                    </a:cubicBezTo>
                    <a:cubicBezTo>
                      <a:pt x="4752734" y="5420930"/>
                      <a:pt x="4468981" y="5467487"/>
                      <a:pt x="4010028" y="5392208"/>
                    </a:cubicBezTo>
                    <a:cubicBezTo>
                      <a:pt x="3611317" y="5326819"/>
                      <a:pt x="3136018" y="5178885"/>
                      <a:pt x="2716683" y="5048357"/>
                    </a:cubicBezTo>
                    <a:cubicBezTo>
                      <a:pt x="2121150" y="4862988"/>
                      <a:pt x="1606823" y="4702900"/>
                      <a:pt x="1517830" y="4839901"/>
                    </a:cubicBezTo>
                    <a:cubicBezTo>
                      <a:pt x="1514186" y="4845515"/>
                      <a:pt x="1511265" y="4851603"/>
                      <a:pt x="1509092" y="4858189"/>
                    </a:cubicBezTo>
                    <a:cubicBezTo>
                      <a:pt x="1605532" y="5000690"/>
                      <a:pt x="1693280" y="5128186"/>
                      <a:pt x="1767014" y="5235357"/>
                    </a:cubicBezTo>
                    <a:cubicBezTo>
                      <a:pt x="1838281" y="5338928"/>
                      <a:pt x="1894583" y="5420726"/>
                      <a:pt x="1932978" y="5478669"/>
                    </a:cubicBezTo>
                    <a:cubicBezTo>
                      <a:pt x="1989144" y="5563432"/>
                      <a:pt x="1990661" y="5572485"/>
                      <a:pt x="1986813" y="5575473"/>
                    </a:cubicBezTo>
                    <a:cubicBezTo>
                      <a:pt x="1986337" y="5575835"/>
                      <a:pt x="1985771" y="5576083"/>
                      <a:pt x="1985001" y="5576083"/>
                    </a:cubicBezTo>
                    <a:close/>
                    <a:moveTo>
                      <a:pt x="1507553" y="4863486"/>
                    </a:moveTo>
                    <a:cubicBezTo>
                      <a:pt x="1483397" y="4955107"/>
                      <a:pt x="1590138" y="5134682"/>
                      <a:pt x="1832281" y="5410314"/>
                    </a:cubicBezTo>
                    <a:cubicBezTo>
                      <a:pt x="1866488" y="5449245"/>
                      <a:pt x="1968973" y="5565898"/>
                      <a:pt x="1983869" y="5571670"/>
                    </a:cubicBezTo>
                    <a:cubicBezTo>
                      <a:pt x="1982013" y="5555238"/>
                      <a:pt x="1889919" y="5421428"/>
                      <a:pt x="1763528" y="5237778"/>
                    </a:cubicBezTo>
                    <a:cubicBezTo>
                      <a:pt x="1690292" y="5131332"/>
                      <a:pt x="1603201" y="5004810"/>
                      <a:pt x="1507530" y="4863463"/>
                    </a:cubicBezTo>
                    <a:close/>
                    <a:moveTo>
                      <a:pt x="1669125" y="4784245"/>
                    </a:moveTo>
                    <a:cubicBezTo>
                      <a:pt x="1734278" y="4784245"/>
                      <a:pt x="1819173" y="4795675"/>
                      <a:pt x="1925507" y="4818444"/>
                    </a:cubicBezTo>
                    <a:cubicBezTo>
                      <a:pt x="2139578" y="4864277"/>
                      <a:pt x="2420524" y="4951734"/>
                      <a:pt x="2717996" y="5044306"/>
                    </a:cubicBezTo>
                    <a:cubicBezTo>
                      <a:pt x="3137195" y="5174789"/>
                      <a:pt x="3612335" y="5322677"/>
                      <a:pt x="4010753" y="5388021"/>
                    </a:cubicBezTo>
                    <a:cubicBezTo>
                      <a:pt x="4467985" y="5463006"/>
                      <a:pt x="4750380" y="5417015"/>
                      <a:pt x="4874077" y="5247420"/>
                    </a:cubicBezTo>
                    <a:cubicBezTo>
                      <a:pt x="4923543" y="5179587"/>
                      <a:pt x="4947834" y="5090320"/>
                      <a:pt x="4946249" y="4982108"/>
                    </a:cubicBezTo>
                    <a:cubicBezTo>
                      <a:pt x="4944551" y="4866994"/>
                      <a:pt x="4913582" y="4726801"/>
                      <a:pt x="4854156" y="4565423"/>
                    </a:cubicBezTo>
                    <a:cubicBezTo>
                      <a:pt x="4725817" y="4216864"/>
                      <a:pt x="4458228" y="3751946"/>
                      <a:pt x="4058814" y="3183592"/>
                    </a:cubicBezTo>
                    <a:cubicBezTo>
                      <a:pt x="3913723" y="2977128"/>
                      <a:pt x="3869691" y="2673384"/>
                      <a:pt x="3924205" y="2255001"/>
                    </a:cubicBezTo>
                    <a:cubicBezTo>
                      <a:pt x="3971588" y="1891459"/>
                      <a:pt x="4086433" y="1492767"/>
                      <a:pt x="4187787" y="1141017"/>
                    </a:cubicBezTo>
                    <a:cubicBezTo>
                      <a:pt x="4263581" y="877901"/>
                      <a:pt x="4335187" y="629383"/>
                      <a:pt x="4366881" y="435594"/>
                    </a:cubicBezTo>
                    <a:cubicBezTo>
                      <a:pt x="4401926" y="221321"/>
                      <a:pt x="4384970" y="95161"/>
                      <a:pt x="4313545" y="38577"/>
                    </a:cubicBezTo>
                    <a:cubicBezTo>
                      <a:pt x="4219820" y="-35684"/>
                      <a:pt x="4026011" y="11348"/>
                      <a:pt x="3721001" y="182323"/>
                    </a:cubicBezTo>
                    <a:cubicBezTo>
                      <a:pt x="3546615" y="280078"/>
                      <a:pt x="3313844" y="365950"/>
                      <a:pt x="3009332" y="444851"/>
                    </a:cubicBezTo>
                    <a:cubicBezTo>
                      <a:pt x="2737533" y="515264"/>
                      <a:pt x="2433632" y="574089"/>
                      <a:pt x="2139714" y="630968"/>
                    </a:cubicBezTo>
                    <a:cubicBezTo>
                      <a:pt x="1616829" y="732163"/>
                      <a:pt x="1076128" y="836821"/>
                      <a:pt x="674428" y="1012797"/>
                    </a:cubicBezTo>
                    <a:cubicBezTo>
                      <a:pt x="223466" y="1210367"/>
                      <a:pt x="4233" y="1477286"/>
                      <a:pt x="4233" y="1828809"/>
                    </a:cubicBezTo>
                    <a:cubicBezTo>
                      <a:pt x="4233" y="2180332"/>
                      <a:pt x="235510" y="2776050"/>
                      <a:pt x="691656" y="3567052"/>
                    </a:cubicBezTo>
                    <a:cubicBezTo>
                      <a:pt x="960625" y="4033463"/>
                      <a:pt x="1261108" y="4491637"/>
                      <a:pt x="1506126" y="4853798"/>
                    </a:cubicBezTo>
                    <a:cubicBezTo>
                      <a:pt x="1508300" y="4848049"/>
                      <a:pt x="1511016" y="4842663"/>
                      <a:pt x="1514299" y="4837615"/>
                    </a:cubicBezTo>
                    <a:cubicBezTo>
                      <a:pt x="1537436" y="4801990"/>
                      <a:pt x="1587942" y="4784268"/>
                      <a:pt x="1669125" y="4784268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04CEB65-653C-C540-7A12-BDC0328F6665}"/>
              </a:ext>
            </a:extLst>
          </p:cNvPr>
          <p:cNvGrpSpPr/>
          <p:nvPr userDrawn="1"/>
        </p:nvGrpSpPr>
        <p:grpSpPr>
          <a:xfrm rot="17682326">
            <a:off x="11248969" y="2073649"/>
            <a:ext cx="5763507" cy="4521531"/>
            <a:chOff x="-9135781" y="75232"/>
            <a:chExt cx="7771347" cy="6857480"/>
          </a:xfr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grpSp>
          <p:nvGrpSpPr>
            <p:cNvPr id="57" name="Graphic 4">
              <a:extLst>
                <a:ext uri="{FF2B5EF4-FFF2-40B4-BE49-F238E27FC236}">
                  <a16:creationId xmlns:a16="http://schemas.microsoft.com/office/drawing/2014/main" id="{90B89407-F8BA-040D-7245-A7FAAF131BE0}"/>
                </a:ext>
              </a:extLst>
            </p:cNvPr>
            <p:cNvGrpSpPr/>
            <p:nvPr/>
          </p:nvGrpSpPr>
          <p:grpSpPr>
            <a:xfrm>
              <a:off x="-9135781" y="400432"/>
              <a:ext cx="7771347" cy="5735574"/>
              <a:chOff x="-1775339" y="560747"/>
              <a:chExt cx="7771347" cy="5735574"/>
            </a:xfrm>
            <a:grpFill/>
          </p:grpSpPr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5F7534C6-54A5-F1B2-9927-586B56759EAF}"/>
                  </a:ext>
                </a:extLst>
              </p:cNvPr>
              <p:cNvSpPr/>
              <p:nvPr/>
            </p:nvSpPr>
            <p:spPr>
              <a:xfrm>
                <a:off x="-1211347" y="560747"/>
                <a:ext cx="5926286" cy="5144694"/>
              </a:xfrm>
              <a:custGeom>
                <a:avLst/>
                <a:gdLst>
                  <a:gd name="connsiteX0" fmla="*/ 3061778 w 5926286"/>
                  <a:gd name="connsiteY0" fmla="*/ 5144695 h 5144694"/>
                  <a:gd name="connsiteX1" fmla="*/ 2282401 w 5926286"/>
                  <a:gd name="connsiteY1" fmla="*/ 4949019 h 5144694"/>
                  <a:gd name="connsiteX2" fmla="*/ 1359414 w 5926286"/>
                  <a:gd name="connsiteY2" fmla="*/ 4398725 h 5144694"/>
                  <a:gd name="connsiteX3" fmla="*/ 559847 w 5926286"/>
                  <a:gd name="connsiteY3" fmla="*/ 3705679 h 5144694"/>
                  <a:gd name="connsiteX4" fmla="*/ 70303 w 5926286"/>
                  <a:gd name="connsiteY4" fmla="*/ 3083911 h 5144694"/>
                  <a:gd name="connsiteX5" fmla="*/ 26492 w 5926286"/>
                  <a:gd name="connsiteY5" fmla="*/ 2780924 h 5144694"/>
                  <a:gd name="connsiteX6" fmla="*/ 382999 w 5926286"/>
                  <a:gd name="connsiteY6" fmla="*/ 2762234 h 5144694"/>
                  <a:gd name="connsiteX7" fmla="*/ 1345607 w 5926286"/>
                  <a:gd name="connsiteY7" fmla="*/ 2897931 h 5144694"/>
                  <a:gd name="connsiteX8" fmla="*/ 1902638 w 5926286"/>
                  <a:gd name="connsiteY8" fmla="*/ 2715661 h 5144694"/>
                  <a:gd name="connsiteX9" fmla="*/ 2208670 w 5926286"/>
                  <a:gd name="connsiteY9" fmla="*/ 2098081 h 5144694"/>
                  <a:gd name="connsiteX10" fmla="*/ 2225092 w 5926286"/>
                  <a:gd name="connsiteY10" fmla="*/ 1280046 h 5144694"/>
                  <a:gd name="connsiteX11" fmla="*/ 2264094 w 5926286"/>
                  <a:gd name="connsiteY11" fmla="*/ 419683 h 5144694"/>
                  <a:gd name="connsiteX12" fmla="*/ 2423873 w 5926286"/>
                  <a:gd name="connsiteY12" fmla="*/ 131340 h 5144694"/>
                  <a:gd name="connsiteX13" fmla="*/ 2751444 w 5926286"/>
                  <a:gd name="connsiteY13" fmla="*/ 2613 h 5144694"/>
                  <a:gd name="connsiteX14" fmla="*/ 3665854 w 5926286"/>
                  <a:gd name="connsiteY14" fmla="*/ 1133724 h 5144694"/>
                  <a:gd name="connsiteX15" fmla="*/ 4350157 w 5926286"/>
                  <a:gd name="connsiteY15" fmla="*/ 2392101 h 5144694"/>
                  <a:gd name="connsiteX16" fmla="*/ 5510984 w 5926286"/>
                  <a:gd name="connsiteY16" fmla="*/ 2371949 h 5144694"/>
                  <a:gd name="connsiteX17" fmla="*/ 5882169 w 5926286"/>
                  <a:gd name="connsiteY17" fmla="*/ 2376812 h 5144694"/>
                  <a:gd name="connsiteX18" fmla="*/ 5926036 w 5926286"/>
                  <a:gd name="connsiteY18" fmla="*/ 2522065 h 5144694"/>
                  <a:gd name="connsiteX19" fmla="*/ 5873649 w 5926286"/>
                  <a:gd name="connsiteY19" fmla="*/ 2740564 h 5144694"/>
                  <a:gd name="connsiteX20" fmla="*/ 4774743 w 5926286"/>
                  <a:gd name="connsiteY20" fmla="*/ 4197456 h 5144694"/>
                  <a:gd name="connsiteX21" fmla="*/ 3951526 w 5926286"/>
                  <a:gd name="connsiteY21" fmla="*/ 4840950 h 5144694"/>
                  <a:gd name="connsiteX22" fmla="*/ 3142820 w 5926286"/>
                  <a:gd name="connsiteY22" fmla="*/ 5141688 h 5144694"/>
                  <a:gd name="connsiteX23" fmla="*/ 3061778 w 5926286"/>
                  <a:gd name="connsiteY23" fmla="*/ 5144695 h 5144694"/>
                  <a:gd name="connsiteX24" fmla="*/ 173617 w 5926286"/>
                  <a:gd name="connsiteY24" fmla="*/ 2738905 h 5144694"/>
                  <a:gd name="connsiteX25" fmla="*/ 34731 w 5926286"/>
                  <a:gd name="connsiteY25" fmla="*/ 2787529 h 5144694"/>
                  <a:gd name="connsiteX26" fmla="*/ 79639 w 5926286"/>
                  <a:gd name="connsiteY26" fmla="*/ 3078964 h 5144694"/>
                  <a:gd name="connsiteX27" fmla="*/ 1365657 w 5926286"/>
                  <a:gd name="connsiteY27" fmla="*/ 4390209 h 5144694"/>
                  <a:gd name="connsiteX28" fmla="*/ 3142004 w 5926286"/>
                  <a:gd name="connsiteY28" fmla="*/ 5131148 h 5144694"/>
                  <a:gd name="connsiteX29" fmla="*/ 3142004 w 5926286"/>
                  <a:gd name="connsiteY29" fmla="*/ 5131148 h 5144694"/>
                  <a:gd name="connsiteX30" fmla="*/ 4767432 w 5926286"/>
                  <a:gd name="connsiteY30" fmla="*/ 4189810 h 5144694"/>
                  <a:gd name="connsiteX31" fmla="*/ 5863751 w 5926286"/>
                  <a:gd name="connsiteY31" fmla="*/ 2736825 h 5144694"/>
                  <a:gd name="connsiteX32" fmla="*/ 5874520 w 5926286"/>
                  <a:gd name="connsiteY32" fmla="*/ 2384147 h 5144694"/>
                  <a:gd name="connsiteX33" fmla="*/ 5514330 w 5926286"/>
                  <a:gd name="connsiteY33" fmla="*/ 2382011 h 5144694"/>
                  <a:gd name="connsiteX34" fmla="*/ 4825640 w 5926286"/>
                  <a:gd name="connsiteY34" fmla="*/ 2512368 h 5144694"/>
                  <a:gd name="connsiteX35" fmla="*/ 4825078 w 5926286"/>
                  <a:gd name="connsiteY35" fmla="*/ 2512368 h 5144694"/>
                  <a:gd name="connsiteX36" fmla="*/ 4345152 w 5926286"/>
                  <a:gd name="connsiteY36" fmla="*/ 2401461 h 5144694"/>
                  <a:gd name="connsiteX37" fmla="*/ 3893346 w 5926286"/>
                  <a:gd name="connsiteY37" fmla="*/ 1873455 h 5144694"/>
                  <a:gd name="connsiteX38" fmla="*/ 3655674 w 5926286"/>
                  <a:gd name="connsiteY38" fmla="*/ 1136451 h 5144694"/>
                  <a:gd name="connsiteX39" fmla="*/ 3368006 w 5926286"/>
                  <a:gd name="connsiteY39" fmla="*/ 330052 h 5144694"/>
                  <a:gd name="connsiteX40" fmla="*/ 2752316 w 5926286"/>
                  <a:gd name="connsiteY40" fmla="*/ 13181 h 5144694"/>
                  <a:gd name="connsiteX41" fmla="*/ 2274386 w 5926286"/>
                  <a:gd name="connsiteY41" fmla="*/ 422465 h 5144694"/>
                  <a:gd name="connsiteX42" fmla="*/ 2235749 w 5926286"/>
                  <a:gd name="connsiteY42" fmla="*/ 1279709 h 5144694"/>
                  <a:gd name="connsiteX43" fmla="*/ 2219215 w 5926286"/>
                  <a:gd name="connsiteY43" fmla="*/ 2099711 h 5144694"/>
                  <a:gd name="connsiteX44" fmla="*/ 2119557 w 5926286"/>
                  <a:gd name="connsiteY44" fmla="*/ 2452052 h 5144694"/>
                  <a:gd name="connsiteX45" fmla="*/ 1909275 w 5926286"/>
                  <a:gd name="connsiteY45" fmla="*/ 2723981 h 5144694"/>
                  <a:gd name="connsiteX46" fmla="*/ 380271 w 5926286"/>
                  <a:gd name="connsiteY46" fmla="*/ 2772464 h 5144694"/>
                  <a:gd name="connsiteX47" fmla="*/ 173673 w 5926286"/>
                  <a:gd name="connsiteY47" fmla="*/ 2738933 h 514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926286" h="5144694">
                    <a:moveTo>
                      <a:pt x="3061778" y="5144695"/>
                    </a:moveTo>
                    <a:cubicBezTo>
                      <a:pt x="2838532" y="5144695"/>
                      <a:pt x="2576875" y="5079039"/>
                      <a:pt x="2282401" y="4949019"/>
                    </a:cubicBezTo>
                    <a:cubicBezTo>
                      <a:pt x="1994929" y="4822091"/>
                      <a:pt x="1675765" y="4631783"/>
                      <a:pt x="1359414" y="4398725"/>
                    </a:cubicBezTo>
                    <a:cubicBezTo>
                      <a:pt x="1071801" y="4186831"/>
                      <a:pt x="795324" y="3947197"/>
                      <a:pt x="559847" y="3705679"/>
                    </a:cubicBezTo>
                    <a:cubicBezTo>
                      <a:pt x="333227" y="3473240"/>
                      <a:pt x="159360" y="3252408"/>
                      <a:pt x="70303" y="3083911"/>
                    </a:cubicBezTo>
                    <a:cubicBezTo>
                      <a:pt x="-5255" y="2940934"/>
                      <a:pt x="-19990" y="2838992"/>
                      <a:pt x="26492" y="2780924"/>
                    </a:cubicBezTo>
                    <a:cubicBezTo>
                      <a:pt x="76827" y="2718050"/>
                      <a:pt x="196788" y="2711755"/>
                      <a:pt x="382999" y="2762234"/>
                    </a:cubicBezTo>
                    <a:cubicBezTo>
                      <a:pt x="764702" y="2865721"/>
                      <a:pt x="1088561" y="2911366"/>
                      <a:pt x="1345607" y="2897931"/>
                    </a:cubicBezTo>
                    <a:cubicBezTo>
                      <a:pt x="1581647" y="2885592"/>
                      <a:pt x="1763866" y="2825979"/>
                      <a:pt x="1902638" y="2715661"/>
                    </a:cubicBezTo>
                    <a:cubicBezTo>
                      <a:pt x="2066073" y="2585754"/>
                      <a:pt x="2166180" y="2383754"/>
                      <a:pt x="2208670" y="2098081"/>
                    </a:cubicBezTo>
                    <a:cubicBezTo>
                      <a:pt x="2246379" y="1844646"/>
                      <a:pt x="2235552" y="1557624"/>
                      <a:pt x="2225092" y="1280046"/>
                    </a:cubicBezTo>
                    <a:cubicBezTo>
                      <a:pt x="2212944" y="957779"/>
                      <a:pt x="2201471" y="653387"/>
                      <a:pt x="2264094" y="419683"/>
                    </a:cubicBezTo>
                    <a:cubicBezTo>
                      <a:pt x="2297810" y="293823"/>
                      <a:pt x="2350086" y="199498"/>
                      <a:pt x="2423873" y="131340"/>
                    </a:cubicBezTo>
                    <a:cubicBezTo>
                      <a:pt x="2506265" y="55228"/>
                      <a:pt x="2613431" y="13125"/>
                      <a:pt x="2751444" y="2613"/>
                    </a:cubicBezTo>
                    <a:cubicBezTo>
                      <a:pt x="3357517" y="-43510"/>
                      <a:pt x="3507285" y="528342"/>
                      <a:pt x="3665854" y="1133724"/>
                    </a:cubicBezTo>
                    <a:cubicBezTo>
                      <a:pt x="3799115" y="1642533"/>
                      <a:pt x="3936932" y="2168656"/>
                      <a:pt x="4350157" y="2392101"/>
                    </a:cubicBezTo>
                    <a:cubicBezTo>
                      <a:pt x="4633130" y="2545112"/>
                      <a:pt x="5012836" y="2538535"/>
                      <a:pt x="5510984" y="2371949"/>
                    </a:cubicBezTo>
                    <a:cubicBezTo>
                      <a:pt x="5695143" y="2310368"/>
                      <a:pt x="5820024" y="2311998"/>
                      <a:pt x="5882169" y="2376812"/>
                    </a:cubicBezTo>
                    <a:cubicBezTo>
                      <a:pt x="5913664" y="2409668"/>
                      <a:pt x="5928427" y="2458545"/>
                      <a:pt x="5926036" y="2522065"/>
                    </a:cubicBezTo>
                    <a:cubicBezTo>
                      <a:pt x="5923759" y="2582156"/>
                      <a:pt x="5906155" y="2655682"/>
                      <a:pt x="5873649" y="2740564"/>
                    </a:cubicBezTo>
                    <a:cubicBezTo>
                      <a:pt x="5725512" y="3127644"/>
                      <a:pt x="5283914" y="3713099"/>
                      <a:pt x="4774743" y="4197456"/>
                    </a:cubicBezTo>
                    <a:cubicBezTo>
                      <a:pt x="4499475" y="4459294"/>
                      <a:pt x="4214815" y="4681840"/>
                      <a:pt x="3951526" y="4840950"/>
                    </a:cubicBezTo>
                    <a:cubicBezTo>
                      <a:pt x="3651119" y="5022517"/>
                      <a:pt x="3379029" y="5123700"/>
                      <a:pt x="3142820" y="5141688"/>
                    </a:cubicBezTo>
                    <a:cubicBezTo>
                      <a:pt x="3116415" y="5143683"/>
                      <a:pt x="3089392" y="5144695"/>
                      <a:pt x="3061778" y="5144695"/>
                    </a:cubicBezTo>
                    <a:close/>
                    <a:moveTo>
                      <a:pt x="173617" y="2738905"/>
                    </a:moveTo>
                    <a:cubicBezTo>
                      <a:pt x="107141" y="2738905"/>
                      <a:pt x="60658" y="2755123"/>
                      <a:pt x="34731" y="2787529"/>
                    </a:cubicBezTo>
                    <a:cubicBezTo>
                      <a:pt x="-8264" y="2841241"/>
                      <a:pt x="7258" y="2942002"/>
                      <a:pt x="79639" y="3078964"/>
                    </a:cubicBezTo>
                    <a:cubicBezTo>
                      <a:pt x="265007" y="3429759"/>
                      <a:pt x="793862" y="3968979"/>
                      <a:pt x="1365657" y="4390209"/>
                    </a:cubicBezTo>
                    <a:cubicBezTo>
                      <a:pt x="1768196" y="4686759"/>
                      <a:pt x="2534244" y="5177383"/>
                      <a:pt x="3142004" y="5131148"/>
                    </a:cubicBezTo>
                    <a:lnTo>
                      <a:pt x="3142004" y="5131148"/>
                    </a:lnTo>
                    <a:cubicBezTo>
                      <a:pt x="3743297" y="5085391"/>
                      <a:pt x="4418489" y="4521719"/>
                      <a:pt x="4767432" y="4189810"/>
                    </a:cubicBezTo>
                    <a:cubicBezTo>
                      <a:pt x="5275562" y="3706466"/>
                      <a:pt x="5716148" y="3122557"/>
                      <a:pt x="5863751" y="2736825"/>
                    </a:cubicBezTo>
                    <a:cubicBezTo>
                      <a:pt x="5928877" y="2566670"/>
                      <a:pt x="5932589" y="2444716"/>
                      <a:pt x="5874520" y="2384147"/>
                    </a:cubicBezTo>
                    <a:cubicBezTo>
                      <a:pt x="5815441" y="2322538"/>
                      <a:pt x="5694271" y="2321836"/>
                      <a:pt x="5514330" y="2382011"/>
                    </a:cubicBezTo>
                    <a:cubicBezTo>
                      <a:pt x="5255681" y="2468494"/>
                      <a:pt x="5023971" y="2512368"/>
                      <a:pt x="4825640" y="2512368"/>
                    </a:cubicBezTo>
                    <a:lnTo>
                      <a:pt x="4825078" y="2512368"/>
                    </a:lnTo>
                    <a:cubicBezTo>
                      <a:pt x="4642578" y="2512284"/>
                      <a:pt x="4481113" y="2474959"/>
                      <a:pt x="4345152" y="2401461"/>
                    </a:cubicBezTo>
                    <a:cubicBezTo>
                      <a:pt x="4158237" y="2300390"/>
                      <a:pt x="4010438" y="2127677"/>
                      <a:pt x="3893346" y="1873455"/>
                    </a:cubicBezTo>
                    <a:cubicBezTo>
                      <a:pt x="3789864" y="1648829"/>
                      <a:pt x="3721644" y="1388368"/>
                      <a:pt x="3655674" y="1136451"/>
                    </a:cubicBezTo>
                    <a:cubicBezTo>
                      <a:pt x="3575504" y="830345"/>
                      <a:pt x="3499749" y="541187"/>
                      <a:pt x="3368006" y="330052"/>
                    </a:cubicBezTo>
                    <a:cubicBezTo>
                      <a:pt x="3220178" y="93172"/>
                      <a:pt x="3024519" y="-7505"/>
                      <a:pt x="2752316" y="13181"/>
                    </a:cubicBezTo>
                    <a:cubicBezTo>
                      <a:pt x="2495804" y="32687"/>
                      <a:pt x="2343955" y="162735"/>
                      <a:pt x="2274386" y="422465"/>
                    </a:cubicBezTo>
                    <a:cubicBezTo>
                      <a:pt x="2212185" y="654624"/>
                      <a:pt x="2223630" y="958257"/>
                      <a:pt x="2235749" y="1279709"/>
                    </a:cubicBezTo>
                    <a:cubicBezTo>
                      <a:pt x="2246238" y="1557765"/>
                      <a:pt x="2257064" y="1845292"/>
                      <a:pt x="2219215" y="2099711"/>
                    </a:cubicBezTo>
                    <a:cubicBezTo>
                      <a:pt x="2198743" y="2237376"/>
                      <a:pt x="2166152" y="2352640"/>
                      <a:pt x="2119557" y="2452052"/>
                    </a:cubicBezTo>
                    <a:cubicBezTo>
                      <a:pt x="2066916" y="2564421"/>
                      <a:pt x="1998134" y="2653378"/>
                      <a:pt x="1909275" y="2723981"/>
                    </a:cubicBezTo>
                    <a:cubicBezTo>
                      <a:pt x="1616966" y="2956280"/>
                      <a:pt x="1116850" y="2972132"/>
                      <a:pt x="380271" y="2772464"/>
                    </a:cubicBezTo>
                    <a:cubicBezTo>
                      <a:pt x="297823" y="2750120"/>
                      <a:pt x="228873" y="2738933"/>
                      <a:pt x="173673" y="273893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33DF8A94-ECF3-F019-9606-26A1807CD1BC}"/>
                  </a:ext>
                </a:extLst>
              </p:cNvPr>
              <p:cNvSpPr/>
              <p:nvPr/>
            </p:nvSpPr>
            <p:spPr>
              <a:xfrm>
                <a:off x="-1144478" y="599546"/>
                <a:ext cx="5888842" cy="5142856"/>
              </a:xfrm>
              <a:custGeom>
                <a:avLst/>
                <a:gdLst>
                  <a:gd name="connsiteX0" fmla="*/ 2962430 w 5888842"/>
                  <a:gd name="connsiteY0" fmla="*/ 5142856 h 5142856"/>
                  <a:gd name="connsiteX1" fmla="*/ 2123411 w 5888842"/>
                  <a:gd name="connsiteY1" fmla="*/ 4959884 h 5142856"/>
                  <a:gd name="connsiteX2" fmla="*/ 1242463 w 5888842"/>
                  <a:gd name="connsiteY2" fmla="*/ 4436179 h 5142856"/>
                  <a:gd name="connsiteX3" fmla="*/ 527875 w 5888842"/>
                  <a:gd name="connsiteY3" fmla="*/ 3762273 h 5142856"/>
                  <a:gd name="connsiteX4" fmla="*/ 87767 w 5888842"/>
                  <a:gd name="connsiteY4" fmla="*/ 3131033 h 5142856"/>
                  <a:gd name="connsiteX5" fmla="*/ 35211 w 5888842"/>
                  <a:gd name="connsiteY5" fmla="*/ 2728072 h 5142856"/>
                  <a:gd name="connsiteX6" fmla="*/ 357580 w 5888842"/>
                  <a:gd name="connsiteY6" fmla="*/ 2720624 h 5142856"/>
                  <a:gd name="connsiteX7" fmla="*/ 1723542 w 5888842"/>
                  <a:gd name="connsiteY7" fmla="*/ 2758989 h 5142856"/>
                  <a:gd name="connsiteX8" fmla="*/ 2101871 w 5888842"/>
                  <a:gd name="connsiteY8" fmla="*/ 1345606 h 5142856"/>
                  <a:gd name="connsiteX9" fmla="*/ 2182378 w 5888842"/>
                  <a:gd name="connsiteY9" fmla="*/ 449464 h 5142856"/>
                  <a:gd name="connsiteX10" fmla="*/ 2355317 w 5888842"/>
                  <a:gd name="connsiteY10" fmla="*/ 144594 h 5142856"/>
                  <a:gd name="connsiteX11" fmla="*/ 2687669 w 5888842"/>
                  <a:gd name="connsiteY11" fmla="*/ 5271 h 5142856"/>
                  <a:gd name="connsiteX12" fmla="*/ 3155419 w 5888842"/>
                  <a:gd name="connsiteY12" fmla="*/ 73879 h 5142856"/>
                  <a:gd name="connsiteX13" fmla="*/ 3454842 w 5888842"/>
                  <a:gd name="connsiteY13" fmla="*/ 340636 h 5142856"/>
                  <a:gd name="connsiteX14" fmla="*/ 3773358 w 5888842"/>
                  <a:gd name="connsiteY14" fmla="*/ 1210049 h 5142856"/>
                  <a:gd name="connsiteX15" fmla="*/ 4401506 w 5888842"/>
                  <a:gd name="connsiteY15" fmla="*/ 2403669 h 5142856"/>
                  <a:gd name="connsiteX16" fmla="*/ 5452157 w 5888842"/>
                  <a:gd name="connsiteY16" fmla="*/ 2434193 h 5142856"/>
                  <a:gd name="connsiteX17" fmla="*/ 5836222 w 5888842"/>
                  <a:gd name="connsiteY17" fmla="*/ 2469972 h 5142856"/>
                  <a:gd name="connsiteX18" fmla="*/ 5810689 w 5888842"/>
                  <a:gd name="connsiteY18" fmla="*/ 2954891 h 5142856"/>
                  <a:gd name="connsiteX19" fmla="*/ 5411158 w 5888842"/>
                  <a:gd name="connsiteY19" fmla="*/ 3613675 h 5142856"/>
                  <a:gd name="connsiteX20" fmla="*/ 4756803 w 5888842"/>
                  <a:gd name="connsiteY20" fmla="*/ 4311049 h 5142856"/>
                  <a:gd name="connsiteX21" fmla="*/ 3942501 w 5888842"/>
                  <a:gd name="connsiteY21" fmla="*/ 4876718 h 5142856"/>
                  <a:gd name="connsiteX22" fmla="*/ 3062848 w 5888842"/>
                  <a:gd name="connsiteY22" fmla="*/ 5139821 h 5142856"/>
                  <a:gd name="connsiteX23" fmla="*/ 3062848 w 5888842"/>
                  <a:gd name="connsiteY23" fmla="*/ 5139821 h 5142856"/>
                  <a:gd name="connsiteX24" fmla="*/ 2962458 w 5888842"/>
                  <a:gd name="connsiteY24" fmla="*/ 5142856 h 5142856"/>
                  <a:gd name="connsiteX25" fmla="*/ 163129 w 5888842"/>
                  <a:gd name="connsiteY25" fmla="*/ 2691394 h 5142856"/>
                  <a:gd name="connsiteX26" fmla="*/ 153596 w 5888842"/>
                  <a:gd name="connsiteY26" fmla="*/ 2691534 h 5142856"/>
                  <a:gd name="connsiteX27" fmla="*/ 42775 w 5888842"/>
                  <a:gd name="connsiteY27" fmla="*/ 2734705 h 5142856"/>
                  <a:gd name="connsiteX28" fmla="*/ 96822 w 5888842"/>
                  <a:gd name="connsiteY28" fmla="*/ 3126564 h 5142856"/>
                  <a:gd name="connsiteX29" fmla="*/ 1248622 w 5888842"/>
                  <a:gd name="connsiteY29" fmla="*/ 4428169 h 5142856"/>
                  <a:gd name="connsiteX30" fmla="*/ 3062201 w 5888842"/>
                  <a:gd name="connsiteY30" fmla="*/ 5129731 h 5142856"/>
                  <a:gd name="connsiteX31" fmla="*/ 3062201 w 5888842"/>
                  <a:gd name="connsiteY31" fmla="*/ 5129731 h 5142856"/>
                  <a:gd name="connsiteX32" fmla="*/ 4750139 w 5888842"/>
                  <a:gd name="connsiteY32" fmla="*/ 4303433 h 5142856"/>
                  <a:gd name="connsiteX33" fmla="*/ 5801353 w 5888842"/>
                  <a:gd name="connsiteY33" fmla="*/ 2950984 h 5142856"/>
                  <a:gd name="connsiteX34" fmla="*/ 5877559 w 5888842"/>
                  <a:gd name="connsiteY34" fmla="*/ 2664777 h 5142856"/>
                  <a:gd name="connsiteX35" fmla="*/ 5828686 w 5888842"/>
                  <a:gd name="connsiteY35" fmla="*/ 2476605 h 5142856"/>
                  <a:gd name="connsiteX36" fmla="*/ 5454885 w 5888842"/>
                  <a:gd name="connsiteY36" fmla="*/ 2443833 h 5142856"/>
                  <a:gd name="connsiteX37" fmla="*/ 4892146 w 5888842"/>
                  <a:gd name="connsiteY37" fmla="*/ 2532340 h 5142856"/>
                  <a:gd name="connsiteX38" fmla="*/ 4396472 w 5888842"/>
                  <a:gd name="connsiteY38" fmla="*/ 2412326 h 5142856"/>
                  <a:gd name="connsiteX39" fmla="*/ 3763601 w 5888842"/>
                  <a:gd name="connsiteY39" fmla="*/ 1212466 h 5142856"/>
                  <a:gd name="connsiteX40" fmla="*/ 3446490 w 5888842"/>
                  <a:gd name="connsiteY40" fmla="*/ 346229 h 5142856"/>
                  <a:gd name="connsiteX41" fmla="*/ 2688569 w 5888842"/>
                  <a:gd name="connsiteY41" fmla="*/ 15249 h 5142856"/>
                  <a:gd name="connsiteX42" fmla="*/ 2111938 w 5888842"/>
                  <a:gd name="connsiteY42" fmla="*/ 1345662 h 5142856"/>
                  <a:gd name="connsiteX43" fmla="*/ 1729363 w 5888842"/>
                  <a:gd name="connsiteY43" fmla="*/ 2767168 h 5142856"/>
                  <a:gd name="connsiteX44" fmla="*/ 1220389 w 5888842"/>
                  <a:gd name="connsiteY44" fmla="*/ 2905733 h 5142856"/>
                  <a:gd name="connsiteX45" fmla="*/ 354318 w 5888842"/>
                  <a:gd name="connsiteY45" fmla="*/ 2730096 h 5142856"/>
                  <a:gd name="connsiteX46" fmla="*/ 163129 w 5888842"/>
                  <a:gd name="connsiteY46" fmla="*/ 2691337 h 5142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5888842" h="5142856">
                    <a:moveTo>
                      <a:pt x="2962430" y="5142856"/>
                    </a:moveTo>
                    <a:cubicBezTo>
                      <a:pt x="2698889" y="5142856"/>
                      <a:pt x="2417210" y="5081472"/>
                      <a:pt x="2123411" y="4959884"/>
                    </a:cubicBezTo>
                    <a:cubicBezTo>
                      <a:pt x="1832396" y="4839420"/>
                      <a:pt x="1535981" y="4663222"/>
                      <a:pt x="1242463" y="4436179"/>
                    </a:cubicBezTo>
                    <a:cubicBezTo>
                      <a:pt x="985558" y="4237467"/>
                      <a:pt x="738467" y="4004437"/>
                      <a:pt x="527875" y="3762273"/>
                    </a:cubicBezTo>
                    <a:cubicBezTo>
                      <a:pt x="334099" y="3539446"/>
                      <a:pt x="177808" y="3315270"/>
                      <a:pt x="87767" y="3131033"/>
                    </a:cubicBezTo>
                    <a:cubicBezTo>
                      <a:pt x="-7391" y="2936284"/>
                      <a:pt x="-25585" y="2796961"/>
                      <a:pt x="35211" y="2728072"/>
                    </a:cubicBezTo>
                    <a:cubicBezTo>
                      <a:pt x="88105" y="2668122"/>
                      <a:pt x="196564" y="2665620"/>
                      <a:pt x="357580" y="2720624"/>
                    </a:cubicBezTo>
                    <a:cubicBezTo>
                      <a:pt x="1001868" y="2940697"/>
                      <a:pt x="1448668" y="2953260"/>
                      <a:pt x="1723542" y="2758989"/>
                    </a:cubicBezTo>
                    <a:cubicBezTo>
                      <a:pt x="2089723" y="2500186"/>
                      <a:pt x="2095881" y="1913242"/>
                      <a:pt x="2101871" y="1345606"/>
                    </a:cubicBezTo>
                    <a:cubicBezTo>
                      <a:pt x="2105386" y="1011253"/>
                      <a:pt x="2108704" y="695450"/>
                      <a:pt x="2182378" y="449464"/>
                    </a:cubicBezTo>
                    <a:cubicBezTo>
                      <a:pt x="2222084" y="316886"/>
                      <a:pt x="2278662" y="217165"/>
                      <a:pt x="2355317" y="144594"/>
                    </a:cubicBezTo>
                    <a:cubicBezTo>
                      <a:pt x="2441140" y="63339"/>
                      <a:pt x="2549852" y="17750"/>
                      <a:pt x="2687669" y="5271"/>
                    </a:cubicBezTo>
                    <a:cubicBezTo>
                      <a:pt x="2870731" y="-11312"/>
                      <a:pt x="3023704" y="11145"/>
                      <a:pt x="3155419" y="73879"/>
                    </a:cubicBezTo>
                    <a:cubicBezTo>
                      <a:pt x="3273130" y="129951"/>
                      <a:pt x="3371072" y="217193"/>
                      <a:pt x="3454842" y="340636"/>
                    </a:cubicBezTo>
                    <a:cubicBezTo>
                      <a:pt x="3610290" y="569646"/>
                      <a:pt x="3689504" y="880727"/>
                      <a:pt x="3773358" y="1210049"/>
                    </a:cubicBezTo>
                    <a:cubicBezTo>
                      <a:pt x="3895315" y="1688981"/>
                      <a:pt x="4021434" y="2184243"/>
                      <a:pt x="4401506" y="2403669"/>
                    </a:cubicBezTo>
                    <a:cubicBezTo>
                      <a:pt x="4656752" y="2551059"/>
                      <a:pt x="5000436" y="2561036"/>
                      <a:pt x="5452157" y="2434193"/>
                    </a:cubicBezTo>
                    <a:cubicBezTo>
                      <a:pt x="5639184" y="2381690"/>
                      <a:pt x="5768396" y="2393719"/>
                      <a:pt x="5836222" y="2469972"/>
                    </a:cubicBezTo>
                    <a:cubicBezTo>
                      <a:pt x="5914199" y="2557608"/>
                      <a:pt x="5905369" y="2725290"/>
                      <a:pt x="5810689" y="2954891"/>
                    </a:cubicBezTo>
                    <a:cubicBezTo>
                      <a:pt x="5729844" y="3150904"/>
                      <a:pt x="5591690" y="3378734"/>
                      <a:pt x="5411158" y="3613675"/>
                    </a:cubicBezTo>
                    <a:cubicBezTo>
                      <a:pt x="5222388" y="3859353"/>
                      <a:pt x="4996106" y="4100505"/>
                      <a:pt x="4756803" y="4311049"/>
                    </a:cubicBezTo>
                    <a:cubicBezTo>
                      <a:pt x="4489493" y="4546243"/>
                      <a:pt x="4215519" y="4736551"/>
                      <a:pt x="3942501" y="4876718"/>
                    </a:cubicBezTo>
                    <a:cubicBezTo>
                      <a:pt x="3635907" y="5034113"/>
                      <a:pt x="3339943" y="5122648"/>
                      <a:pt x="3062848" y="5139821"/>
                    </a:cubicBezTo>
                    <a:lnTo>
                      <a:pt x="3062848" y="5139821"/>
                    </a:lnTo>
                    <a:cubicBezTo>
                      <a:pt x="3029694" y="5141845"/>
                      <a:pt x="2996203" y="5142856"/>
                      <a:pt x="2962458" y="5142856"/>
                    </a:cubicBezTo>
                    <a:close/>
                    <a:moveTo>
                      <a:pt x="163129" y="2691394"/>
                    </a:moveTo>
                    <a:cubicBezTo>
                      <a:pt x="159895" y="2691394"/>
                      <a:pt x="156718" y="2691450"/>
                      <a:pt x="153596" y="2691534"/>
                    </a:cubicBezTo>
                    <a:cubicBezTo>
                      <a:pt x="103908" y="2693164"/>
                      <a:pt x="66621" y="2707695"/>
                      <a:pt x="42775" y="2734705"/>
                    </a:cubicBezTo>
                    <a:cubicBezTo>
                      <a:pt x="-14281" y="2799350"/>
                      <a:pt x="4925" y="2938505"/>
                      <a:pt x="96822" y="3126564"/>
                    </a:cubicBezTo>
                    <a:cubicBezTo>
                      <a:pt x="257444" y="3455240"/>
                      <a:pt x="675871" y="3985156"/>
                      <a:pt x="1248622" y="4428169"/>
                    </a:cubicBezTo>
                    <a:cubicBezTo>
                      <a:pt x="1692554" y="4771544"/>
                      <a:pt x="2367521" y="5172003"/>
                      <a:pt x="3062201" y="5129731"/>
                    </a:cubicBezTo>
                    <a:lnTo>
                      <a:pt x="3062201" y="5129731"/>
                    </a:lnTo>
                    <a:cubicBezTo>
                      <a:pt x="3581635" y="5097521"/>
                      <a:pt x="4181100" y="4804063"/>
                      <a:pt x="4750139" y="4303433"/>
                    </a:cubicBezTo>
                    <a:cubicBezTo>
                      <a:pt x="5220589" y="3889539"/>
                      <a:pt x="5633223" y="3358666"/>
                      <a:pt x="5801353" y="2950984"/>
                    </a:cubicBezTo>
                    <a:cubicBezTo>
                      <a:pt x="5846683" y="2841060"/>
                      <a:pt x="5872328" y="2744768"/>
                      <a:pt x="5877559" y="2664777"/>
                    </a:cubicBezTo>
                    <a:cubicBezTo>
                      <a:pt x="5882929" y="2582425"/>
                      <a:pt x="5866508" y="2519130"/>
                      <a:pt x="5828686" y="2476605"/>
                    </a:cubicBezTo>
                    <a:cubicBezTo>
                      <a:pt x="5763616" y="2403472"/>
                      <a:pt x="5637863" y="2392455"/>
                      <a:pt x="5454885" y="2443833"/>
                    </a:cubicBezTo>
                    <a:cubicBezTo>
                      <a:pt x="5244856" y="2502800"/>
                      <a:pt x="5057885" y="2532340"/>
                      <a:pt x="4892146" y="2532340"/>
                    </a:cubicBezTo>
                    <a:cubicBezTo>
                      <a:pt x="4699269" y="2532340"/>
                      <a:pt x="4535076" y="2492373"/>
                      <a:pt x="4396472" y="2412326"/>
                    </a:cubicBezTo>
                    <a:cubicBezTo>
                      <a:pt x="4012745" y="2190764"/>
                      <a:pt x="3886092" y="1693422"/>
                      <a:pt x="3763601" y="1212466"/>
                    </a:cubicBezTo>
                    <a:cubicBezTo>
                      <a:pt x="3679971" y="884016"/>
                      <a:pt x="3600954" y="573778"/>
                      <a:pt x="3446490" y="346229"/>
                    </a:cubicBezTo>
                    <a:cubicBezTo>
                      <a:pt x="3272145" y="89393"/>
                      <a:pt x="3031297" y="-15781"/>
                      <a:pt x="2688569" y="15249"/>
                    </a:cubicBezTo>
                    <a:cubicBezTo>
                      <a:pt x="2125379" y="66234"/>
                      <a:pt x="2118855" y="687693"/>
                      <a:pt x="2111938" y="1345662"/>
                    </a:cubicBezTo>
                    <a:cubicBezTo>
                      <a:pt x="2105948" y="1915827"/>
                      <a:pt x="2099734" y="2505414"/>
                      <a:pt x="1729363" y="2767168"/>
                    </a:cubicBezTo>
                    <a:cubicBezTo>
                      <a:pt x="1598717" y="2859526"/>
                      <a:pt x="1429912" y="2905733"/>
                      <a:pt x="1220389" y="2905733"/>
                    </a:cubicBezTo>
                    <a:cubicBezTo>
                      <a:pt x="984602" y="2905733"/>
                      <a:pt x="697214" y="2847215"/>
                      <a:pt x="354318" y="2730096"/>
                    </a:cubicBezTo>
                    <a:cubicBezTo>
                      <a:pt x="278956" y="2704351"/>
                      <a:pt x="214701" y="2691337"/>
                      <a:pt x="163129" y="2691337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566BFE98-0C44-4348-7767-C1226F3A2AAE}"/>
                  </a:ext>
                </a:extLst>
              </p:cNvPr>
              <p:cNvSpPr/>
              <p:nvPr/>
            </p:nvSpPr>
            <p:spPr>
              <a:xfrm>
                <a:off x="-1085825" y="637291"/>
                <a:ext cx="5865740" cy="5142043"/>
              </a:xfrm>
              <a:custGeom>
                <a:avLst/>
                <a:gdLst>
                  <a:gd name="connsiteX0" fmla="*/ 2871664 w 5865740"/>
                  <a:gd name="connsiteY0" fmla="*/ 5142044 h 5142043"/>
                  <a:gd name="connsiteX1" fmla="*/ 1989283 w 5865740"/>
                  <a:gd name="connsiteY1" fmla="*/ 4976610 h 5142043"/>
                  <a:gd name="connsiteX2" fmla="*/ 1144330 w 5865740"/>
                  <a:gd name="connsiteY2" fmla="*/ 4491860 h 5142043"/>
                  <a:gd name="connsiteX3" fmla="*/ 501757 w 5865740"/>
                  <a:gd name="connsiteY3" fmla="*/ 3851064 h 5142043"/>
                  <a:gd name="connsiteX4" fmla="*/ 106979 w 5865740"/>
                  <a:gd name="connsiteY4" fmla="*/ 3220076 h 5142043"/>
                  <a:gd name="connsiteX5" fmla="*/ 48657 w 5865740"/>
                  <a:gd name="connsiteY5" fmla="*/ 2675123 h 5142043"/>
                  <a:gd name="connsiteX6" fmla="*/ 161532 w 5865740"/>
                  <a:gd name="connsiteY6" fmla="*/ 2634256 h 5142043"/>
                  <a:gd name="connsiteX7" fmla="*/ 340432 w 5865740"/>
                  <a:gd name="connsiteY7" fmla="*/ 2680069 h 5142043"/>
                  <a:gd name="connsiteX8" fmla="*/ 1544423 w 5865740"/>
                  <a:gd name="connsiteY8" fmla="*/ 2804131 h 5142043"/>
                  <a:gd name="connsiteX9" fmla="*/ 1883383 w 5865740"/>
                  <a:gd name="connsiteY9" fmla="*/ 2245658 h 5142043"/>
                  <a:gd name="connsiteX10" fmla="*/ 1977416 w 5865740"/>
                  <a:gd name="connsiteY10" fmla="*/ 1418179 h 5142043"/>
                  <a:gd name="connsiteX11" fmla="*/ 2105081 w 5865740"/>
                  <a:gd name="connsiteY11" fmla="*/ 481732 h 5142043"/>
                  <a:gd name="connsiteX12" fmla="*/ 2293571 w 5865740"/>
                  <a:gd name="connsiteY12" fmla="*/ 158734 h 5142043"/>
                  <a:gd name="connsiteX13" fmla="*/ 2632137 w 5865740"/>
                  <a:gd name="connsiteY13" fmla="*/ 8927 h 5142043"/>
                  <a:gd name="connsiteX14" fmla="*/ 3195973 w 5865740"/>
                  <a:gd name="connsiteY14" fmla="*/ 71633 h 5142043"/>
                  <a:gd name="connsiteX15" fmla="*/ 3545788 w 5865740"/>
                  <a:gd name="connsiteY15" fmla="*/ 353174 h 5142043"/>
                  <a:gd name="connsiteX16" fmla="*/ 3885957 w 5865740"/>
                  <a:gd name="connsiteY16" fmla="*/ 1277591 h 5142043"/>
                  <a:gd name="connsiteX17" fmla="*/ 4275224 w 5865740"/>
                  <a:gd name="connsiteY17" fmla="*/ 2263224 h 5142043"/>
                  <a:gd name="connsiteX18" fmla="*/ 5401575 w 5865740"/>
                  <a:gd name="connsiteY18" fmla="*/ 2497434 h 5142043"/>
                  <a:gd name="connsiteX19" fmla="*/ 5651365 w 5865740"/>
                  <a:gd name="connsiteY19" fmla="*/ 2484112 h 5142043"/>
                  <a:gd name="connsiteX20" fmla="*/ 5804170 w 5865740"/>
                  <a:gd name="connsiteY20" fmla="*/ 2568768 h 5142043"/>
                  <a:gd name="connsiteX21" fmla="*/ 5761456 w 5865740"/>
                  <a:gd name="connsiteY21" fmla="*/ 3178113 h 5142043"/>
                  <a:gd name="connsiteX22" fmla="*/ 5371570 w 5865740"/>
                  <a:gd name="connsiteY22" fmla="*/ 3797099 h 5142043"/>
                  <a:gd name="connsiteX23" fmla="*/ 4743817 w 5865740"/>
                  <a:gd name="connsiteY23" fmla="*/ 4418980 h 5142043"/>
                  <a:gd name="connsiteX24" fmla="*/ 3932298 w 5865740"/>
                  <a:gd name="connsiteY24" fmla="*/ 4910729 h 5142043"/>
                  <a:gd name="connsiteX25" fmla="*/ 2991090 w 5865740"/>
                  <a:gd name="connsiteY25" fmla="*/ 5138924 h 5142043"/>
                  <a:gd name="connsiteX26" fmla="*/ 2991090 w 5865740"/>
                  <a:gd name="connsiteY26" fmla="*/ 5138924 h 5142043"/>
                  <a:gd name="connsiteX27" fmla="*/ 2871664 w 5865740"/>
                  <a:gd name="connsiteY27" fmla="*/ 5141959 h 5142043"/>
                  <a:gd name="connsiteX28" fmla="*/ 160126 w 5865740"/>
                  <a:gd name="connsiteY28" fmla="*/ 2644093 h 5142043"/>
                  <a:gd name="connsiteX29" fmla="*/ 55462 w 5865740"/>
                  <a:gd name="connsiteY29" fmla="*/ 2681896 h 5142043"/>
                  <a:gd name="connsiteX30" fmla="*/ 13170 w 5865740"/>
                  <a:gd name="connsiteY30" fmla="*/ 2882716 h 5142043"/>
                  <a:gd name="connsiteX31" fmla="*/ 115724 w 5865740"/>
                  <a:gd name="connsiteY31" fmla="*/ 3216170 h 5142043"/>
                  <a:gd name="connsiteX32" fmla="*/ 2990584 w 5865740"/>
                  <a:gd name="connsiteY32" fmla="*/ 5129424 h 5142043"/>
                  <a:gd name="connsiteX33" fmla="*/ 2990584 w 5865740"/>
                  <a:gd name="connsiteY33" fmla="*/ 5129424 h 5142043"/>
                  <a:gd name="connsiteX34" fmla="*/ 5752654 w 5865740"/>
                  <a:gd name="connsiteY34" fmla="*/ 3174291 h 5142043"/>
                  <a:gd name="connsiteX35" fmla="*/ 5854055 w 5865740"/>
                  <a:gd name="connsiteY35" fmla="*/ 2817987 h 5142043"/>
                  <a:gd name="connsiteX36" fmla="*/ 5796747 w 5865740"/>
                  <a:gd name="connsiteY36" fmla="*/ 2574867 h 5142043"/>
                  <a:gd name="connsiteX37" fmla="*/ 5403628 w 5865740"/>
                  <a:gd name="connsiteY37" fmla="*/ 2506794 h 5142043"/>
                  <a:gd name="connsiteX38" fmla="*/ 4697053 w 5865740"/>
                  <a:gd name="connsiteY38" fmla="*/ 2529953 h 5142043"/>
                  <a:gd name="connsiteX39" fmla="*/ 4267912 w 5865740"/>
                  <a:gd name="connsiteY39" fmla="*/ 2269520 h 5142043"/>
                  <a:gd name="connsiteX40" fmla="*/ 4025573 w 5865740"/>
                  <a:gd name="connsiteY40" fmla="*/ 1821083 h 5142043"/>
                  <a:gd name="connsiteX41" fmla="*/ 3876593 w 5865740"/>
                  <a:gd name="connsiteY41" fmla="*/ 1279840 h 5142043"/>
                  <a:gd name="connsiteX42" fmla="*/ 3537970 w 5865740"/>
                  <a:gd name="connsiteY42" fmla="*/ 358795 h 5142043"/>
                  <a:gd name="connsiteX43" fmla="*/ 2633037 w 5865740"/>
                  <a:gd name="connsiteY43" fmla="*/ 18455 h 5142043"/>
                  <a:gd name="connsiteX44" fmla="*/ 2114108 w 5865740"/>
                  <a:gd name="connsiteY44" fmla="*/ 484739 h 5142043"/>
                  <a:gd name="connsiteX45" fmla="*/ 1986921 w 5865740"/>
                  <a:gd name="connsiteY45" fmla="*/ 1418741 h 5142043"/>
                  <a:gd name="connsiteX46" fmla="*/ 1892662 w 5865740"/>
                  <a:gd name="connsiteY46" fmla="*/ 2247850 h 5142043"/>
                  <a:gd name="connsiteX47" fmla="*/ 1767865 w 5865740"/>
                  <a:gd name="connsiteY47" fmla="*/ 2580629 h 5142043"/>
                  <a:gd name="connsiteX48" fmla="*/ 1549400 w 5865740"/>
                  <a:gd name="connsiteY48" fmla="*/ 2812254 h 5142043"/>
                  <a:gd name="connsiteX49" fmla="*/ 336579 w 5865740"/>
                  <a:gd name="connsiteY49" fmla="*/ 2688810 h 5142043"/>
                  <a:gd name="connsiteX50" fmla="*/ 160097 w 5865740"/>
                  <a:gd name="connsiteY50" fmla="*/ 2644009 h 5142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865740" h="5142043">
                    <a:moveTo>
                      <a:pt x="2871664" y="5142044"/>
                    </a:moveTo>
                    <a:cubicBezTo>
                      <a:pt x="2576853" y="5142044"/>
                      <a:pt x="2280635" y="5086562"/>
                      <a:pt x="1989283" y="4976610"/>
                    </a:cubicBezTo>
                    <a:cubicBezTo>
                      <a:pt x="1698071" y="4866714"/>
                      <a:pt x="1413805" y="4703613"/>
                      <a:pt x="1144330" y="4491860"/>
                    </a:cubicBezTo>
                    <a:cubicBezTo>
                      <a:pt x="911045" y="4308522"/>
                      <a:pt x="688840" y="4086932"/>
                      <a:pt x="501757" y="3851064"/>
                    </a:cubicBezTo>
                    <a:cubicBezTo>
                      <a:pt x="333177" y="3638523"/>
                      <a:pt x="196654" y="3420334"/>
                      <a:pt x="106979" y="3220076"/>
                    </a:cubicBezTo>
                    <a:cubicBezTo>
                      <a:pt x="-11351" y="2955877"/>
                      <a:pt x="-32610" y="2757249"/>
                      <a:pt x="48657" y="2675123"/>
                    </a:cubicBezTo>
                    <a:cubicBezTo>
                      <a:pt x="75765" y="2647719"/>
                      <a:pt x="113784" y="2633975"/>
                      <a:pt x="161532" y="2634256"/>
                    </a:cubicBezTo>
                    <a:cubicBezTo>
                      <a:pt x="210967" y="2634565"/>
                      <a:pt x="271144" y="2649967"/>
                      <a:pt x="340432" y="2680069"/>
                    </a:cubicBezTo>
                    <a:cubicBezTo>
                      <a:pt x="894229" y="2920688"/>
                      <a:pt x="1288052" y="2961245"/>
                      <a:pt x="1544423" y="2804131"/>
                    </a:cubicBezTo>
                    <a:cubicBezTo>
                      <a:pt x="1706676" y="2704690"/>
                      <a:pt x="1817553" y="2521999"/>
                      <a:pt x="1883383" y="2245658"/>
                    </a:cubicBezTo>
                    <a:cubicBezTo>
                      <a:pt x="1942153" y="1998940"/>
                      <a:pt x="1960066" y="1703711"/>
                      <a:pt x="1977416" y="1418179"/>
                    </a:cubicBezTo>
                    <a:cubicBezTo>
                      <a:pt x="1997606" y="1085456"/>
                      <a:pt x="2018500" y="741407"/>
                      <a:pt x="2105081" y="481732"/>
                    </a:cubicBezTo>
                    <a:cubicBezTo>
                      <a:pt x="2151789" y="341650"/>
                      <a:pt x="2213428" y="235998"/>
                      <a:pt x="2293571" y="158734"/>
                    </a:cubicBezTo>
                    <a:cubicBezTo>
                      <a:pt x="2383555" y="71998"/>
                      <a:pt x="2494292" y="22981"/>
                      <a:pt x="2632137" y="8927"/>
                    </a:cubicBezTo>
                    <a:cubicBezTo>
                      <a:pt x="2854736" y="-13783"/>
                      <a:pt x="3039175" y="6735"/>
                      <a:pt x="3195973" y="71633"/>
                    </a:cubicBezTo>
                    <a:cubicBezTo>
                      <a:pt x="3335843" y="129504"/>
                      <a:pt x="3450292" y="221608"/>
                      <a:pt x="3545788" y="353174"/>
                    </a:cubicBezTo>
                    <a:cubicBezTo>
                      <a:pt x="3722804" y="596996"/>
                      <a:pt x="3805758" y="942985"/>
                      <a:pt x="3885957" y="1277591"/>
                    </a:cubicBezTo>
                    <a:cubicBezTo>
                      <a:pt x="3973270" y="1641793"/>
                      <a:pt x="4063563" y="2018390"/>
                      <a:pt x="4275224" y="2263224"/>
                    </a:cubicBezTo>
                    <a:cubicBezTo>
                      <a:pt x="4512220" y="2537373"/>
                      <a:pt x="4880649" y="2613991"/>
                      <a:pt x="5401575" y="2497434"/>
                    </a:cubicBezTo>
                    <a:cubicBezTo>
                      <a:pt x="5499067" y="2475624"/>
                      <a:pt x="5583090" y="2471155"/>
                      <a:pt x="5651365" y="2484112"/>
                    </a:cubicBezTo>
                    <a:cubicBezTo>
                      <a:pt x="5716801" y="2496535"/>
                      <a:pt x="5768205" y="2525035"/>
                      <a:pt x="5804170" y="2568768"/>
                    </a:cubicBezTo>
                    <a:cubicBezTo>
                      <a:pt x="5899048" y="2684145"/>
                      <a:pt x="5883863" y="2900563"/>
                      <a:pt x="5761456" y="3178113"/>
                    </a:cubicBezTo>
                    <a:cubicBezTo>
                      <a:pt x="5675296" y="3373481"/>
                      <a:pt x="5540460" y="3587539"/>
                      <a:pt x="5371570" y="3797099"/>
                    </a:cubicBezTo>
                    <a:cubicBezTo>
                      <a:pt x="5191180" y="4020938"/>
                      <a:pt x="4974121" y="4235980"/>
                      <a:pt x="4743817" y="4418980"/>
                    </a:cubicBezTo>
                    <a:cubicBezTo>
                      <a:pt x="4485309" y="4624410"/>
                      <a:pt x="4212263" y="4789843"/>
                      <a:pt x="3932298" y="4910729"/>
                    </a:cubicBezTo>
                    <a:cubicBezTo>
                      <a:pt x="3619462" y="5045780"/>
                      <a:pt x="3302773" y="5122566"/>
                      <a:pt x="2991090" y="5138924"/>
                    </a:cubicBezTo>
                    <a:lnTo>
                      <a:pt x="2991090" y="5138924"/>
                    </a:lnTo>
                    <a:cubicBezTo>
                      <a:pt x="2951328" y="5140948"/>
                      <a:pt x="2911482" y="5141959"/>
                      <a:pt x="2871664" y="5141959"/>
                    </a:cubicBezTo>
                    <a:close/>
                    <a:moveTo>
                      <a:pt x="160126" y="2644093"/>
                    </a:moveTo>
                    <a:cubicBezTo>
                      <a:pt x="115668" y="2644093"/>
                      <a:pt x="80405" y="2656685"/>
                      <a:pt x="55462" y="2681896"/>
                    </a:cubicBezTo>
                    <a:cubicBezTo>
                      <a:pt x="17163" y="2720599"/>
                      <a:pt x="2540" y="2790049"/>
                      <a:pt x="13170" y="2882716"/>
                    </a:cubicBezTo>
                    <a:cubicBezTo>
                      <a:pt x="23743" y="2974680"/>
                      <a:pt x="59202" y="3089972"/>
                      <a:pt x="115724" y="3216170"/>
                    </a:cubicBezTo>
                    <a:cubicBezTo>
                      <a:pt x="490284" y="4052417"/>
                      <a:pt x="1629824" y="5198987"/>
                      <a:pt x="2990584" y="5129424"/>
                    </a:cubicBezTo>
                    <a:lnTo>
                      <a:pt x="2990584" y="5129424"/>
                    </a:lnTo>
                    <a:cubicBezTo>
                      <a:pt x="4317291" y="5059776"/>
                      <a:pt x="5423058" y="3921582"/>
                      <a:pt x="5752654" y="3174291"/>
                    </a:cubicBezTo>
                    <a:cubicBezTo>
                      <a:pt x="5811735" y="3040308"/>
                      <a:pt x="5845845" y="2920435"/>
                      <a:pt x="5854055" y="2817987"/>
                    </a:cubicBezTo>
                    <a:cubicBezTo>
                      <a:pt x="5862435" y="2713122"/>
                      <a:pt x="5843145" y="2631333"/>
                      <a:pt x="5796747" y="2574867"/>
                    </a:cubicBezTo>
                    <a:cubicBezTo>
                      <a:pt x="5724844" y="2487428"/>
                      <a:pt x="5592567" y="2464522"/>
                      <a:pt x="5403628" y="2506794"/>
                    </a:cubicBezTo>
                    <a:cubicBezTo>
                      <a:pt x="5122820" y="2569611"/>
                      <a:pt x="4891701" y="2577200"/>
                      <a:pt x="4697053" y="2529953"/>
                    </a:cubicBezTo>
                    <a:cubicBezTo>
                      <a:pt x="4523327" y="2487766"/>
                      <a:pt x="4382952" y="2402575"/>
                      <a:pt x="4267912" y="2269520"/>
                    </a:cubicBezTo>
                    <a:cubicBezTo>
                      <a:pt x="4172219" y="2158837"/>
                      <a:pt x="4092949" y="2012150"/>
                      <a:pt x="4025573" y="1821083"/>
                    </a:cubicBezTo>
                    <a:cubicBezTo>
                      <a:pt x="3965593" y="1651012"/>
                      <a:pt x="3920347" y="1462334"/>
                      <a:pt x="3876593" y="1279840"/>
                    </a:cubicBezTo>
                    <a:cubicBezTo>
                      <a:pt x="3796591" y="946133"/>
                      <a:pt x="3713862" y="601072"/>
                      <a:pt x="3537970" y="358795"/>
                    </a:cubicBezTo>
                    <a:cubicBezTo>
                      <a:pt x="3341214" y="87766"/>
                      <a:pt x="3045193" y="-23564"/>
                      <a:pt x="2633037" y="18455"/>
                    </a:cubicBezTo>
                    <a:cubicBezTo>
                      <a:pt x="2376328" y="44622"/>
                      <a:pt x="2211432" y="192799"/>
                      <a:pt x="2114108" y="484739"/>
                    </a:cubicBezTo>
                    <a:cubicBezTo>
                      <a:pt x="2027948" y="743234"/>
                      <a:pt x="2007083" y="1086637"/>
                      <a:pt x="1986921" y="1418741"/>
                    </a:cubicBezTo>
                    <a:cubicBezTo>
                      <a:pt x="1969571" y="1704667"/>
                      <a:pt x="1951602" y="2000346"/>
                      <a:pt x="1892662" y="2247850"/>
                    </a:cubicBezTo>
                    <a:cubicBezTo>
                      <a:pt x="1860830" y="2381440"/>
                      <a:pt x="1820028" y="2490295"/>
                      <a:pt x="1767865" y="2580629"/>
                    </a:cubicBezTo>
                    <a:cubicBezTo>
                      <a:pt x="1709122" y="2682402"/>
                      <a:pt x="1637641" y="2758177"/>
                      <a:pt x="1549400" y="2812254"/>
                    </a:cubicBezTo>
                    <a:cubicBezTo>
                      <a:pt x="1290161" y="2971138"/>
                      <a:pt x="893442" y="2930778"/>
                      <a:pt x="336579" y="2688810"/>
                    </a:cubicBezTo>
                    <a:cubicBezTo>
                      <a:pt x="267854" y="2658961"/>
                      <a:pt x="208520" y="2644009"/>
                      <a:pt x="160097" y="264400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854E3283-E0B5-BC34-C6D8-B16124F2CC54}"/>
                  </a:ext>
                </a:extLst>
              </p:cNvPr>
              <p:cNvSpPr/>
              <p:nvPr/>
            </p:nvSpPr>
            <p:spPr>
              <a:xfrm>
                <a:off x="-997448" y="674018"/>
                <a:ext cx="5820497" cy="5142162"/>
              </a:xfrm>
              <a:custGeom>
                <a:avLst/>
                <a:gdLst>
                  <a:gd name="connsiteX0" fmla="*/ 2757923 w 5820497"/>
                  <a:gd name="connsiteY0" fmla="*/ 5142135 h 5142162"/>
                  <a:gd name="connsiteX1" fmla="*/ 1800658 w 5820497"/>
                  <a:gd name="connsiteY1" fmla="*/ 4971473 h 5142162"/>
                  <a:gd name="connsiteX2" fmla="*/ 972577 w 5820497"/>
                  <a:gd name="connsiteY2" fmla="*/ 4473513 h 5142162"/>
                  <a:gd name="connsiteX3" fmla="*/ 400586 w 5820497"/>
                  <a:gd name="connsiteY3" fmla="*/ 3815095 h 5142162"/>
                  <a:gd name="connsiteX4" fmla="*/ 79538 w 5820497"/>
                  <a:gd name="connsiteY4" fmla="*/ 3165613 h 5142162"/>
                  <a:gd name="connsiteX5" fmla="*/ 63819 w 5820497"/>
                  <a:gd name="connsiteY5" fmla="*/ 2571979 h 5142162"/>
                  <a:gd name="connsiteX6" fmla="*/ 293645 w 5820497"/>
                  <a:gd name="connsiteY6" fmla="*/ 2640615 h 5142162"/>
                  <a:gd name="connsiteX7" fmla="*/ 1423652 w 5820497"/>
                  <a:gd name="connsiteY7" fmla="*/ 2663606 h 5142162"/>
                  <a:gd name="connsiteX8" fmla="*/ 1872449 w 5820497"/>
                  <a:gd name="connsiteY8" fmla="*/ 1341371 h 5142162"/>
                  <a:gd name="connsiteX9" fmla="*/ 2016761 w 5820497"/>
                  <a:gd name="connsiteY9" fmla="*/ 462599 h 5142162"/>
                  <a:gd name="connsiteX10" fmla="*/ 2209328 w 5820497"/>
                  <a:gd name="connsiteY10" fmla="*/ 158404 h 5142162"/>
                  <a:gd name="connsiteX11" fmla="*/ 2546882 w 5820497"/>
                  <a:gd name="connsiteY11" fmla="*/ 13712 h 5142162"/>
                  <a:gd name="connsiteX12" fmla="*/ 3211248 w 5820497"/>
                  <a:gd name="connsiteY12" fmla="*/ 68576 h 5142162"/>
                  <a:gd name="connsiteX13" fmla="*/ 3611228 w 5820497"/>
                  <a:gd name="connsiteY13" fmla="*/ 363102 h 5142162"/>
                  <a:gd name="connsiteX14" fmla="*/ 3965345 w 5820497"/>
                  <a:gd name="connsiteY14" fmla="*/ 1339797 h 5142162"/>
                  <a:gd name="connsiteX15" fmla="*/ 4306807 w 5820497"/>
                  <a:gd name="connsiteY15" fmla="*/ 2280573 h 5142162"/>
                  <a:gd name="connsiteX16" fmla="*/ 5321240 w 5820497"/>
                  <a:gd name="connsiteY16" fmla="*/ 2561861 h 5142162"/>
                  <a:gd name="connsiteX17" fmla="*/ 5585317 w 5820497"/>
                  <a:gd name="connsiteY17" fmla="*/ 2567623 h 5142162"/>
                  <a:gd name="connsiteX18" fmla="*/ 5750016 w 5820497"/>
                  <a:gd name="connsiteY18" fmla="*/ 2675860 h 5142162"/>
                  <a:gd name="connsiteX19" fmla="*/ 5694535 w 5820497"/>
                  <a:gd name="connsiteY19" fmla="*/ 3394118 h 5142162"/>
                  <a:gd name="connsiteX20" fmla="*/ 5313901 w 5820497"/>
                  <a:gd name="connsiteY20" fmla="*/ 3965323 h 5142162"/>
                  <a:gd name="connsiteX21" fmla="*/ 4703104 w 5820497"/>
                  <a:gd name="connsiteY21" fmla="*/ 4515561 h 5142162"/>
                  <a:gd name="connsiteX22" fmla="*/ 3886777 w 5820497"/>
                  <a:gd name="connsiteY22" fmla="*/ 4941400 h 5142162"/>
                  <a:gd name="connsiteX23" fmla="*/ 2889666 w 5820497"/>
                  <a:gd name="connsiteY23" fmla="*/ 5139240 h 5142162"/>
                  <a:gd name="connsiteX24" fmla="*/ 2889666 w 5820497"/>
                  <a:gd name="connsiteY24" fmla="*/ 5139240 h 5142162"/>
                  <a:gd name="connsiteX25" fmla="*/ 2757895 w 5820497"/>
                  <a:gd name="connsiteY25" fmla="*/ 5142163 h 5142162"/>
                  <a:gd name="connsiteX26" fmla="*/ 118682 w 5820497"/>
                  <a:gd name="connsiteY26" fmla="*/ 2564784 h 5142162"/>
                  <a:gd name="connsiteX27" fmla="*/ 68937 w 5820497"/>
                  <a:gd name="connsiteY27" fmla="*/ 2579484 h 5142162"/>
                  <a:gd name="connsiteX28" fmla="*/ 9266 w 5820497"/>
                  <a:gd name="connsiteY28" fmla="*/ 2780360 h 5142162"/>
                  <a:gd name="connsiteX29" fmla="*/ 88115 w 5820497"/>
                  <a:gd name="connsiteY29" fmla="*/ 3162746 h 5142162"/>
                  <a:gd name="connsiteX30" fmla="*/ 2756630 w 5820497"/>
                  <a:gd name="connsiteY30" fmla="*/ 5133085 h 5142162"/>
                  <a:gd name="connsiteX31" fmla="*/ 2889244 w 5820497"/>
                  <a:gd name="connsiteY31" fmla="*/ 5130134 h 5142162"/>
                  <a:gd name="connsiteX32" fmla="*/ 2889244 w 5820497"/>
                  <a:gd name="connsiteY32" fmla="*/ 5130134 h 5142162"/>
                  <a:gd name="connsiteX33" fmla="*/ 5686296 w 5820497"/>
                  <a:gd name="connsiteY33" fmla="*/ 3390211 h 5142162"/>
                  <a:gd name="connsiteX34" fmla="*/ 5808816 w 5820497"/>
                  <a:gd name="connsiteY34" fmla="*/ 2976767 h 5142162"/>
                  <a:gd name="connsiteX35" fmla="*/ 5742733 w 5820497"/>
                  <a:gd name="connsiteY35" fmla="*/ 2681285 h 5142162"/>
                  <a:gd name="connsiteX36" fmla="*/ 5322675 w 5820497"/>
                  <a:gd name="connsiteY36" fmla="*/ 2570799 h 5142162"/>
                  <a:gd name="connsiteX37" fmla="*/ 4684067 w 5820497"/>
                  <a:gd name="connsiteY37" fmla="*/ 2551293 h 5142162"/>
                  <a:gd name="connsiteX38" fmla="*/ 4299665 w 5820497"/>
                  <a:gd name="connsiteY38" fmla="*/ 2286166 h 5142162"/>
                  <a:gd name="connsiteX39" fmla="*/ 4085811 w 5820497"/>
                  <a:gd name="connsiteY39" fmla="*/ 1856251 h 5142162"/>
                  <a:gd name="connsiteX40" fmla="*/ 3956459 w 5820497"/>
                  <a:gd name="connsiteY40" fmla="*/ 1341709 h 5142162"/>
                  <a:gd name="connsiteX41" fmla="*/ 3604001 w 5820497"/>
                  <a:gd name="connsiteY41" fmla="*/ 368611 h 5142162"/>
                  <a:gd name="connsiteX42" fmla="*/ 2547894 w 5820497"/>
                  <a:gd name="connsiteY42" fmla="*/ 22735 h 5142162"/>
                  <a:gd name="connsiteX43" fmla="*/ 2025282 w 5820497"/>
                  <a:gd name="connsiteY43" fmla="*/ 465747 h 5142162"/>
                  <a:gd name="connsiteX44" fmla="*/ 1881504 w 5820497"/>
                  <a:gd name="connsiteY44" fmla="*/ 1342130 h 5142162"/>
                  <a:gd name="connsiteX45" fmla="*/ 1428601 w 5820497"/>
                  <a:gd name="connsiteY45" fmla="*/ 2671223 h 5142162"/>
                  <a:gd name="connsiteX46" fmla="*/ 983938 w 5820497"/>
                  <a:gd name="connsiteY46" fmla="*/ 2787836 h 5142162"/>
                  <a:gd name="connsiteX47" fmla="*/ 289905 w 5820497"/>
                  <a:gd name="connsiteY47" fmla="*/ 2648934 h 5142162"/>
                  <a:gd name="connsiteX48" fmla="*/ 289118 w 5820497"/>
                  <a:gd name="connsiteY48" fmla="*/ 2648653 h 5142162"/>
                  <a:gd name="connsiteX49" fmla="*/ 288471 w 5820497"/>
                  <a:gd name="connsiteY49" fmla="*/ 2648119 h 5142162"/>
                  <a:gd name="connsiteX50" fmla="*/ 118682 w 5820497"/>
                  <a:gd name="connsiteY50" fmla="*/ 2564756 h 5142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820497" h="5142162">
                    <a:moveTo>
                      <a:pt x="2757923" y="5142135"/>
                    </a:moveTo>
                    <a:cubicBezTo>
                      <a:pt x="2422872" y="5142135"/>
                      <a:pt x="2101459" y="5084882"/>
                      <a:pt x="1800658" y="4971473"/>
                    </a:cubicBezTo>
                    <a:cubicBezTo>
                      <a:pt x="1502501" y="4859048"/>
                      <a:pt x="1223915" y="4691534"/>
                      <a:pt x="972577" y="4473513"/>
                    </a:cubicBezTo>
                    <a:cubicBezTo>
                      <a:pt x="755405" y="4285145"/>
                      <a:pt x="562951" y="4063611"/>
                      <a:pt x="400586" y="3815095"/>
                    </a:cubicBezTo>
                    <a:cubicBezTo>
                      <a:pt x="261729" y="3602526"/>
                      <a:pt x="150682" y="3377957"/>
                      <a:pt x="79538" y="3165613"/>
                    </a:cubicBezTo>
                    <a:cubicBezTo>
                      <a:pt x="-20485" y="2867180"/>
                      <a:pt x="-26671" y="2634151"/>
                      <a:pt x="63819" y="2571979"/>
                    </a:cubicBezTo>
                    <a:cubicBezTo>
                      <a:pt x="115982" y="2536144"/>
                      <a:pt x="195421" y="2559866"/>
                      <a:pt x="293645" y="2640615"/>
                    </a:cubicBezTo>
                    <a:cubicBezTo>
                      <a:pt x="807174" y="2816926"/>
                      <a:pt x="1176813" y="2824430"/>
                      <a:pt x="1423652" y="2663606"/>
                    </a:cubicBezTo>
                    <a:cubicBezTo>
                      <a:pt x="1780243" y="2431251"/>
                      <a:pt x="1827119" y="1877191"/>
                      <a:pt x="1872449" y="1341371"/>
                    </a:cubicBezTo>
                    <a:cubicBezTo>
                      <a:pt x="1900063" y="1014832"/>
                      <a:pt x="1926158" y="706421"/>
                      <a:pt x="2016761" y="462599"/>
                    </a:cubicBezTo>
                    <a:cubicBezTo>
                      <a:pt x="2065606" y="331145"/>
                      <a:pt x="2128595" y="231649"/>
                      <a:pt x="2209328" y="158404"/>
                    </a:cubicBezTo>
                    <a:cubicBezTo>
                      <a:pt x="2299875" y="76277"/>
                      <a:pt x="2410302" y="28946"/>
                      <a:pt x="2546882" y="13712"/>
                    </a:cubicBezTo>
                    <a:cubicBezTo>
                      <a:pt x="2811351" y="-15771"/>
                      <a:pt x="3028664" y="2189"/>
                      <a:pt x="3211248" y="68576"/>
                    </a:cubicBezTo>
                    <a:cubicBezTo>
                      <a:pt x="3373866" y="127684"/>
                      <a:pt x="3504681" y="224032"/>
                      <a:pt x="3611228" y="363102"/>
                    </a:cubicBezTo>
                    <a:cubicBezTo>
                      <a:pt x="3808463" y="620584"/>
                      <a:pt x="3888211" y="986220"/>
                      <a:pt x="3965345" y="1339797"/>
                    </a:cubicBezTo>
                    <a:cubicBezTo>
                      <a:pt x="4044109" y="1700852"/>
                      <a:pt x="4118487" y="2041866"/>
                      <a:pt x="4306807" y="2280573"/>
                    </a:cubicBezTo>
                    <a:cubicBezTo>
                      <a:pt x="4519845" y="2550618"/>
                      <a:pt x="4842214" y="2639997"/>
                      <a:pt x="5321240" y="2561861"/>
                    </a:cubicBezTo>
                    <a:cubicBezTo>
                      <a:pt x="5423401" y="2545194"/>
                      <a:pt x="5512261" y="2547133"/>
                      <a:pt x="5585317" y="2567623"/>
                    </a:cubicBezTo>
                    <a:cubicBezTo>
                      <a:pt x="5655139" y="2587185"/>
                      <a:pt x="5710535" y="2623611"/>
                      <a:pt x="5750016" y="2675860"/>
                    </a:cubicBezTo>
                    <a:cubicBezTo>
                      <a:pt x="5860556" y="2822210"/>
                      <a:pt x="5840338" y="3083993"/>
                      <a:pt x="5694535" y="3394118"/>
                    </a:cubicBezTo>
                    <a:cubicBezTo>
                      <a:pt x="5606210" y="3582037"/>
                      <a:pt x="5474580" y="3779568"/>
                      <a:pt x="5313901" y="3965323"/>
                    </a:cubicBezTo>
                    <a:cubicBezTo>
                      <a:pt x="5137560" y="4169234"/>
                      <a:pt x="4932030" y="4354371"/>
                      <a:pt x="4703104" y="4515561"/>
                    </a:cubicBezTo>
                    <a:cubicBezTo>
                      <a:pt x="4449714" y="4693951"/>
                      <a:pt x="4175064" y="4837238"/>
                      <a:pt x="3886777" y="4941400"/>
                    </a:cubicBezTo>
                    <a:cubicBezTo>
                      <a:pt x="3566630" y="5057085"/>
                      <a:pt x="3231157" y="5123641"/>
                      <a:pt x="2889666" y="5139240"/>
                    </a:cubicBezTo>
                    <a:lnTo>
                      <a:pt x="2889666" y="5139240"/>
                    </a:lnTo>
                    <a:cubicBezTo>
                      <a:pt x="2845517" y="5141179"/>
                      <a:pt x="2801594" y="5142163"/>
                      <a:pt x="2757895" y="5142163"/>
                    </a:cubicBezTo>
                    <a:close/>
                    <a:moveTo>
                      <a:pt x="118682" y="2564784"/>
                    </a:moveTo>
                    <a:cubicBezTo>
                      <a:pt x="99869" y="2564784"/>
                      <a:pt x="83222" y="2569646"/>
                      <a:pt x="68937" y="2579484"/>
                    </a:cubicBezTo>
                    <a:cubicBezTo>
                      <a:pt x="27094" y="2608236"/>
                      <a:pt x="6454" y="2677687"/>
                      <a:pt x="9266" y="2780360"/>
                    </a:cubicBezTo>
                    <a:cubicBezTo>
                      <a:pt x="12134" y="2885112"/>
                      <a:pt x="39383" y="3017324"/>
                      <a:pt x="88115" y="3162746"/>
                    </a:cubicBezTo>
                    <a:cubicBezTo>
                      <a:pt x="320584" y="3856326"/>
                      <a:pt x="1172595" y="5133085"/>
                      <a:pt x="2756630" y="5133085"/>
                    </a:cubicBezTo>
                    <a:cubicBezTo>
                      <a:pt x="2800356" y="5133085"/>
                      <a:pt x="2844393" y="5132129"/>
                      <a:pt x="2889244" y="5130134"/>
                    </a:cubicBezTo>
                    <a:lnTo>
                      <a:pt x="2889244" y="5130134"/>
                    </a:lnTo>
                    <a:cubicBezTo>
                      <a:pt x="4373143" y="5062369"/>
                      <a:pt x="5374950" y="4052481"/>
                      <a:pt x="5686296" y="3390211"/>
                    </a:cubicBezTo>
                    <a:cubicBezTo>
                      <a:pt x="5756399" y="3241079"/>
                      <a:pt x="5798776" y="3098102"/>
                      <a:pt x="5808816" y="2976767"/>
                    </a:cubicBezTo>
                    <a:cubicBezTo>
                      <a:pt x="5819107" y="2852368"/>
                      <a:pt x="5796893" y="2752956"/>
                      <a:pt x="5742733" y="2681285"/>
                    </a:cubicBezTo>
                    <a:cubicBezTo>
                      <a:pt x="5663969" y="2577010"/>
                      <a:pt x="5518728" y="2538814"/>
                      <a:pt x="5322675" y="2570799"/>
                    </a:cubicBezTo>
                    <a:cubicBezTo>
                      <a:pt x="5067963" y="2612340"/>
                      <a:pt x="4859058" y="2605960"/>
                      <a:pt x="4684067" y="2551293"/>
                    </a:cubicBezTo>
                    <a:cubicBezTo>
                      <a:pt x="4527578" y="2502388"/>
                      <a:pt x="4401825" y="2415680"/>
                      <a:pt x="4299665" y="2286166"/>
                    </a:cubicBezTo>
                    <a:cubicBezTo>
                      <a:pt x="4214517" y="2178238"/>
                      <a:pt x="4144554" y="2037594"/>
                      <a:pt x="4085811" y="1856251"/>
                    </a:cubicBezTo>
                    <a:cubicBezTo>
                      <a:pt x="4033423" y="1694528"/>
                      <a:pt x="3994309" y="1515181"/>
                      <a:pt x="3956459" y="1341709"/>
                    </a:cubicBezTo>
                    <a:cubicBezTo>
                      <a:pt x="3879550" y="989115"/>
                      <a:pt x="3799998" y="624491"/>
                      <a:pt x="3604001" y="368611"/>
                    </a:cubicBezTo>
                    <a:cubicBezTo>
                      <a:pt x="3383849" y="81196"/>
                      <a:pt x="3038393" y="-31932"/>
                      <a:pt x="2547894" y="22735"/>
                    </a:cubicBezTo>
                    <a:cubicBezTo>
                      <a:pt x="2293098" y="51122"/>
                      <a:pt x="2127049" y="191907"/>
                      <a:pt x="2025282" y="465747"/>
                    </a:cubicBezTo>
                    <a:cubicBezTo>
                      <a:pt x="1935129" y="708389"/>
                      <a:pt x="1909061" y="1016237"/>
                      <a:pt x="1881504" y="1342130"/>
                    </a:cubicBezTo>
                    <a:cubicBezTo>
                      <a:pt x="1835977" y="1880142"/>
                      <a:pt x="1788932" y="2436451"/>
                      <a:pt x="1428601" y="2671223"/>
                    </a:cubicBezTo>
                    <a:cubicBezTo>
                      <a:pt x="1309315" y="2748937"/>
                      <a:pt x="1161825" y="2787836"/>
                      <a:pt x="983938" y="2787836"/>
                    </a:cubicBezTo>
                    <a:cubicBezTo>
                      <a:pt x="789852" y="2787836"/>
                      <a:pt x="559549" y="2741573"/>
                      <a:pt x="289905" y="2648934"/>
                    </a:cubicBezTo>
                    <a:lnTo>
                      <a:pt x="289118" y="2648653"/>
                    </a:lnTo>
                    <a:lnTo>
                      <a:pt x="288471" y="2648119"/>
                    </a:lnTo>
                    <a:cubicBezTo>
                      <a:pt x="221376" y="2592834"/>
                      <a:pt x="163814" y="2564756"/>
                      <a:pt x="118682" y="2564756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AD85172F-D107-6B77-F52E-A0EF86A67FC3}"/>
                  </a:ext>
                </a:extLst>
              </p:cNvPr>
              <p:cNvSpPr/>
              <p:nvPr/>
            </p:nvSpPr>
            <p:spPr>
              <a:xfrm>
                <a:off x="-939936" y="709751"/>
                <a:ext cx="5814767" cy="5143333"/>
              </a:xfrm>
              <a:custGeom>
                <a:avLst/>
                <a:gdLst>
                  <a:gd name="connsiteX0" fmla="*/ 2671559 w 5814767"/>
                  <a:gd name="connsiteY0" fmla="*/ 5143334 h 5143333"/>
                  <a:gd name="connsiteX1" fmla="*/ 1664606 w 5814767"/>
                  <a:gd name="connsiteY1" fmla="*/ 4982678 h 5143333"/>
                  <a:gd name="connsiteX2" fmla="*/ 847520 w 5814767"/>
                  <a:gd name="connsiteY2" fmla="*/ 4507147 h 5143333"/>
                  <a:gd name="connsiteX3" fmla="*/ 326342 w 5814767"/>
                  <a:gd name="connsiteY3" fmla="*/ 3867587 h 5143333"/>
                  <a:gd name="connsiteX4" fmla="*/ 59088 w 5814767"/>
                  <a:gd name="connsiteY4" fmla="*/ 3217684 h 5143333"/>
                  <a:gd name="connsiteX5" fmla="*/ 92073 w 5814767"/>
                  <a:gd name="connsiteY5" fmla="*/ 2505273 h 5143333"/>
                  <a:gd name="connsiteX6" fmla="*/ 277722 w 5814767"/>
                  <a:gd name="connsiteY6" fmla="*/ 2602212 h 5143333"/>
                  <a:gd name="connsiteX7" fmla="*/ 1276830 w 5814767"/>
                  <a:gd name="connsiteY7" fmla="*/ 2646985 h 5143333"/>
                  <a:gd name="connsiteX8" fmla="*/ 1625491 w 5814767"/>
                  <a:gd name="connsiteY8" fmla="*/ 2128480 h 5143333"/>
                  <a:gd name="connsiteX9" fmla="*/ 1762999 w 5814767"/>
                  <a:gd name="connsiteY9" fmla="*/ 1365505 h 5143333"/>
                  <a:gd name="connsiteX10" fmla="*/ 1945245 w 5814767"/>
                  <a:gd name="connsiteY10" fmla="*/ 478694 h 5143333"/>
                  <a:gd name="connsiteX11" fmla="*/ 2150353 w 5814767"/>
                  <a:gd name="connsiteY11" fmla="*/ 168765 h 5143333"/>
                  <a:gd name="connsiteX12" fmla="*/ 2492490 w 5814767"/>
                  <a:gd name="connsiteY12" fmla="*/ 19464 h 5143333"/>
                  <a:gd name="connsiteX13" fmla="*/ 2923431 w 5814767"/>
                  <a:gd name="connsiteY13" fmla="*/ 3809 h 5143333"/>
                  <a:gd name="connsiteX14" fmla="*/ 3261548 w 5814767"/>
                  <a:gd name="connsiteY14" fmla="*/ 64687 h 5143333"/>
                  <a:gd name="connsiteX15" fmla="*/ 3711301 w 5814767"/>
                  <a:gd name="connsiteY15" fmla="*/ 371018 h 5143333"/>
                  <a:gd name="connsiteX16" fmla="*/ 4071857 w 5814767"/>
                  <a:gd name="connsiteY16" fmla="*/ 1399148 h 5143333"/>
                  <a:gd name="connsiteX17" fmla="*/ 4364841 w 5814767"/>
                  <a:gd name="connsiteY17" fmla="*/ 2302149 h 5143333"/>
                  <a:gd name="connsiteX18" fmla="*/ 5271799 w 5814767"/>
                  <a:gd name="connsiteY18" fmla="*/ 2627198 h 5143333"/>
                  <a:gd name="connsiteX19" fmla="*/ 5736849 w 5814767"/>
                  <a:gd name="connsiteY19" fmla="*/ 2794375 h 5143333"/>
                  <a:gd name="connsiteX20" fmla="*/ 5812464 w 5814767"/>
                  <a:gd name="connsiteY20" fmla="*/ 3138172 h 5143333"/>
                  <a:gd name="connsiteX21" fmla="*/ 5675491 w 5814767"/>
                  <a:gd name="connsiteY21" fmla="*/ 3589812 h 5143333"/>
                  <a:gd name="connsiteX22" fmla="*/ 5302759 w 5814767"/>
                  <a:gd name="connsiteY22" fmla="*/ 4111354 h 5143333"/>
                  <a:gd name="connsiteX23" fmla="*/ 4699807 w 5814767"/>
                  <a:gd name="connsiteY23" fmla="*/ 4597649 h 5143333"/>
                  <a:gd name="connsiteX24" fmla="*/ 3870601 w 5814767"/>
                  <a:gd name="connsiteY24" fmla="*/ 4967697 h 5143333"/>
                  <a:gd name="connsiteX25" fmla="*/ 2819162 w 5814767"/>
                  <a:gd name="connsiteY25" fmla="*/ 5140411 h 5143333"/>
                  <a:gd name="connsiteX26" fmla="*/ 2819162 w 5814767"/>
                  <a:gd name="connsiteY26" fmla="*/ 5140411 h 5143333"/>
                  <a:gd name="connsiteX27" fmla="*/ 2671616 w 5814767"/>
                  <a:gd name="connsiteY27" fmla="*/ 5143306 h 5143333"/>
                  <a:gd name="connsiteX28" fmla="*/ 126830 w 5814767"/>
                  <a:gd name="connsiteY28" fmla="*/ 2505695 h 5143333"/>
                  <a:gd name="connsiteX29" fmla="*/ 95897 w 5814767"/>
                  <a:gd name="connsiteY29" fmla="*/ 2512918 h 5143333"/>
                  <a:gd name="connsiteX30" fmla="*/ 9906 w 5814767"/>
                  <a:gd name="connsiteY30" fmla="*/ 2743334 h 5143333"/>
                  <a:gd name="connsiteX31" fmla="*/ 67412 w 5814767"/>
                  <a:gd name="connsiteY31" fmla="*/ 3215492 h 5143333"/>
                  <a:gd name="connsiteX32" fmla="*/ 2665879 w 5814767"/>
                  <a:gd name="connsiteY32" fmla="*/ 5134817 h 5143333"/>
                  <a:gd name="connsiteX33" fmla="*/ 2818796 w 5814767"/>
                  <a:gd name="connsiteY33" fmla="*/ 5131782 h 5143333"/>
                  <a:gd name="connsiteX34" fmla="*/ 2818796 w 5814767"/>
                  <a:gd name="connsiteY34" fmla="*/ 5131782 h 5143333"/>
                  <a:gd name="connsiteX35" fmla="*/ 5667786 w 5814767"/>
                  <a:gd name="connsiteY35" fmla="*/ 3585905 h 5143333"/>
                  <a:gd name="connsiteX36" fmla="*/ 5729763 w 5814767"/>
                  <a:gd name="connsiteY36" fmla="*/ 2799181 h 5143333"/>
                  <a:gd name="connsiteX37" fmla="*/ 5272643 w 5814767"/>
                  <a:gd name="connsiteY37" fmla="*/ 2635687 h 5143333"/>
                  <a:gd name="connsiteX38" fmla="*/ 4698992 w 5814767"/>
                  <a:gd name="connsiteY38" fmla="*/ 2577759 h 5143333"/>
                  <a:gd name="connsiteX39" fmla="*/ 4357839 w 5814767"/>
                  <a:gd name="connsiteY39" fmla="*/ 2307039 h 5143333"/>
                  <a:gd name="connsiteX40" fmla="*/ 4063421 w 5814767"/>
                  <a:gd name="connsiteY40" fmla="*/ 1400694 h 5143333"/>
                  <a:gd name="connsiteX41" fmla="*/ 3704608 w 5814767"/>
                  <a:gd name="connsiteY41" fmla="*/ 376331 h 5143333"/>
                  <a:gd name="connsiteX42" fmla="*/ 2493531 w 5814767"/>
                  <a:gd name="connsiteY42" fmla="*/ 27924 h 5143333"/>
                  <a:gd name="connsiteX43" fmla="*/ 1953203 w 5814767"/>
                  <a:gd name="connsiteY43" fmla="*/ 481870 h 5143333"/>
                  <a:gd name="connsiteX44" fmla="*/ 1771547 w 5814767"/>
                  <a:gd name="connsiteY44" fmla="*/ 1366517 h 5143333"/>
                  <a:gd name="connsiteX45" fmla="*/ 1633730 w 5814767"/>
                  <a:gd name="connsiteY45" fmla="*/ 2130897 h 5143333"/>
                  <a:gd name="connsiteX46" fmla="*/ 1497826 w 5814767"/>
                  <a:gd name="connsiteY46" fmla="*/ 2438240 h 5143333"/>
                  <a:gd name="connsiteX47" fmla="*/ 1281273 w 5814767"/>
                  <a:gd name="connsiteY47" fmla="*/ 2654265 h 5143333"/>
                  <a:gd name="connsiteX48" fmla="*/ 273588 w 5814767"/>
                  <a:gd name="connsiteY48" fmla="*/ 2609744 h 5143333"/>
                  <a:gd name="connsiteX49" fmla="*/ 272492 w 5814767"/>
                  <a:gd name="connsiteY49" fmla="*/ 2609323 h 5143333"/>
                  <a:gd name="connsiteX50" fmla="*/ 271761 w 5814767"/>
                  <a:gd name="connsiteY50" fmla="*/ 2608395 h 5143333"/>
                  <a:gd name="connsiteX51" fmla="*/ 126886 w 5814767"/>
                  <a:gd name="connsiteY51" fmla="*/ 2505639 h 5143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814767" h="5143333">
                    <a:moveTo>
                      <a:pt x="2671559" y="5143334"/>
                    </a:moveTo>
                    <a:cubicBezTo>
                      <a:pt x="2308107" y="5143334"/>
                      <a:pt x="1969991" y="5089454"/>
                      <a:pt x="1664606" y="4982678"/>
                    </a:cubicBezTo>
                    <a:cubicBezTo>
                      <a:pt x="1359644" y="4876071"/>
                      <a:pt x="1084741" y="4716061"/>
                      <a:pt x="847520" y="4507147"/>
                    </a:cubicBezTo>
                    <a:cubicBezTo>
                      <a:pt x="642552" y="4326620"/>
                      <a:pt x="467195" y="4111438"/>
                      <a:pt x="326342" y="3867587"/>
                    </a:cubicBezTo>
                    <a:cubicBezTo>
                      <a:pt x="207619" y="3662074"/>
                      <a:pt x="115216" y="3437335"/>
                      <a:pt x="59088" y="3217684"/>
                    </a:cubicBezTo>
                    <a:cubicBezTo>
                      <a:pt x="-30896" y="2865540"/>
                      <a:pt x="-16696" y="2559265"/>
                      <a:pt x="92073" y="2505273"/>
                    </a:cubicBezTo>
                    <a:cubicBezTo>
                      <a:pt x="127448" y="2487707"/>
                      <a:pt x="188356" y="2490321"/>
                      <a:pt x="277722" y="2602212"/>
                    </a:cubicBezTo>
                    <a:cubicBezTo>
                      <a:pt x="721176" y="2769838"/>
                      <a:pt x="1048016" y="2784481"/>
                      <a:pt x="1276830" y="2646985"/>
                    </a:cubicBezTo>
                    <a:cubicBezTo>
                      <a:pt x="1433684" y="2552745"/>
                      <a:pt x="1547711" y="2383151"/>
                      <a:pt x="1625491" y="2128480"/>
                    </a:cubicBezTo>
                    <a:cubicBezTo>
                      <a:pt x="1694948" y="1900987"/>
                      <a:pt x="1729564" y="1628777"/>
                      <a:pt x="1762999" y="1365505"/>
                    </a:cubicBezTo>
                    <a:cubicBezTo>
                      <a:pt x="1802929" y="1051304"/>
                      <a:pt x="1844209" y="726395"/>
                      <a:pt x="1945245" y="478694"/>
                    </a:cubicBezTo>
                    <a:cubicBezTo>
                      <a:pt x="1999742" y="345048"/>
                      <a:pt x="2066836" y="243669"/>
                      <a:pt x="2150353" y="168765"/>
                    </a:cubicBezTo>
                    <a:cubicBezTo>
                      <a:pt x="2244162" y="84615"/>
                      <a:pt x="2356080" y="35766"/>
                      <a:pt x="2492490" y="19464"/>
                    </a:cubicBezTo>
                    <a:cubicBezTo>
                      <a:pt x="2648698" y="774"/>
                      <a:pt x="2793685" y="-4482"/>
                      <a:pt x="2923431" y="3809"/>
                    </a:cubicBezTo>
                    <a:cubicBezTo>
                      <a:pt x="3046991" y="11735"/>
                      <a:pt x="3160737" y="32197"/>
                      <a:pt x="3261548" y="64687"/>
                    </a:cubicBezTo>
                    <a:cubicBezTo>
                      <a:pt x="3447365" y="124582"/>
                      <a:pt x="3594490" y="224781"/>
                      <a:pt x="3711301" y="371018"/>
                    </a:cubicBezTo>
                    <a:cubicBezTo>
                      <a:pt x="3927432" y="641570"/>
                      <a:pt x="4000854" y="1026711"/>
                      <a:pt x="4071857" y="1399148"/>
                    </a:cubicBezTo>
                    <a:cubicBezTo>
                      <a:pt x="4137405" y="1743029"/>
                      <a:pt x="4199326" y="2067826"/>
                      <a:pt x="4364841" y="2302149"/>
                    </a:cubicBezTo>
                    <a:cubicBezTo>
                      <a:pt x="4551614" y="2566573"/>
                      <a:pt x="4839817" y="2669864"/>
                      <a:pt x="5271799" y="2627198"/>
                    </a:cubicBezTo>
                    <a:cubicBezTo>
                      <a:pt x="5486158" y="2606034"/>
                      <a:pt x="5646977" y="2663849"/>
                      <a:pt x="5736849" y="2794375"/>
                    </a:cubicBezTo>
                    <a:cubicBezTo>
                      <a:pt x="5796942" y="2881645"/>
                      <a:pt x="5823066" y="3000507"/>
                      <a:pt x="5812464" y="3138172"/>
                    </a:cubicBezTo>
                    <a:cubicBezTo>
                      <a:pt x="5801863" y="3275780"/>
                      <a:pt x="5754480" y="3431939"/>
                      <a:pt x="5675491" y="3589812"/>
                    </a:cubicBezTo>
                    <a:cubicBezTo>
                      <a:pt x="5585928" y="3768765"/>
                      <a:pt x="5460541" y="3944233"/>
                      <a:pt x="5302759" y="4111354"/>
                    </a:cubicBezTo>
                    <a:cubicBezTo>
                      <a:pt x="5130860" y="4293398"/>
                      <a:pt x="4928002" y="4457033"/>
                      <a:pt x="4699807" y="4597649"/>
                    </a:cubicBezTo>
                    <a:cubicBezTo>
                      <a:pt x="4447935" y="4752881"/>
                      <a:pt x="4168956" y="4877364"/>
                      <a:pt x="3870601" y="4967697"/>
                    </a:cubicBezTo>
                    <a:cubicBezTo>
                      <a:pt x="3541343" y="5067390"/>
                      <a:pt x="3187592" y="5125486"/>
                      <a:pt x="2819162" y="5140411"/>
                    </a:cubicBezTo>
                    <a:lnTo>
                      <a:pt x="2819162" y="5140411"/>
                    </a:lnTo>
                    <a:cubicBezTo>
                      <a:pt x="2769530" y="5142350"/>
                      <a:pt x="2720348" y="5143306"/>
                      <a:pt x="2671616" y="5143306"/>
                    </a:cubicBezTo>
                    <a:close/>
                    <a:moveTo>
                      <a:pt x="126830" y="2505695"/>
                    </a:moveTo>
                    <a:cubicBezTo>
                      <a:pt x="115947" y="2505695"/>
                      <a:pt x="105627" y="2508084"/>
                      <a:pt x="95897" y="2512918"/>
                    </a:cubicBezTo>
                    <a:cubicBezTo>
                      <a:pt x="47390" y="2537005"/>
                      <a:pt x="16852" y="2618851"/>
                      <a:pt x="9906" y="2743334"/>
                    </a:cubicBezTo>
                    <a:cubicBezTo>
                      <a:pt x="2623" y="2874197"/>
                      <a:pt x="23066" y="3041879"/>
                      <a:pt x="67412" y="3215492"/>
                    </a:cubicBezTo>
                    <a:cubicBezTo>
                      <a:pt x="150816" y="3541947"/>
                      <a:pt x="661871" y="5134817"/>
                      <a:pt x="2665879" y="5134817"/>
                    </a:cubicBezTo>
                    <a:cubicBezTo>
                      <a:pt x="2716018" y="5134817"/>
                      <a:pt x="2766746" y="5133834"/>
                      <a:pt x="2818796" y="5131782"/>
                    </a:cubicBezTo>
                    <a:lnTo>
                      <a:pt x="2818796" y="5131782"/>
                    </a:lnTo>
                    <a:cubicBezTo>
                      <a:pt x="4382359" y="5068458"/>
                      <a:pt x="5330738" y="4259446"/>
                      <a:pt x="5667786" y="3585905"/>
                    </a:cubicBezTo>
                    <a:cubicBezTo>
                      <a:pt x="5826890" y="3267967"/>
                      <a:pt x="5850061" y="2973890"/>
                      <a:pt x="5729763" y="2799181"/>
                    </a:cubicBezTo>
                    <a:cubicBezTo>
                      <a:pt x="5641775" y="2671381"/>
                      <a:pt x="5483683" y="2614832"/>
                      <a:pt x="5272643" y="2635687"/>
                    </a:cubicBezTo>
                    <a:cubicBezTo>
                      <a:pt x="5042872" y="2658368"/>
                      <a:pt x="4855227" y="2639425"/>
                      <a:pt x="4698992" y="2577759"/>
                    </a:cubicBezTo>
                    <a:cubicBezTo>
                      <a:pt x="4559094" y="2522559"/>
                      <a:pt x="4447514" y="2433995"/>
                      <a:pt x="4357839" y="2307039"/>
                    </a:cubicBezTo>
                    <a:cubicBezTo>
                      <a:pt x="4191255" y="2071199"/>
                      <a:pt x="4129166" y="1745503"/>
                      <a:pt x="4063421" y="1400694"/>
                    </a:cubicBezTo>
                    <a:cubicBezTo>
                      <a:pt x="3992615" y="1029269"/>
                      <a:pt x="3919390" y="645224"/>
                      <a:pt x="3704608" y="376331"/>
                    </a:cubicBezTo>
                    <a:cubicBezTo>
                      <a:pt x="3462578" y="73344"/>
                      <a:pt x="3066450" y="-40627"/>
                      <a:pt x="2493531" y="27924"/>
                    </a:cubicBezTo>
                    <a:cubicBezTo>
                      <a:pt x="2242250" y="57998"/>
                      <a:pt x="2065515" y="206484"/>
                      <a:pt x="1953203" y="481870"/>
                    </a:cubicBezTo>
                    <a:cubicBezTo>
                      <a:pt x="1852617" y="728559"/>
                      <a:pt x="1811393" y="1052878"/>
                      <a:pt x="1771547" y="1366517"/>
                    </a:cubicBezTo>
                    <a:cubicBezTo>
                      <a:pt x="1738056" y="1630126"/>
                      <a:pt x="1703412" y="1902729"/>
                      <a:pt x="1633730" y="2130897"/>
                    </a:cubicBezTo>
                    <a:cubicBezTo>
                      <a:pt x="1596162" y="2253974"/>
                      <a:pt x="1551704" y="2354511"/>
                      <a:pt x="1497826" y="2438240"/>
                    </a:cubicBezTo>
                    <a:cubicBezTo>
                      <a:pt x="1437227" y="2532452"/>
                      <a:pt x="1366392" y="2603111"/>
                      <a:pt x="1281273" y="2654265"/>
                    </a:cubicBezTo>
                    <a:cubicBezTo>
                      <a:pt x="1049844" y="2793307"/>
                      <a:pt x="720220" y="2778748"/>
                      <a:pt x="273588" y="2609744"/>
                    </a:cubicBezTo>
                    <a:lnTo>
                      <a:pt x="272492" y="2609323"/>
                    </a:lnTo>
                    <a:lnTo>
                      <a:pt x="271761" y="2608395"/>
                    </a:lnTo>
                    <a:cubicBezTo>
                      <a:pt x="217714" y="2540490"/>
                      <a:pt x="168335" y="2505639"/>
                      <a:pt x="126886" y="250563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78DCF4F3-6ABA-20B1-22ED-6554EE83DC73}"/>
                  </a:ext>
                </a:extLst>
              </p:cNvPr>
              <p:cNvSpPr/>
              <p:nvPr/>
            </p:nvSpPr>
            <p:spPr>
              <a:xfrm>
                <a:off x="-901177" y="743910"/>
                <a:ext cx="5837742" cy="5146134"/>
              </a:xfrm>
              <a:custGeom>
                <a:avLst/>
                <a:gdLst>
                  <a:gd name="connsiteX0" fmla="*/ 2604455 w 5837742"/>
                  <a:gd name="connsiteY0" fmla="*/ 5146079 h 5146134"/>
                  <a:gd name="connsiteX1" fmla="*/ 1544158 w 5837742"/>
                  <a:gd name="connsiteY1" fmla="*/ 4992899 h 5146134"/>
                  <a:gd name="connsiteX2" fmla="*/ 726734 w 5837742"/>
                  <a:gd name="connsiteY2" fmla="*/ 4534232 h 5146134"/>
                  <a:gd name="connsiteX3" fmla="*/ 245543 w 5837742"/>
                  <a:gd name="connsiteY3" fmla="*/ 3909063 h 5146134"/>
                  <a:gd name="connsiteX4" fmla="*/ 30508 w 5837742"/>
                  <a:gd name="connsiteY4" fmla="*/ 3259385 h 5146134"/>
                  <a:gd name="connsiteX5" fmla="*/ 14930 w 5837742"/>
                  <a:gd name="connsiteY5" fmla="*/ 2701727 h 5146134"/>
                  <a:gd name="connsiteX6" fmla="*/ 138321 w 5837742"/>
                  <a:gd name="connsiteY6" fmla="*/ 2441940 h 5146134"/>
                  <a:gd name="connsiteX7" fmla="*/ 280553 w 5837742"/>
                  <a:gd name="connsiteY7" fmla="*/ 2565355 h 5146134"/>
                  <a:gd name="connsiteX8" fmla="*/ 1149295 w 5837742"/>
                  <a:gd name="connsiteY8" fmla="*/ 2630730 h 5146134"/>
                  <a:gd name="connsiteX9" fmla="*/ 1502653 w 5837742"/>
                  <a:gd name="connsiteY9" fmla="*/ 2141118 h 5146134"/>
                  <a:gd name="connsiteX10" fmla="*/ 1668702 w 5837742"/>
                  <a:gd name="connsiteY10" fmla="*/ 1393546 h 5146134"/>
                  <a:gd name="connsiteX11" fmla="*/ 1890570 w 5837742"/>
                  <a:gd name="connsiteY11" fmla="*/ 497150 h 5146134"/>
                  <a:gd name="connsiteX12" fmla="*/ 2109232 w 5837742"/>
                  <a:gd name="connsiteY12" fmla="*/ 180785 h 5146134"/>
                  <a:gd name="connsiteX13" fmla="*/ 2456825 w 5837742"/>
                  <a:gd name="connsiteY13" fmla="*/ 26735 h 5146134"/>
                  <a:gd name="connsiteX14" fmla="*/ 2950698 w 5837742"/>
                  <a:gd name="connsiteY14" fmla="*/ 2141 h 5146134"/>
                  <a:gd name="connsiteX15" fmla="*/ 3334425 w 5837742"/>
                  <a:gd name="connsiteY15" fmla="*/ 60827 h 5146134"/>
                  <a:gd name="connsiteX16" fmla="*/ 3833473 w 5837742"/>
                  <a:gd name="connsiteY16" fmla="*/ 378373 h 5146134"/>
                  <a:gd name="connsiteX17" fmla="*/ 4193017 w 5837742"/>
                  <a:gd name="connsiteY17" fmla="*/ 1458752 h 5146134"/>
                  <a:gd name="connsiteX18" fmla="*/ 5241053 w 5837742"/>
                  <a:gd name="connsiteY18" fmla="*/ 2694166 h 5146134"/>
                  <a:gd name="connsiteX19" fmla="*/ 5677197 w 5837742"/>
                  <a:gd name="connsiteY19" fmla="*/ 2834473 h 5146134"/>
                  <a:gd name="connsiteX20" fmla="*/ 5837312 w 5837742"/>
                  <a:gd name="connsiteY20" fmla="*/ 3219530 h 5146134"/>
                  <a:gd name="connsiteX21" fmla="*/ 5670364 w 5837742"/>
                  <a:gd name="connsiteY21" fmla="*/ 3803102 h 5146134"/>
                  <a:gd name="connsiteX22" fmla="*/ 5119041 w 5837742"/>
                  <a:gd name="connsiteY22" fmla="*/ 4413234 h 5146134"/>
                  <a:gd name="connsiteX23" fmla="*/ 4159385 w 5837742"/>
                  <a:gd name="connsiteY23" fmla="*/ 4907484 h 5146134"/>
                  <a:gd name="connsiteX24" fmla="*/ 2767327 w 5837742"/>
                  <a:gd name="connsiteY24" fmla="*/ 5143240 h 5146134"/>
                  <a:gd name="connsiteX25" fmla="*/ 2767327 w 5837742"/>
                  <a:gd name="connsiteY25" fmla="*/ 5143240 h 5146134"/>
                  <a:gd name="connsiteX26" fmla="*/ 2604455 w 5837742"/>
                  <a:gd name="connsiteY26" fmla="*/ 5146135 h 5146134"/>
                  <a:gd name="connsiteX27" fmla="*/ 156543 w 5837742"/>
                  <a:gd name="connsiteY27" fmla="*/ 2447224 h 5146134"/>
                  <a:gd name="connsiteX28" fmla="*/ 140767 w 5837742"/>
                  <a:gd name="connsiteY28" fmla="*/ 2449669 h 5146134"/>
                  <a:gd name="connsiteX29" fmla="*/ 22944 w 5837742"/>
                  <a:gd name="connsiteY29" fmla="*/ 2702964 h 5146134"/>
                  <a:gd name="connsiteX30" fmla="*/ 38495 w 5837742"/>
                  <a:gd name="connsiteY30" fmla="*/ 3258036 h 5146134"/>
                  <a:gd name="connsiteX31" fmla="*/ 2601531 w 5837742"/>
                  <a:gd name="connsiteY31" fmla="*/ 5138069 h 5146134"/>
                  <a:gd name="connsiteX32" fmla="*/ 2767046 w 5837742"/>
                  <a:gd name="connsiteY32" fmla="*/ 5135117 h 5146134"/>
                  <a:gd name="connsiteX33" fmla="*/ 2767046 w 5837742"/>
                  <a:gd name="connsiteY33" fmla="*/ 5135117 h 5146134"/>
                  <a:gd name="connsiteX34" fmla="*/ 5114120 w 5837742"/>
                  <a:gd name="connsiteY34" fmla="*/ 4406798 h 5146134"/>
                  <a:gd name="connsiteX35" fmla="*/ 5829242 w 5837742"/>
                  <a:gd name="connsiteY35" fmla="*/ 3219783 h 5146134"/>
                  <a:gd name="connsiteX36" fmla="*/ 5241307 w 5837742"/>
                  <a:gd name="connsiteY36" fmla="*/ 2702233 h 5146134"/>
                  <a:gd name="connsiteX37" fmla="*/ 4729858 w 5837742"/>
                  <a:gd name="connsiteY37" fmla="*/ 2610466 h 5146134"/>
                  <a:gd name="connsiteX38" fmla="*/ 4430520 w 5837742"/>
                  <a:gd name="connsiteY38" fmla="*/ 2334068 h 5146134"/>
                  <a:gd name="connsiteX39" fmla="*/ 4185031 w 5837742"/>
                  <a:gd name="connsiteY39" fmla="*/ 1459989 h 5146134"/>
                  <a:gd name="connsiteX40" fmla="*/ 3827230 w 5837742"/>
                  <a:gd name="connsiteY40" fmla="*/ 383516 h 5146134"/>
                  <a:gd name="connsiteX41" fmla="*/ 2457865 w 5837742"/>
                  <a:gd name="connsiteY41" fmla="*/ 34773 h 5146134"/>
                  <a:gd name="connsiteX42" fmla="*/ 1897965 w 5837742"/>
                  <a:gd name="connsiteY42" fmla="*/ 500467 h 5146134"/>
                  <a:gd name="connsiteX43" fmla="*/ 1676688 w 5837742"/>
                  <a:gd name="connsiteY43" fmla="*/ 1394951 h 5146134"/>
                  <a:gd name="connsiteX44" fmla="*/ 1510301 w 5837742"/>
                  <a:gd name="connsiteY44" fmla="*/ 2143816 h 5146134"/>
                  <a:gd name="connsiteX45" fmla="*/ 1367732 w 5837742"/>
                  <a:gd name="connsiteY45" fmla="*/ 2438230 h 5146134"/>
                  <a:gd name="connsiteX46" fmla="*/ 1153204 w 5837742"/>
                  <a:gd name="connsiteY46" fmla="*/ 2637869 h 5146134"/>
                  <a:gd name="connsiteX47" fmla="*/ 844867 w 5837742"/>
                  <a:gd name="connsiteY47" fmla="*/ 2711030 h 5146134"/>
                  <a:gd name="connsiteX48" fmla="*/ 275969 w 5837742"/>
                  <a:gd name="connsiteY48" fmla="*/ 2572269 h 5146134"/>
                  <a:gd name="connsiteX49" fmla="*/ 274535 w 5837742"/>
                  <a:gd name="connsiteY49" fmla="*/ 2571679 h 5146134"/>
                  <a:gd name="connsiteX50" fmla="*/ 273888 w 5837742"/>
                  <a:gd name="connsiteY50" fmla="*/ 2570274 h 5146134"/>
                  <a:gd name="connsiteX51" fmla="*/ 156543 w 5837742"/>
                  <a:gd name="connsiteY51" fmla="*/ 2447308 h 5146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837742" h="5146134">
                    <a:moveTo>
                      <a:pt x="2604455" y="5146079"/>
                    </a:moveTo>
                    <a:cubicBezTo>
                      <a:pt x="2213220" y="5146079"/>
                      <a:pt x="1857219" y="5094700"/>
                      <a:pt x="1544158" y="4992899"/>
                    </a:cubicBezTo>
                    <a:cubicBezTo>
                      <a:pt x="1229522" y="4890564"/>
                      <a:pt x="954507" y="4736260"/>
                      <a:pt x="726734" y="4534232"/>
                    </a:cubicBezTo>
                    <a:cubicBezTo>
                      <a:pt x="529528" y="4359298"/>
                      <a:pt x="367612" y="4148978"/>
                      <a:pt x="245543" y="3909063"/>
                    </a:cubicBezTo>
                    <a:cubicBezTo>
                      <a:pt x="141808" y="3705235"/>
                      <a:pt x="69483" y="3486652"/>
                      <a:pt x="30508" y="3259385"/>
                    </a:cubicBezTo>
                    <a:cubicBezTo>
                      <a:pt x="-3854" y="3058902"/>
                      <a:pt x="-9394" y="2860837"/>
                      <a:pt x="14930" y="2701727"/>
                    </a:cubicBezTo>
                    <a:cubicBezTo>
                      <a:pt x="37482" y="2554169"/>
                      <a:pt x="82474" y="2459478"/>
                      <a:pt x="138321" y="2441940"/>
                    </a:cubicBezTo>
                    <a:cubicBezTo>
                      <a:pt x="171700" y="2431485"/>
                      <a:pt x="223441" y="2444442"/>
                      <a:pt x="280553" y="2565355"/>
                    </a:cubicBezTo>
                    <a:cubicBezTo>
                      <a:pt x="656350" y="2723678"/>
                      <a:pt x="940560" y="2745067"/>
                      <a:pt x="1149295" y="2630730"/>
                    </a:cubicBezTo>
                    <a:cubicBezTo>
                      <a:pt x="1301931" y="2547114"/>
                      <a:pt x="1417533" y="2386964"/>
                      <a:pt x="1502653" y="2141118"/>
                    </a:cubicBezTo>
                    <a:cubicBezTo>
                      <a:pt x="1578858" y="1921017"/>
                      <a:pt x="1624554" y="1652855"/>
                      <a:pt x="1668702" y="1393546"/>
                    </a:cubicBezTo>
                    <a:cubicBezTo>
                      <a:pt x="1722636" y="1076815"/>
                      <a:pt x="1778427" y="749320"/>
                      <a:pt x="1890570" y="497150"/>
                    </a:cubicBezTo>
                    <a:cubicBezTo>
                      <a:pt x="1951112" y="361003"/>
                      <a:pt x="2022622" y="257516"/>
                      <a:pt x="2109232" y="180785"/>
                    </a:cubicBezTo>
                    <a:cubicBezTo>
                      <a:pt x="2206668" y="94443"/>
                      <a:pt x="2320386" y="44048"/>
                      <a:pt x="2456825" y="26735"/>
                    </a:cubicBezTo>
                    <a:cubicBezTo>
                      <a:pt x="2636428" y="3940"/>
                      <a:pt x="2802590" y="-4351"/>
                      <a:pt x="2950698" y="2141"/>
                    </a:cubicBezTo>
                    <a:cubicBezTo>
                      <a:pt x="3091608" y="8325"/>
                      <a:pt x="3220707" y="28056"/>
                      <a:pt x="3334425" y="60827"/>
                    </a:cubicBezTo>
                    <a:cubicBezTo>
                      <a:pt x="3543892" y="121200"/>
                      <a:pt x="3707129" y="225053"/>
                      <a:pt x="3833473" y="378373"/>
                    </a:cubicBezTo>
                    <a:cubicBezTo>
                      <a:pt x="4067067" y="661853"/>
                      <a:pt x="4131096" y="1066978"/>
                      <a:pt x="4193017" y="1458752"/>
                    </a:cubicBezTo>
                    <a:cubicBezTo>
                      <a:pt x="4295515" y="2107334"/>
                      <a:pt x="4392417" y="2719968"/>
                      <a:pt x="5241053" y="2694166"/>
                    </a:cubicBezTo>
                    <a:cubicBezTo>
                      <a:pt x="5421810" y="2688658"/>
                      <a:pt x="5572618" y="2737197"/>
                      <a:pt x="5677197" y="2834473"/>
                    </a:cubicBezTo>
                    <a:cubicBezTo>
                      <a:pt x="5776630" y="2926971"/>
                      <a:pt x="5831998" y="3060111"/>
                      <a:pt x="5837312" y="3219530"/>
                    </a:cubicBezTo>
                    <a:cubicBezTo>
                      <a:pt x="5843359" y="3399944"/>
                      <a:pt x="5785628" y="3601748"/>
                      <a:pt x="5670364" y="3803102"/>
                    </a:cubicBezTo>
                    <a:cubicBezTo>
                      <a:pt x="5545229" y="4021713"/>
                      <a:pt x="5354575" y="4232679"/>
                      <a:pt x="5119041" y="4413234"/>
                    </a:cubicBezTo>
                    <a:cubicBezTo>
                      <a:pt x="4850550" y="4619001"/>
                      <a:pt x="4527674" y="4785306"/>
                      <a:pt x="4159385" y="4907484"/>
                    </a:cubicBezTo>
                    <a:cubicBezTo>
                      <a:pt x="3743714" y="5045402"/>
                      <a:pt x="3275373" y="5124690"/>
                      <a:pt x="2767327" y="5143240"/>
                    </a:cubicBezTo>
                    <a:lnTo>
                      <a:pt x="2767327" y="5143240"/>
                    </a:lnTo>
                    <a:cubicBezTo>
                      <a:pt x="2712409" y="5145180"/>
                      <a:pt x="2658080" y="5146135"/>
                      <a:pt x="2604455" y="5146135"/>
                    </a:cubicBezTo>
                    <a:close/>
                    <a:moveTo>
                      <a:pt x="156543" y="2447224"/>
                    </a:moveTo>
                    <a:cubicBezTo>
                      <a:pt x="151228" y="2447224"/>
                      <a:pt x="145970" y="2448039"/>
                      <a:pt x="140767" y="2449669"/>
                    </a:cubicBezTo>
                    <a:cubicBezTo>
                      <a:pt x="88745" y="2465999"/>
                      <a:pt x="44681" y="2560689"/>
                      <a:pt x="22944" y="2702964"/>
                    </a:cubicBezTo>
                    <a:cubicBezTo>
                      <a:pt x="-1239" y="2861259"/>
                      <a:pt x="4272" y="3058368"/>
                      <a:pt x="38495" y="3258036"/>
                    </a:cubicBezTo>
                    <a:cubicBezTo>
                      <a:pt x="115375" y="3706444"/>
                      <a:pt x="525760" y="5138069"/>
                      <a:pt x="2601531" y="5138069"/>
                    </a:cubicBezTo>
                    <a:cubicBezTo>
                      <a:pt x="2655606" y="5138069"/>
                      <a:pt x="2710665" y="5137113"/>
                      <a:pt x="2767046" y="5135117"/>
                    </a:cubicBezTo>
                    <a:lnTo>
                      <a:pt x="2767046" y="5135117"/>
                    </a:lnTo>
                    <a:cubicBezTo>
                      <a:pt x="3979163" y="5090906"/>
                      <a:pt x="4712424" y="4714647"/>
                      <a:pt x="5114120" y="4406798"/>
                    </a:cubicBezTo>
                    <a:cubicBezTo>
                      <a:pt x="5568090" y="4058870"/>
                      <a:pt x="5842093" y="3604025"/>
                      <a:pt x="5829242" y="3219783"/>
                    </a:cubicBezTo>
                    <a:cubicBezTo>
                      <a:pt x="5818191" y="2889843"/>
                      <a:pt x="5592977" y="2691524"/>
                      <a:pt x="5241307" y="2702233"/>
                    </a:cubicBezTo>
                    <a:cubicBezTo>
                      <a:pt x="5035468" y="2708500"/>
                      <a:pt x="4868153" y="2678483"/>
                      <a:pt x="4729858" y="2610466"/>
                    </a:cubicBezTo>
                    <a:cubicBezTo>
                      <a:pt x="4605961" y="2549531"/>
                      <a:pt x="4508047" y="2459113"/>
                      <a:pt x="4430520" y="2334068"/>
                    </a:cubicBezTo>
                    <a:cubicBezTo>
                      <a:pt x="4286404" y="2101572"/>
                      <a:pt x="4237166" y="1789929"/>
                      <a:pt x="4185031" y="1459989"/>
                    </a:cubicBezTo>
                    <a:cubicBezTo>
                      <a:pt x="4123279" y="1069283"/>
                      <a:pt x="4059446" y="665282"/>
                      <a:pt x="3827230" y="383516"/>
                    </a:cubicBezTo>
                    <a:cubicBezTo>
                      <a:pt x="3564898" y="65156"/>
                      <a:pt x="3116973" y="-48928"/>
                      <a:pt x="2457865" y="34773"/>
                    </a:cubicBezTo>
                    <a:cubicBezTo>
                      <a:pt x="2206246" y="66730"/>
                      <a:pt x="2023100" y="219038"/>
                      <a:pt x="1897965" y="500467"/>
                    </a:cubicBezTo>
                    <a:cubicBezTo>
                      <a:pt x="1786244" y="751737"/>
                      <a:pt x="1730538" y="1078727"/>
                      <a:pt x="1676688" y="1394951"/>
                    </a:cubicBezTo>
                    <a:cubicBezTo>
                      <a:pt x="1632455" y="1654597"/>
                      <a:pt x="1586732" y="1923069"/>
                      <a:pt x="1510301" y="2143816"/>
                    </a:cubicBezTo>
                    <a:cubicBezTo>
                      <a:pt x="1469105" y="2262734"/>
                      <a:pt x="1422482" y="2359055"/>
                      <a:pt x="1367732" y="2438230"/>
                    </a:cubicBezTo>
                    <a:cubicBezTo>
                      <a:pt x="1306206" y="2527215"/>
                      <a:pt x="1236018" y="2592506"/>
                      <a:pt x="1153204" y="2637869"/>
                    </a:cubicBezTo>
                    <a:cubicBezTo>
                      <a:pt x="1064232" y="2686606"/>
                      <a:pt x="961847" y="2711002"/>
                      <a:pt x="844867" y="2711030"/>
                    </a:cubicBezTo>
                    <a:cubicBezTo>
                      <a:pt x="683964" y="2711030"/>
                      <a:pt x="495418" y="2664851"/>
                      <a:pt x="275969" y="2572269"/>
                    </a:cubicBezTo>
                    <a:lnTo>
                      <a:pt x="274535" y="2571679"/>
                    </a:lnTo>
                    <a:lnTo>
                      <a:pt x="273888" y="2570274"/>
                    </a:lnTo>
                    <a:cubicBezTo>
                      <a:pt x="236235" y="2490086"/>
                      <a:pt x="195152" y="2447308"/>
                      <a:pt x="156543" y="2447308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77D30928-1F8F-C342-222C-5E2D91554C44}"/>
                  </a:ext>
                </a:extLst>
              </p:cNvPr>
              <p:cNvSpPr/>
              <p:nvPr/>
            </p:nvSpPr>
            <p:spPr>
              <a:xfrm>
                <a:off x="-891084" y="776625"/>
                <a:ext cx="5899495" cy="5150294"/>
              </a:xfrm>
              <a:custGeom>
                <a:avLst/>
                <a:gdLst>
                  <a:gd name="connsiteX0" fmla="*/ 2566410 w 5899495"/>
                  <a:gd name="connsiteY0" fmla="*/ 5150295 h 5150294"/>
                  <a:gd name="connsiteX1" fmla="*/ 1451560 w 5899495"/>
                  <a:gd name="connsiteY1" fmla="*/ 5003159 h 5150294"/>
                  <a:gd name="connsiteX2" fmla="*/ 625869 w 5899495"/>
                  <a:gd name="connsiteY2" fmla="*/ 4558235 h 5150294"/>
                  <a:gd name="connsiteX3" fmla="*/ 175582 w 5899495"/>
                  <a:gd name="connsiteY3" fmla="*/ 3944927 h 5150294"/>
                  <a:gd name="connsiteX4" fmla="*/ 8717 w 5899495"/>
                  <a:gd name="connsiteY4" fmla="*/ 3295895 h 5150294"/>
                  <a:gd name="connsiteX5" fmla="*/ 210957 w 5899495"/>
                  <a:gd name="connsiteY5" fmla="*/ 2382018 h 5150294"/>
                  <a:gd name="connsiteX6" fmla="*/ 311993 w 5899495"/>
                  <a:gd name="connsiteY6" fmla="*/ 2530026 h 5150294"/>
                  <a:gd name="connsiteX7" fmla="*/ 1051861 w 5899495"/>
                  <a:gd name="connsiteY7" fmla="*/ 2614345 h 5150294"/>
                  <a:gd name="connsiteX8" fmla="*/ 1405725 w 5899495"/>
                  <a:gd name="connsiteY8" fmla="*/ 2156521 h 5150294"/>
                  <a:gd name="connsiteX9" fmla="*/ 1598854 w 5899495"/>
                  <a:gd name="connsiteY9" fmla="*/ 1426402 h 5150294"/>
                  <a:gd name="connsiteX10" fmla="*/ 2449853 w 5899495"/>
                  <a:gd name="connsiteY10" fmla="*/ 35476 h 5150294"/>
                  <a:gd name="connsiteX11" fmla="*/ 3843936 w 5899495"/>
                  <a:gd name="connsiteY11" fmla="*/ 248157 h 5150294"/>
                  <a:gd name="connsiteX12" fmla="*/ 4338231 w 5899495"/>
                  <a:gd name="connsiteY12" fmla="*/ 1520502 h 5150294"/>
                  <a:gd name="connsiteX13" fmla="*/ 4534313 w 5899495"/>
                  <a:gd name="connsiteY13" fmla="*/ 2364339 h 5150294"/>
                  <a:gd name="connsiteX14" fmla="*/ 5238918 w 5899495"/>
                  <a:gd name="connsiteY14" fmla="*/ 2762521 h 5150294"/>
                  <a:gd name="connsiteX15" fmla="*/ 5726015 w 5899495"/>
                  <a:gd name="connsiteY15" fmla="*/ 2961795 h 5150294"/>
                  <a:gd name="connsiteX16" fmla="*/ 5855564 w 5899495"/>
                  <a:gd name="connsiteY16" fmla="*/ 3166297 h 5150294"/>
                  <a:gd name="connsiteX17" fmla="*/ 5899488 w 5899495"/>
                  <a:gd name="connsiteY17" fmla="*/ 3418270 h 5150294"/>
                  <a:gd name="connsiteX18" fmla="*/ 5723990 w 5899495"/>
                  <a:gd name="connsiteY18" fmla="*/ 3965191 h 5150294"/>
                  <a:gd name="connsiteX19" fmla="*/ 5171009 w 5899495"/>
                  <a:gd name="connsiteY19" fmla="*/ 4509977 h 5150294"/>
                  <a:gd name="connsiteX20" fmla="*/ 4193525 w 5899495"/>
                  <a:gd name="connsiteY20" fmla="*/ 4941184 h 5150294"/>
                  <a:gd name="connsiteX21" fmla="*/ 2744130 w 5899495"/>
                  <a:gd name="connsiteY21" fmla="*/ 5147372 h 5150294"/>
                  <a:gd name="connsiteX22" fmla="*/ 2744130 w 5899495"/>
                  <a:gd name="connsiteY22" fmla="*/ 5147372 h 5150294"/>
                  <a:gd name="connsiteX23" fmla="*/ 2566354 w 5899495"/>
                  <a:gd name="connsiteY23" fmla="*/ 5150267 h 5150294"/>
                  <a:gd name="connsiteX24" fmla="*/ 218128 w 5899495"/>
                  <a:gd name="connsiteY24" fmla="*/ 2389073 h 5150294"/>
                  <a:gd name="connsiteX25" fmla="*/ 212082 w 5899495"/>
                  <a:gd name="connsiteY25" fmla="*/ 2389522 h 5150294"/>
                  <a:gd name="connsiteX26" fmla="*/ 58490 w 5899495"/>
                  <a:gd name="connsiteY26" fmla="*/ 2663053 h 5150294"/>
                  <a:gd name="connsiteX27" fmla="*/ 16310 w 5899495"/>
                  <a:gd name="connsiteY27" fmla="*/ 3295221 h 5150294"/>
                  <a:gd name="connsiteX28" fmla="*/ 2563121 w 5899495"/>
                  <a:gd name="connsiteY28" fmla="*/ 5142763 h 5150294"/>
                  <a:gd name="connsiteX29" fmla="*/ 2743961 w 5899495"/>
                  <a:gd name="connsiteY29" fmla="*/ 5139812 h 5150294"/>
                  <a:gd name="connsiteX30" fmla="*/ 2743961 w 5899495"/>
                  <a:gd name="connsiteY30" fmla="*/ 5139812 h 5150294"/>
                  <a:gd name="connsiteX31" fmla="*/ 5891952 w 5899495"/>
                  <a:gd name="connsiteY31" fmla="*/ 3418242 h 5150294"/>
                  <a:gd name="connsiteX32" fmla="*/ 5238665 w 5899495"/>
                  <a:gd name="connsiteY32" fmla="*/ 2770138 h 5150294"/>
                  <a:gd name="connsiteX33" fmla="*/ 4330751 w 5899495"/>
                  <a:gd name="connsiteY33" fmla="*/ 1521430 h 5150294"/>
                  <a:gd name="connsiteX34" fmla="*/ 3839352 w 5899495"/>
                  <a:gd name="connsiteY34" fmla="*/ 254171 h 5150294"/>
                  <a:gd name="connsiteX35" fmla="*/ 2450921 w 5899495"/>
                  <a:gd name="connsiteY35" fmla="*/ 43008 h 5150294"/>
                  <a:gd name="connsiteX36" fmla="*/ 1606333 w 5899495"/>
                  <a:gd name="connsiteY36" fmla="*/ 1428004 h 5150294"/>
                  <a:gd name="connsiteX37" fmla="*/ 1412839 w 5899495"/>
                  <a:gd name="connsiteY37" fmla="*/ 2159275 h 5150294"/>
                  <a:gd name="connsiteX38" fmla="*/ 1265265 w 5899495"/>
                  <a:gd name="connsiteY38" fmla="*/ 2439383 h 5150294"/>
                  <a:gd name="connsiteX39" fmla="*/ 1055236 w 5899495"/>
                  <a:gd name="connsiteY39" fmla="*/ 2621175 h 5150294"/>
                  <a:gd name="connsiteX40" fmla="*/ 307015 w 5899495"/>
                  <a:gd name="connsiteY40" fmla="*/ 2536069 h 5150294"/>
                  <a:gd name="connsiteX41" fmla="*/ 305328 w 5899495"/>
                  <a:gd name="connsiteY41" fmla="*/ 2535254 h 5150294"/>
                  <a:gd name="connsiteX42" fmla="*/ 304935 w 5899495"/>
                  <a:gd name="connsiteY42" fmla="*/ 2533398 h 5150294"/>
                  <a:gd name="connsiteX43" fmla="*/ 218100 w 5899495"/>
                  <a:gd name="connsiteY43" fmla="*/ 2389073 h 51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899495" h="5150294">
                    <a:moveTo>
                      <a:pt x="2566410" y="5150295"/>
                    </a:moveTo>
                    <a:cubicBezTo>
                      <a:pt x="2148377" y="5150295"/>
                      <a:pt x="1774070" y="5100941"/>
                      <a:pt x="1451560" y="5003159"/>
                    </a:cubicBezTo>
                    <a:cubicBezTo>
                      <a:pt x="1125479" y="4904280"/>
                      <a:pt x="847681" y="4754586"/>
                      <a:pt x="625869" y="4558235"/>
                    </a:cubicBezTo>
                    <a:cubicBezTo>
                      <a:pt x="433190" y="4387658"/>
                      <a:pt x="281679" y="4181329"/>
                      <a:pt x="175582" y="3944927"/>
                    </a:cubicBezTo>
                    <a:cubicBezTo>
                      <a:pt x="85541" y="3744276"/>
                      <a:pt x="29386" y="3525918"/>
                      <a:pt x="8717" y="3295895"/>
                    </a:cubicBezTo>
                    <a:cubicBezTo>
                      <a:pt x="-36022" y="2798160"/>
                      <a:pt x="100558" y="2398376"/>
                      <a:pt x="210957" y="2382018"/>
                    </a:cubicBezTo>
                    <a:cubicBezTo>
                      <a:pt x="241945" y="2377436"/>
                      <a:pt x="284519" y="2399472"/>
                      <a:pt x="311993" y="2530026"/>
                    </a:cubicBezTo>
                    <a:cubicBezTo>
                      <a:pt x="623198" y="2678455"/>
                      <a:pt x="865256" y="2706056"/>
                      <a:pt x="1051861" y="2614345"/>
                    </a:cubicBezTo>
                    <a:cubicBezTo>
                      <a:pt x="1200588" y="2541268"/>
                      <a:pt x="1313013" y="2395790"/>
                      <a:pt x="1405725" y="2156521"/>
                    </a:cubicBezTo>
                    <a:cubicBezTo>
                      <a:pt x="1487807" y="1944655"/>
                      <a:pt x="1541770" y="1692907"/>
                      <a:pt x="1598854" y="1426402"/>
                    </a:cubicBezTo>
                    <a:cubicBezTo>
                      <a:pt x="1737373" y="779985"/>
                      <a:pt x="1880589" y="111560"/>
                      <a:pt x="2449853" y="35476"/>
                    </a:cubicBezTo>
                    <a:cubicBezTo>
                      <a:pt x="3092004" y="-50361"/>
                      <a:pt x="3548000" y="19202"/>
                      <a:pt x="3843936" y="248157"/>
                    </a:cubicBezTo>
                    <a:cubicBezTo>
                      <a:pt x="4219396" y="538636"/>
                      <a:pt x="4279798" y="1037804"/>
                      <a:pt x="4338231" y="1520502"/>
                    </a:cubicBezTo>
                    <a:cubicBezTo>
                      <a:pt x="4376531" y="1836923"/>
                      <a:pt x="4412721" y="2135806"/>
                      <a:pt x="4534313" y="2364339"/>
                    </a:cubicBezTo>
                    <a:cubicBezTo>
                      <a:pt x="4671117" y="2621456"/>
                      <a:pt x="4895009" y="2747990"/>
                      <a:pt x="5238918" y="2762521"/>
                    </a:cubicBezTo>
                    <a:cubicBezTo>
                      <a:pt x="5439218" y="2770981"/>
                      <a:pt x="5607658" y="2839898"/>
                      <a:pt x="5726015" y="2961795"/>
                    </a:cubicBezTo>
                    <a:cubicBezTo>
                      <a:pt x="5782480" y="3019976"/>
                      <a:pt x="5826066" y="3088780"/>
                      <a:pt x="5855564" y="3166297"/>
                    </a:cubicBezTo>
                    <a:cubicBezTo>
                      <a:pt x="5885119" y="3243955"/>
                      <a:pt x="5899882" y="3328724"/>
                      <a:pt x="5899488" y="3418270"/>
                    </a:cubicBezTo>
                    <a:cubicBezTo>
                      <a:pt x="5898701" y="3595537"/>
                      <a:pt x="5837989" y="3784636"/>
                      <a:pt x="5723990" y="3965191"/>
                    </a:cubicBezTo>
                    <a:cubicBezTo>
                      <a:pt x="5597085" y="4166152"/>
                      <a:pt x="5411041" y="4349433"/>
                      <a:pt x="5171009" y="4509977"/>
                    </a:cubicBezTo>
                    <a:cubicBezTo>
                      <a:pt x="4902011" y="4689885"/>
                      <a:pt x="4573146" y="4834970"/>
                      <a:pt x="4193525" y="4941184"/>
                    </a:cubicBezTo>
                    <a:cubicBezTo>
                      <a:pt x="3768208" y="5060186"/>
                      <a:pt x="3280549" y="5129553"/>
                      <a:pt x="2744130" y="5147372"/>
                    </a:cubicBezTo>
                    <a:lnTo>
                      <a:pt x="2744130" y="5147372"/>
                    </a:lnTo>
                    <a:cubicBezTo>
                      <a:pt x="2684065" y="5149312"/>
                      <a:pt x="2624732" y="5150267"/>
                      <a:pt x="2566354" y="5150267"/>
                    </a:cubicBezTo>
                    <a:close/>
                    <a:moveTo>
                      <a:pt x="218128" y="2389073"/>
                    </a:moveTo>
                    <a:cubicBezTo>
                      <a:pt x="216131" y="2389073"/>
                      <a:pt x="214135" y="2389213"/>
                      <a:pt x="212082" y="2389522"/>
                    </a:cubicBezTo>
                    <a:cubicBezTo>
                      <a:pt x="159104" y="2397364"/>
                      <a:pt x="98814" y="2504730"/>
                      <a:pt x="58490" y="2663053"/>
                    </a:cubicBezTo>
                    <a:cubicBezTo>
                      <a:pt x="11304" y="2848386"/>
                      <a:pt x="-3684" y="3072900"/>
                      <a:pt x="16310" y="3295221"/>
                    </a:cubicBezTo>
                    <a:cubicBezTo>
                      <a:pt x="66982" y="3858978"/>
                      <a:pt x="419187" y="5142763"/>
                      <a:pt x="2563121" y="5142763"/>
                    </a:cubicBezTo>
                    <a:cubicBezTo>
                      <a:pt x="2622145" y="5142763"/>
                      <a:pt x="2682181" y="5141807"/>
                      <a:pt x="2743961" y="5139812"/>
                    </a:cubicBezTo>
                    <a:lnTo>
                      <a:pt x="2743961" y="5139812"/>
                    </a:lnTo>
                    <a:cubicBezTo>
                      <a:pt x="5048236" y="5063250"/>
                      <a:pt x="5888999" y="4068314"/>
                      <a:pt x="5891952" y="3418242"/>
                    </a:cubicBezTo>
                    <a:cubicBezTo>
                      <a:pt x="5893639" y="3047154"/>
                      <a:pt x="5631081" y="2786721"/>
                      <a:pt x="5238665" y="2770138"/>
                    </a:cubicBezTo>
                    <a:cubicBezTo>
                      <a:pt x="4478016" y="2738013"/>
                      <a:pt x="4406478" y="2147077"/>
                      <a:pt x="4330751" y="1521430"/>
                    </a:cubicBezTo>
                    <a:cubicBezTo>
                      <a:pt x="4272514" y="1040249"/>
                      <a:pt x="4212281" y="542711"/>
                      <a:pt x="3839352" y="254171"/>
                    </a:cubicBezTo>
                    <a:cubicBezTo>
                      <a:pt x="3545103" y="26510"/>
                      <a:pt x="3090963" y="-42547"/>
                      <a:pt x="2450921" y="43008"/>
                    </a:cubicBezTo>
                    <a:cubicBezTo>
                      <a:pt x="1886944" y="118390"/>
                      <a:pt x="1744291" y="784144"/>
                      <a:pt x="1606333" y="1428004"/>
                    </a:cubicBezTo>
                    <a:cubicBezTo>
                      <a:pt x="1549165" y="1694818"/>
                      <a:pt x="1495147" y="1946847"/>
                      <a:pt x="1412839" y="2159275"/>
                    </a:cubicBezTo>
                    <a:cubicBezTo>
                      <a:pt x="1368550" y="2273612"/>
                      <a:pt x="1320268" y="2365238"/>
                      <a:pt x="1265265" y="2439383"/>
                    </a:cubicBezTo>
                    <a:cubicBezTo>
                      <a:pt x="1203541" y="2522606"/>
                      <a:pt x="1134844" y="2582079"/>
                      <a:pt x="1055236" y="2621175"/>
                    </a:cubicBezTo>
                    <a:cubicBezTo>
                      <a:pt x="866043" y="2714122"/>
                      <a:pt x="621314" y="2686297"/>
                      <a:pt x="307015" y="2536069"/>
                    </a:cubicBezTo>
                    <a:lnTo>
                      <a:pt x="305328" y="2535254"/>
                    </a:lnTo>
                    <a:lnTo>
                      <a:pt x="304935" y="2533398"/>
                    </a:lnTo>
                    <a:cubicBezTo>
                      <a:pt x="285503" y="2439861"/>
                      <a:pt x="254824" y="2389073"/>
                      <a:pt x="218100" y="238907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7E9F8175-528D-99E1-A0A2-675D7C3C49A6}"/>
                  </a:ext>
                </a:extLst>
              </p:cNvPr>
              <p:cNvSpPr/>
              <p:nvPr/>
            </p:nvSpPr>
            <p:spPr>
              <a:xfrm>
                <a:off x="-912663" y="808198"/>
                <a:ext cx="6002842" cy="5155710"/>
              </a:xfrm>
              <a:custGeom>
                <a:avLst/>
                <a:gdLst>
                  <a:gd name="connsiteX0" fmla="*/ 2559926 w 6002842"/>
                  <a:gd name="connsiteY0" fmla="*/ 5155654 h 5155710"/>
                  <a:gd name="connsiteX1" fmla="*/ 946422 w 6002842"/>
                  <a:gd name="connsiteY1" fmla="*/ 4843421 h 5155710"/>
                  <a:gd name="connsiteX2" fmla="*/ 145505 w 6002842"/>
                  <a:gd name="connsiteY2" fmla="*/ 4029040 h 5155710"/>
                  <a:gd name="connsiteX3" fmla="*/ 9375 w 6002842"/>
                  <a:gd name="connsiteY3" fmla="*/ 3495441 h 5155710"/>
                  <a:gd name="connsiteX4" fmla="*/ 22451 w 6002842"/>
                  <a:gd name="connsiteY4" fmla="*/ 2993490 h 5155710"/>
                  <a:gd name="connsiteX5" fmla="*/ 124133 w 6002842"/>
                  <a:gd name="connsiteY5" fmla="*/ 2591485 h 5155710"/>
                  <a:gd name="connsiteX6" fmla="*/ 254386 w 6002842"/>
                  <a:gd name="connsiteY6" fmla="*/ 2357275 h 5155710"/>
                  <a:gd name="connsiteX7" fmla="*/ 327217 w 6002842"/>
                  <a:gd name="connsiteY7" fmla="*/ 2326976 h 5155710"/>
                  <a:gd name="connsiteX8" fmla="*/ 375049 w 6002842"/>
                  <a:gd name="connsiteY8" fmla="*/ 2495867 h 5155710"/>
                  <a:gd name="connsiteX9" fmla="*/ 988827 w 6002842"/>
                  <a:gd name="connsiteY9" fmla="*/ 2596966 h 5155710"/>
                  <a:gd name="connsiteX10" fmla="*/ 1555672 w 6002842"/>
                  <a:gd name="connsiteY10" fmla="*/ 1464842 h 5155710"/>
                  <a:gd name="connsiteX11" fmla="*/ 1862997 w 6002842"/>
                  <a:gd name="connsiteY11" fmla="*/ 542898 h 5155710"/>
                  <a:gd name="connsiteX12" fmla="*/ 2112732 w 6002842"/>
                  <a:gd name="connsiteY12" fmla="*/ 210232 h 5155710"/>
                  <a:gd name="connsiteX13" fmla="*/ 2474638 w 6002842"/>
                  <a:gd name="connsiteY13" fmla="*/ 45388 h 5155710"/>
                  <a:gd name="connsiteX14" fmla="*/ 4047480 w 6002842"/>
                  <a:gd name="connsiteY14" fmla="*/ 269817 h 5155710"/>
                  <a:gd name="connsiteX15" fmla="*/ 4406884 w 6002842"/>
                  <a:gd name="connsiteY15" fmla="*/ 858280 h 5155710"/>
                  <a:gd name="connsiteX16" fmla="*/ 4509915 w 6002842"/>
                  <a:gd name="connsiteY16" fmla="*/ 1585896 h 5155710"/>
                  <a:gd name="connsiteX17" fmla="*/ 4658362 w 6002842"/>
                  <a:gd name="connsiteY17" fmla="*/ 2406180 h 5155710"/>
                  <a:gd name="connsiteX18" fmla="*/ 5268568 w 6002842"/>
                  <a:gd name="connsiteY18" fmla="*/ 2832131 h 5155710"/>
                  <a:gd name="connsiteX19" fmla="*/ 5577299 w 6002842"/>
                  <a:gd name="connsiteY19" fmla="*/ 2921734 h 5155710"/>
                  <a:gd name="connsiteX20" fmla="*/ 5812327 w 6002842"/>
                  <a:gd name="connsiteY20" fmla="*/ 3095656 h 5155710"/>
                  <a:gd name="connsiteX21" fmla="*/ 6002109 w 6002842"/>
                  <a:gd name="connsiteY21" fmla="*/ 3616748 h 5155710"/>
                  <a:gd name="connsiteX22" fmla="*/ 5813930 w 6002842"/>
                  <a:gd name="connsiteY22" fmla="*/ 4119879 h 5155710"/>
                  <a:gd name="connsiteX23" fmla="*/ 5251274 w 6002842"/>
                  <a:gd name="connsiteY23" fmla="*/ 4600638 h 5155710"/>
                  <a:gd name="connsiteX24" fmla="*/ 4251829 w 6002842"/>
                  <a:gd name="connsiteY24" fmla="*/ 4973441 h 5155710"/>
                  <a:gd name="connsiteX25" fmla="*/ 2752774 w 6002842"/>
                  <a:gd name="connsiteY25" fmla="*/ 5152815 h 5155710"/>
                  <a:gd name="connsiteX26" fmla="*/ 2752774 w 6002842"/>
                  <a:gd name="connsiteY26" fmla="*/ 5152815 h 5155710"/>
                  <a:gd name="connsiteX27" fmla="*/ 2559954 w 6002842"/>
                  <a:gd name="connsiteY27" fmla="*/ 5155710 h 5155710"/>
                  <a:gd name="connsiteX28" fmla="*/ 312988 w 6002842"/>
                  <a:gd name="connsiteY28" fmla="*/ 2331276 h 5155710"/>
                  <a:gd name="connsiteX29" fmla="*/ 259475 w 6002842"/>
                  <a:gd name="connsiteY29" fmla="*/ 2362222 h 5155710"/>
                  <a:gd name="connsiteX30" fmla="*/ 130770 w 6002842"/>
                  <a:gd name="connsiteY30" fmla="*/ 2594014 h 5155710"/>
                  <a:gd name="connsiteX31" fmla="*/ 29481 w 6002842"/>
                  <a:gd name="connsiteY31" fmla="*/ 2994530 h 5155710"/>
                  <a:gd name="connsiteX32" fmla="*/ 152028 w 6002842"/>
                  <a:gd name="connsiteY32" fmla="*/ 4026229 h 5155710"/>
                  <a:gd name="connsiteX33" fmla="*/ 2560207 w 6002842"/>
                  <a:gd name="connsiteY33" fmla="*/ 5148599 h 5155710"/>
                  <a:gd name="connsiteX34" fmla="*/ 2752549 w 6002842"/>
                  <a:gd name="connsiteY34" fmla="*/ 5145704 h 5155710"/>
                  <a:gd name="connsiteX35" fmla="*/ 2752549 w 6002842"/>
                  <a:gd name="connsiteY35" fmla="*/ 5145704 h 5155710"/>
                  <a:gd name="connsiteX36" fmla="*/ 5247731 w 6002842"/>
                  <a:gd name="connsiteY36" fmla="*/ 4594455 h 5155710"/>
                  <a:gd name="connsiteX37" fmla="*/ 5994995 w 6002842"/>
                  <a:gd name="connsiteY37" fmla="*/ 3616439 h 5155710"/>
                  <a:gd name="connsiteX38" fmla="*/ 5267725 w 6002842"/>
                  <a:gd name="connsiteY38" fmla="*/ 2839186 h 5155710"/>
                  <a:gd name="connsiteX39" fmla="*/ 4502829 w 6002842"/>
                  <a:gd name="connsiteY39" fmla="*/ 1586487 h 5155710"/>
                  <a:gd name="connsiteX40" fmla="*/ 4043037 w 6002842"/>
                  <a:gd name="connsiteY40" fmla="*/ 275354 h 5155710"/>
                  <a:gd name="connsiteX41" fmla="*/ 2475622 w 6002842"/>
                  <a:gd name="connsiteY41" fmla="*/ 52415 h 5155710"/>
                  <a:gd name="connsiteX42" fmla="*/ 1869296 w 6002842"/>
                  <a:gd name="connsiteY42" fmla="*/ 546159 h 5155710"/>
                  <a:gd name="connsiteX43" fmla="*/ 1562534 w 6002842"/>
                  <a:gd name="connsiteY43" fmla="*/ 1466613 h 5155710"/>
                  <a:gd name="connsiteX44" fmla="*/ 991611 w 6002842"/>
                  <a:gd name="connsiteY44" fmla="*/ 2603486 h 5155710"/>
                  <a:gd name="connsiteX45" fmla="*/ 369734 w 6002842"/>
                  <a:gd name="connsiteY45" fmla="*/ 2501067 h 5155710"/>
                  <a:gd name="connsiteX46" fmla="*/ 367878 w 6002842"/>
                  <a:gd name="connsiteY46" fmla="*/ 2500055 h 5155710"/>
                  <a:gd name="connsiteX47" fmla="*/ 367878 w 6002842"/>
                  <a:gd name="connsiteY47" fmla="*/ 2497947 h 5155710"/>
                  <a:gd name="connsiteX48" fmla="*/ 324461 w 6002842"/>
                  <a:gd name="connsiteY48" fmla="*/ 2333553 h 5155710"/>
                  <a:gd name="connsiteX49" fmla="*/ 312932 w 6002842"/>
                  <a:gd name="connsiteY49" fmla="*/ 2331333 h 5155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6002842" h="5155710">
                    <a:moveTo>
                      <a:pt x="2559926" y="5155654"/>
                    </a:moveTo>
                    <a:cubicBezTo>
                      <a:pt x="1901578" y="5155654"/>
                      <a:pt x="1359506" y="5050845"/>
                      <a:pt x="946422" y="4843421"/>
                    </a:cubicBezTo>
                    <a:cubicBezTo>
                      <a:pt x="568825" y="4653815"/>
                      <a:pt x="299350" y="4379807"/>
                      <a:pt x="145505" y="4029040"/>
                    </a:cubicBezTo>
                    <a:cubicBezTo>
                      <a:pt x="73658" y="3865236"/>
                      <a:pt x="27850" y="3685693"/>
                      <a:pt x="9375" y="3495441"/>
                    </a:cubicBezTo>
                    <a:cubicBezTo>
                      <a:pt x="-6569" y="3331412"/>
                      <a:pt x="-2154" y="3162521"/>
                      <a:pt x="22451" y="2993490"/>
                    </a:cubicBezTo>
                    <a:cubicBezTo>
                      <a:pt x="43372" y="2849838"/>
                      <a:pt x="78522" y="2710824"/>
                      <a:pt x="124133" y="2591485"/>
                    </a:cubicBezTo>
                    <a:cubicBezTo>
                      <a:pt x="165020" y="2484540"/>
                      <a:pt x="211278" y="2401346"/>
                      <a:pt x="254386" y="2357275"/>
                    </a:cubicBezTo>
                    <a:cubicBezTo>
                      <a:pt x="281887" y="2329168"/>
                      <a:pt x="307083" y="2318685"/>
                      <a:pt x="327217" y="2326976"/>
                    </a:cubicBezTo>
                    <a:cubicBezTo>
                      <a:pt x="358964" y="2340046"/>
                      <a:pt x="375499" y="2398423"/>
                      <a:pt x="375049" y="2495867"/>
                    </a:cubicBezTo>
                    <a:cubicBezTo>
                      <a:pt x="625402" y="2633841"/>
                      <a:pt x="826180" y="2666922"/>
                      <a:pt x="988827" y="2596966"/>
                    </a:cubicBezTo>
                    <a:cubicBezTo>
                      <a:pt x="1297023" y="2464416"/>
                      <a:pt x="1422664" y="1978879"/>
                      <a:pt x="1555672" y="1464842"/>
                    </a:cubicBezTo>
                    <a:cubicBezTo>
                      <a:pt x="1639414" y="1141226"/>
                      <a:pt x="1725996" y="806564"/>
                      <a:pt x="1862997" y="542898"/>
                    </a:cubicBezTo>
                    <a:cubicBezTo>
                      <a:pt x="1937122" y="400231"/>
                      <a:pt x="2018810" y="291431"/>
                      <a:pt x="2112732" y="210232"/>
                    </a:cubicBezTo>
                    <a:cubicBezTo>
                      <a:pt x="2217367" y="119814"/>
                      <a:pt x="2339127" y="64332"/>
                      <a:pt x="2474638" y="45388"/>
                    </a:cubicBezTo>
                    <a:cubicBezTo>
                      <a:pt x="3215181" y="-58240"/>
                      <a:pt x="3729666" y="15174"/>
                      <a:pt x="4047480" y="269817"/>
                    </a:cubicBezTo>
                    <a:cubicBezTo>
                      <a:pt x="4218169" y="406583"/>
                      <a:pt x="4335711" y="599055"/>
                      <a:pt x="4406884" y="858280"/>
                    </a:cubicBezTo>
                    <a:cubicBezTo>
                      <a:pt x="4469816" y="1087515"/>
                      <a:pt x="4490204" y="1340893"/>
                      <a:pt x="4509915" y="1585896"/>
                    </a:cubicBezTo>
                    <a:cubicBezTo>
                      <a:pt x="4534493" y="1891384"/>
                      <a:pt x="4557692" y="2179924"/>
                      <a:pt x="4658362" y="2406180"/>
                    </a:cubicBezTo>
                    <a:cubicBezTo>
                      <a:pt x="4771489" y="2660458"/>
                      <a:pt x="4965377" y="2795818"/>
                      <a:pt x="5268568" y="2832131"/>
                    </a:cubicBezTo>
                    <a:cubicBezTo>
                      <a:pt x="5379727" y="2845454"/>
                      <a:pt x="5483603" y="2875584"/>
                      <a:pt x="5577299" y="2921734"/>
                    </a:cubicBezTo>
                    <a:cubicBezTo>
                      <a:pt x="5667958" y="2966367"/>
                      <a:pt x="5747032" y="3024885"/>
                      <a:pt x="5812327" y="3095656"/>
                    </a:cubicBezTo>
                    <a:cubicBezTo>
                      <a:pt x="5943339" y="3237678"/>
                      <a:pt x="6010714" y="3422730"/>
                      <a:pt x="6002109" y="3616748"/>
                    </a:cubicBezTo>
                    <a:cubicBezTo>
                      <a:pt x="5994602" y="3785583"/>
                      <a:pt x="5929531" y="3959561"/>
                      <a:pt x="5813930" y="4119879"/>
                    </a:cubicBezTo>
                    <a:cubicBezTo>
                      <a:pt x="5684577" y="4299254"/>
                      <a:pt x="5495272" y="4460978"/>
                      <a:pt x="5251274" y="4600638"/>
                    </a:cubicBezTo>
                    <a:cubicBezTo>
                      <a:pt x="4979212" y="4756348"/>
                      <a:pt x="4642952" y="4881786"/>
                      <a:pt x="4251829" y="4973441"/>
                    </a:cubicBezTo>
                    <a:cubicBezTo>
                      <a:pt x="3817064" y="5075354"/>
                      <a:pt x="3312729" y="5135699"/>
                      <a:pt x="2752774" y="5152815"/>
                    </a:cubicBezTo>
                    <a:lnTo>
                      <a:pt x="2752774" y="5152815"/>
                    </a:lnTo>
                    <a:cubicBezTo>
                      <a:pt x="2687451" y="5154755"/>
                      <a:pt x="2623140" y="5155710"/>
                      <a:pt x="2559954" y="5155710"/>
                    </a:cubicBezTo>
                    <a:close/>
                    <a:moveTo>
                      <a:pt x="312988" y="2331276"/>
                    </a:moveTo>
                    <a:cubicBezTo>
                      <a:pt x="297719" y="2331276"/>
                      <a:pt x="279469" y="2341760"/>
                      <a:pt x="259475" y="2362222"/>
                    </a:cubicBezTo>
                    <a:cubicBezTo>
                      <a:pt x="217014" y="2405618"/>
                      <a:pt x="171319" y="2487941"/>
                      <a:pt x="130770" y="2594014"/>
                    </a:cubicBezTo>
                    <a:cubicBezTo>
                      <a:pt x="85356" y="2712876"/>
                      <a:pt x="50318" y="2851356"/>
                      <a:pt x="29481" y="2994530"/>
                    </a:cubicBezTo>
                    <a:cubicBezTo>
                      <a:pt x="-8031" y="3252209"/>
                      <a:pt x="-17226" y="3640357"/>
                      <a:pt x="152028" y="4026229"/>
                    </a:cubicBezTo>
                    <a:cubicBezTo>
                      <a:pt x="379323" y="4544454"/>
                      <a:pt x="983090" y="5148599"/>
                      <a:pt x="2560207" y="5148599"/>
                    </a:cubicBezTo>
                    <a:cubicBezTo>
                      <a:pt x="2622859" y="5148599"/>
                      <a:pt x="2686776" y="5147644"/>
                      <a:pt x="2752549" y="5145704"/>
                    </a:cubicBezTo>
                    <a:lnTo>
                      <a:pt x="2752549" y="5145704"/>
                    </a:lnTo>
                    <a:cubicBezTo>
                      <a:pt x="3811327" y="5113326"/>
                      <a:pt x="4674137" y="4922709"/>
                      <a:pt x="5247731" y="4594455"/>
                    </a:cubicBezTo>
                    <a:cubicBezTo>
                      <a:pt x="5876103" y="4234834"/>
                      <a:pt x="5985631" y="3827349"/>
                      <a:pt x="5994995" y="3616439"/>
                    </a:cubicBezTo>
                    <a:cubicBezTo>
                      <a:pt x="6012936" y="3212269"/>
                      <a:pt x="5713878" y="2892644"/>
                      <a:pt x="5267725" y="2839186"/>
                    </a:cubicBezTo>
                    <a:cubicBezTo>
                      <a:pt x="4597144" y="2758858"/>
                      <a:pt x="4551337" y="2189396"/>
                      <a:pt x="4502829" y="1586487"/>
                    </a:cubicBezTo>
                    <a:cubicBezTo>
                      <a:pt x="4462983" y="1091084"/>
                      <a:pt x="4421787" y="578818"/>
                      <a:pt x="4043037" y="275354"/>
                    </a:cubicBezTo>
                    <a:cubicBezTo>
                      <a:pt x="3726826" y="21976"/>
                      <a:pt x="3214112" y="-50932"/>
                      <a:pt x="2475622" y="52415"/>
                    </a:cubicBezTo>
                    <a:cubicBezTo>
                      <a:pt x="2221782" y="87941"/>
                      <a:pt x="2023450" y="249440"/>
                      <a:pt x="1869296" y="546159"/>
                    </a:cubicBezTo>
                    <a:cubicBezTo>
                      <a:pt x="1732660" y="809122"/>
                      <a:pt x="1646191" y="1143390"/>
                      <a:pt x="1562534" y="1466613"/>
                    </a:cubicBezTo>
                    <a:cubicBezTo>
                      <a:pt x="1429075" y="1982392"/>
                      <a:pt x="1303013" y="2469560"/>
                      <a:pt x="991611" y="2603486"/>
                    </a:cubicBezTo>
                    <a:cubicBezTo>
                      <a:pt x="826433" y="2674539"/>
                      <a:pt x="623012" y="2641008"/>
                      <a:pt x="369734" y="2501067"/>
                    </a:cubicBezTo>
                    <a:lnTo>
                      <a:pt x="367878" y="2500055"/>
                    </a:lnTo>
                    <a:lnTo>
                      <a:pt x="367878" y="2497947"/>
                    </a:lnTo>
                    <a:cubicBezTo>
                      <a:pt x="368553" y="2403735"/>
                      <a:pt x="353144" y="2345358"/>
                      <a:pt x="324461" y="2333553"/>
                    </a:cubicBezTo>
                    <a:cubicBezTo>
                      <a:pt x="320833" y="2332063"/>
                      <a:pt x="316981" y="2331333"/>
                      <a:pt x="312932" y="2331333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769CD3A7-D1C5-F65C-7FB9-CC28AF806D9F}"/>
                  </a:ext>
                </a:extLst>
              </p:cNvPr>
              <p:cNvSpPr/>
              <p:nvPr/>
            </p:nvSpPr>
            <p:spPr>
              <a:xfrm>
                <a:off x="-961283" y="842736"/>
                <a:ext cx="6115040" cy="5158047"/>
              </a:xfrm>
              <a:custGeom>
                <a:avLst/>
                <a:gdLst>
                  <a:gd name="connsiteX0" fmla="*/ 2581411 w 6115040"/>
                  <a:gd name="connsiteY0" fmla="*/ 5158048 h 5158047"/>
                  <a:gd name="connsiteX1" fmla="*/ 888326 w 6115040"/>
                  <a:gd name="connsiteY1" fmla="*/ 4849243 h 5158047"/>
                  <a:gd name="connsiteX2" fmla="*/ 101498 w 6115040"/>
                  <a:gd name="connsiteY2" fmla="*/ 4038263 h 5158047"/>
                  <a:gd name="connsiteX3" fmla="*/ 40 w 6115040"/>
                  <a:gd name="connsiteY3" fmla="*/ 3476305 h 5158047"/>
                  <a:gd name="connsiteX4" fmla="*/ 67078 w 6115040"/>
                  <a:gd name="connsiteY4" fmla="*/ 2946585 h 5158047"/>
                  <a:gd name="connsiteX5" fmla="*/ 221655 w 6115040"/>
                  <a:gd name="connsiteY5" fmla="*/ 2525524 h 5158047"/>
                  <a:gd name="connsiteX6" fmla="*/ 383402 w 6115040"/>
                  <a:gd name="connsiteY6" fmla="*/ 2289150 h 5158047"/>
                  <a:gd name="connsiteX7" fmla="*/ 451593 w 6115040"/>
                  <a:gd name="connsiteY7" fmla="*/ 2267170 h 5158047"/>
                  <a:gd name="connsiteX8" fmla="*/ 465006 w 6115040"/>
                  <a:gd name="connsiteY8" fmla="*/ 2458659 h 5158047"/>
                  <a:gd name="connsiteX9" fmla="*/ 957136 w 6115040"/>
                  <a:gd name="connsiteY9" fmla="*/ 2573698 h 5158047"/>
                  <a:gd name="connsiteX10" fmla="*/ 1293847 w 6115040"/>
                  <a:gd name="connsiteY10" fmla="*/ 2190496 h 5158047"/>
                  <a:gd name="connsiteX11" fmla="*/ 1533233 w 6115040"/>
                  <a:gd name="connsiteY11" fmla="*/ 1506135 h 5158047"/>
                  <a:gd name="connsiteX12" fmla="*/ 1887125 w 6115040"/>
                  <a:gd name="connsiteY12" fmla="*/ 567018 h 5158047"/>
                  <a:gd name="connsiteX13" fmla="*/ 2155082 w 6115040"/>
                  <a:gd name="connsiteY13" fmla="*/ 223643 h 5158047"/>
                  <a:gd name="connsiteX14" fmla="*/ 2526464 w 6115040"/>
                  <a:gd name="connsiteY14" fmla="*/ 52223 h 5158047"/>
                  <a:gd name="connsiteX15" fmla="*/ 3602227 w 6115040"/>
                  <a:gd name="connsiteY15" fmla="*/ 31396 h 5158047"/>
                  <a:gd name="connsiteX16" fmla="*/ 3968351 w 6115040"/>
                  <a:gd name="connsiteY16" fmla="*/ 134630 h 5158047"/>
                  <a:gd name="connsiteX17" fmla="*/ 4239513 w 6115040"/>
                  <a:gd name="connsiteY17" fmla="*/ 298771 h 5158047"/>
                  <a:gd name="connsiteX18" fmla="*/ 4611852 w 6115040"/>
                  <a:gd name="connsiteY18" fmla="*/ 957781 h 5158047"/>
                  <a:gd name="connsiteX19" fmla="*/ 4688845 w 6115040"/>
                  <a:gd name="connsiteY19" fmla="*/ 1754089 h 5158047"/>
                  <a:gd name="connsiteX20" fmla="*/ 4790696 w 6115040"/>
                  <a:gd name="connsiteY20" fmla="*/ 2548796 h 5158047"/>
                  <a:gd name="connsiteX21" fmla="*/ 5324641 w 6115040"/>
                  <a:gd name="connsiteY21" fmla="*/ 2898664 h 5158047"/>
                  <a:gd name="connsiteX22" fmla="*/ 5325231 w 6115040"/>
                  <a:gd name="connsiteY22" fmla="*/ 2898664 h 5158047"/>
                  <a:gd name="connsiteX23" fmla="*/ 5325793 w 6115040"/>
                  <a:gd name="connsiteY23" fmla="*/ 2898888 h 5158047"/>
                  <a:gd name="connsiteX24" fmla="*/ 5926664 w 6115040"/>
                  <a:gd name="connsiteY24" fmla="*/ 3336616 h 5158047"/>
                  <a:gd name="connsiteX25" fmla="*/ 6083996 w 6115040"/>
                  <a:gd name="connsiteY25" fmla="*/ 3633026 h 5158047"/>
                  <a:gd name="connsiteX26" fmla="*/ 6104889 w 6115040"/>
                  <a:gd name="connsiteY26" fmla="*/ 3952792 h 5158047"/>
                  <a:gd name="connsiteX27" fmla="*/ 5290756 w 6115040"/>
                  <a:gd name="connsiteY27" fmla="*/ 4741174 h 5158047"/>
                  <a:gd name="connsiteX28" fmla="*/ 2788431 w 6115040"/>
                  <a:gd name="connsiteY28" fmla="*/ 5155153 h 5158047"/>
                  <a:gd name="connsiteX29" fmla="*/ 2788431 w 6115040"/>
                  <a:gd name="connsiteY29" fmla="*/ 5155153 h 5158047"/>
                  <a:gd name="connsiteX30" fmla="*/ 2581495 w 6115040"/>
                  <a:gd name="connsiteY30" fmla="*/ 5158048 h 5158047"/>
                  <a:gd name="connsiteX31" fmla="*/ 435846 w 6115040"/>
                  <a:gd name="connsiteY31" fmla="*/ 2269756 h 5158047"/>
                  <a:gd name="connsiteX32" fmla="*/ 387676 w 6115040"/>
                  <a:gd name="connsiteY32" fmla="*/ 2294209 h 5158047"/>
                  <a:gd name="connsiteX33" fmla="*/ 73490 w 6115040"/>
                  <a:gd name="connsiteY33" fmla="*/ 2948243 h 5158047"/>
                  <a:gd name="connsiteX34" fmla="*/ 107656 w 6115040"/>
                  <a:gd name="connsiteY34" fmla="*/ 4035930 h 5158047"/>
                  <a:gd name="connsiteX35" fmla="*/ 891223 w 6115040"/>
                  <a:gd name="connsiteY35" fmla="*/ 4843341 h 5158047"/>
                  <a:gd name="connsiteX36" fmla="*/ 2788178 w 6115040"/>
                  <a:gd name="connsiteY36" fmla="*/ 5148576 h 5158047"/>
                  <a:gd name="connsiteX37" fmla="*/ 2788178 w 6115040"/>
                  <a:gd name="connsiteY37" fmla="*/ 5148576 h 5158047"/>
                  <a:gd name="connsiteX38" fmla="*/ 5288113 w 6115040"/>
                  <a:gd name="connsiteY38" fmla="*/ 4735104 h 5158047"/>
                  <a:gd name="connsiteX39" fmla="*/ 6098309 w 6115040"/>
                  <a:gd name="connsiteY39" fmla="*/ 3951639 h 5158047"/>
                  <a:gd name="connsiteX40" fmla="*/ 5921377 w 6115040"/>
                  <a:gd name="connsiteY40" fmla="*/ 3340692 h 5158047"/>
                  <a:gd name="connsiteX41" fmla="*/ 5323825 w 6115040"/>
                  <a:gd name="connsiteY41" fmla="*/ 2905297 h 5158047"/>
                  <a:gd name="connsiteX42" fmla="*/ 4972324 w 6115040"/>
                  <a:gd name="connsiteY42" fmla="*/ 2805098 h 5158047"/>
                  <a:gd name="connsiteX43" fmla="*/ 4784453 w 6115040"/>
                  <a:gd name="connsiteY43" fmla="*/ 2551269 h 5158047"/>
                  <a:gd name="connsiteX44" fmla="*/ 4682152 w 6115040"/>
                  <a:gd name="connsiteY44" fmla="*/ 1754370 h 5158047"/>
                  <a:gd name="connsiteX45" fmla="*/ 4235211 w 6115040"/>
                  <a:gd name="connsiteY45" fmla="*/ 303915 h 5158047"/>
                  <a:gd name="connsiteX46" fmla="*/ 2527364 w 6115040"/>
                  <a:gd name="connsiteY46" fmla="*/ 58856 h 5158047"/>
                  <a:gd name="connsiteX47" fmla="*/ 1892833 w 6115040"/>
                  <a:gd name="connsiteY47" fmla="*/ 570335 h 5158047"/>
                  <a:gd name="connsiteX48" fmla="*/ 1539504 w 6115040"/>
                  <a:gd name="connsiteY48" fmla="*/ 1508159 h 5158047"/>
                  <a:gd name="connsiteX49" fmla="*/ 1299780 w 6115040"/>
                  <a:gd name="connsiteY49" fmla="*/ 2193419 h 5158047"/>
                  <a:gd name="connsiteX50" fmla="*/ 1149703 w 6115040"/>
                  <a:gd name="connsiteY50" fmla="*/ 2439153 h 5158047"/>
                  <a:gd name="connsiteX51" fmla="*/ 959330 w 6115040"/>
                  <a:gd name="connsiteY51" fmla="*/ 2579994 h 5158047"/>
                  <a:gd name="connsiteX52" fmla="*/ 834533 w 6115040"/>
                  <a:gd name="connsiteY52" fmla="*/ 2601524 h 5158047"/>
                  <a:gd name="connsiteX53" fmla="*/ 459495 w 6115040"/>
                  <a:gd name="connsiteY53" fmla="*/ 2463072 h 5158047"/>
                  <a:gd name="connsiteX54" fmla="*/ 457667 w 6115040"/>
                  <a:gd name="connsiteY54" fmla="*/ 2461863 h 5158047"/>
                  <a:gd name="connsiteX55" fmla="*/ 458061 w 6115040"/>
                  <a:gd name="connsiteY55" fmla="*/ 2459699 h 5158047"/>
                  <a:gd name="connsiteX56" fmla="*/ 448247 w 6115040"/>
                  <a:gd name="connsiteY56" fmla="*/ 2272988 h 5158047"/>
                  <a:gd name="connsiteX57" fmla="*/ 435846 w 6115040"/>
                  <a:gd name="connsiteY57" fmla="*/ 2269812 h 5158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115040" h="5158047">
                    <a:moveTo>
                      <a:pt x="2581411" y="5158048"/>
                    </a:moveTo>
                    <a:cubicBezTo>
                      <a:pt x="1879448" y="5158048"/>
                      <a:pt x="1310578" y="5054392"/>
                      <a:pt x="888326" y="4849243"/>
                    </a:cubicBezTo>
                    <a:cubicBezTo>
                      <a:pt x="500944" y="4661043"/>
                      <a:pt x="236221" y="4388187"/>
                      <a:pt x="101498" y="4038263"/>
                    </a:cubicBezTo>
                    <a:cubicBezTo>
                      <a:pt x="35528" y="3866871"/>
                      <a:pt x="1390" y="3677799"/>
                      <a:pt x="40" y="3476305"/>
                    </a:cubicBezTo>
                    <a:cubicBezTo>
                      <a:pt x="-1085" y="3303985"/>
                      <a:pt x="21468" y="3125791"/>
                      <a:pt x="67078" y="2946585"/>
                    </a:cubicBezTo>
                    <a:cubicBezTo>
                      <a:pt x="115445" y="2756642"/>
                      <a:pt x="177815" y="2612766"/>
                      <a:pt x="221655" y="2525524"/>
                    </a:cubicBezTo>
                    <a:cubicBezTo>
                      <a:pt x="276573" y="2416218"/>
                      <a:pt x="335513" y="2330044"/>
                      <a:pt x="383402" y="2289150"/>
                    </a:cubicBezTo>
                    <a:cubicBezTo>
                      <a:pt x="411437" y="2265203"/>
                      <a:pt x="435002" y="2257614"/>
                      <a:pt x="451593" y="2267170"/>
                    </a:cubicBezTo>
                    <a:cubicBezTo>
                      <a:pt x="480388" y="2283781"/>
                      <a:pt x="485000" y="2350000"/>
                      <a:pt x="465006" y="2458659"/>
                    </a:cubicBezTo>
                    <a:cubicBezTo>
                      <a:pt x="659007" y="2585700"/>
                      <a:pt x="819995" y="2623334"/>
                      <a:pt x="957136" y="2573698"/>
                    </a:cubicBezTo>
                    <a:cubicBezTo>
                      <a:pt x="1086180" y="2527014"/>
                      <a:pt x="1193177" y="2405257"/>
                      <a:pt x="1293847" y="2190496"/>
                    </a:cubicBezTo>
                    <a:cubicBezTo>
                      <a:pt x="1383606" y="1999008"/>
                      <a:pt x="1456297" y="1759598"/>
                      <a:pt x="1533233" y="1506135"/>
                    </a:cubicBezTo>
                    <a:cubicBezTo>
                      <a:pt x="1632891" y="1177825"/>
                      <a:pt x="1735951" y="838329"/>
                      <a:pt x="1887125" y="567018"/>
                    </a:cubicBezTo>
                    <a:cubicBezTo>
                      <a:pt x="1969039" y="419994"/>
                      <a:pt x="2056689" y="307681"/>
                      <a:pt x="2155082" y="223643"/>
                    </a:cubicBezTo>
                    <a:cubicBezTo>
                      <a:pt x="2264947" y="129824"/>
                      <a:pt x="2389884" y="72150"/>
                      <a:pt x="2526464" y="52223"/>
                    </a:cubicBezTo>
                    <a:cubicBezTo>
                      <a:pt x="2949812" y="-9555"/>
                      <a:pt x="3311746" y="-16554"/>
                      <a:pt x="3602227" y="31396"/>
                    </a:cubicBezTo>
                    <a:cubicBezTo>
                      <a:pt x="3737401" y="53712"/>
                      <a:pt x="3860595" y="88452"/>
                      <a:pt x="3968351" y="134630"/>
                    </a:cubicBezTo>
                    <a:cubicBezTo>
                      <a:pt x="4070090" y="178251"/>
                      <a:pt x="4161311" y="233452"/>
                      <a:pt x="4239513" y="298771"/>
                    </a:cubicBezTo>
                    <a:cubicBezTo>
                      <a:pt x="4423419" y="452316"/>
                      <a:pt x="4545207" y="667892"/>
                      <a:pt x="4611852" y="957781"/>
                    </a:cubicBezTo>
                    <a:cubicBezTo>
                      <a:pt x="4670426" y="1212565"/>
                      <a:pt x="4679790" y="1487866"/>
                      <a:pt x="4688845" y="1754089"/>
                    </a:cubicBezTo>
                    <a:cubicBezTo>
                      <a:pt x="4699081" y="2055136"/>
                      <a:pt x="4708754" y="2339460"/>
                      <a:pt x="4790696" y="2548796"/>
                    </a:cubicBezTo>
                    <a:cubicBezTo>
                      <a:pt x="4881917" y="2781825"/>
                      <a:pt x="5051566" y="2892986"/>
                      <a:pt x="5324641" y="2898664"/>
                    </a:cubicBezTo>
                    <a:lnTo>
                      <a:pt x="5325231" y="2898664"/>
                    </a:lnTo>
                    <a:cubicBezTo>
                      <a:pt x="5325231" y="2898664"/>
                      <a:pt x="5325793" y="2898888"/>
                      <a:pt x="5325793" y="2898888"/>
                    </a:cubicBezTo>
                    <a:cubicBezTo>
                      <a:pt x="5570101" y="2996530"/>
                      <a:pt x="5783504" y="3151958"/>
                      <a:pt x="5926664" y="3336616"/>
                    </a:cubicBezTo>
                    <a:cubicBezTo>
                      <a:pt x="6000311" y="3431588"/>
                      <a:pt x="6053233" y="3531309"/>
                      <a:pt x="6083996" y="3633026"/>
                    </a:cubicBezTo>
                    <a:cubicBezTo>
                      <a:pt x="6116503" y="3740448"/>
                      <a:pt x="6123505" y="3848011"/>
                      <a:pt x="6104889" y="3952792"/>
                    </a:cubicBezTo>
                    <a:cubicBezTo>
                      <a:pt x="6049099" y="4266431"/>
                      <a:pt x="5767561" y="4539034"/>
                      <a:pt x="5290756" y="4741174"/>
                    </a:cubicBezTo>
                    <a:cubicBezTo>
                      <a:pt x="4715334" y="4985109"/>
                      <a:pt x="3873445" y="5124405"/>
                      <a:pt x="2788431" y="5155153"/>
                    </a:cubicBezTo>
                    <a:lnTo>
                      <a:pt x="2788431" y="5155153"/>
                    </a:lnTo>
                    <a:cubicBezTo>
                      <a:pt x="2718215" y="5157092"/>
                      <a:pt x="2649236" y="5158048"/>
                      <a:pt x="2581495" y="5158048"/>
                    </a:cubicBezTo>
                    <a:close/>
                    <a:moveTo>
                      <a:pt x="435846" y="2269756"/>
                    </a:moveTo>
                    <a:cubicBezTo>
                      <a:pt x="420070" y="2269756"/>
                      <a:pt x="401680" y="2282236"/>
                      <a:pt x="387676" y="2294209"/>
                    </a:cubicBezTo>
                    <a:cubicBezTo>
                      <a:pt x="296201" y="2372344"/>
                      <a:pt x="154982" y="2628140"/>
                      <a:pt x="73490" y="2948243"/>
                    </a:cubicBezTo>
                    <a:cubicBezTo>
                      <a:pt x="3639" y="3222561"/>
                      <a:pt x="-47117" y="3633925"/>
                      <a:pt x="107656" y="4035930"/>
                    </a:cubicBezTo>
                    <a:cubicBezTo>
                      <a:pt x="241761" y="4384252"/>
                      <a:pt x="505387" y="4655900"/>
                      <a:pt x="891223" y="4843341"/>
                    </a:cubicBezTo>
                    <a:cubicBezTo>
                      <a:pt x="1353264" y="5067798"/>
                      <a:pt x="1991479" y="5170499"/>
                      <a:pt x="2788178" y="5148576"/>
                    </a:cubicBezTo>
                    <a:lnTo>
                      <a:pt x="2788178" y="5148576"/>
                    </a:lnTo>
                    <a:cubicBezTo>
                      <a:pt x="3872349" y="5117856"/>
                      <a:pt x="4713450" y="4978729"/>
                      <a:pt x="5288113" y="4735104"/>
                    </a:cubicBezTo>
                    <a:cubicBezTo>
                      <a:pt x="5762752" y="4533890"/>
                      <a:pt x="6042912" y="4262974"/>
                      <a:pt x="6098309" y="3951639"/>
                    </a:cubicBezTo>
                    <a:cubicBezTo>
                      <a:pt x="6134556" y="3747953"/>
                      <a:pt x="6073367" y="3536706"/>
                      <a:pt x="5921377" y="3340692"/>
                    </a:cubicBezTo>
                    <a:cubicBezTo>
                      <a:pt x="5779034" y="3157129"/>
                      <a:pt x="5566839" y="3002488"/>
                      <a:pt x="5323825" y="2905297"/>
                    </a:cubicBezTo>
                    <a:cubicBezTo>
                      <a:pt x="5178529" y="2902205"/>
                      <a:pt x="5063517" y="2869405"/>
                      <a:pt x="4972324" y="2805098"/>
                    </a:cubicBezTo>
                    <a:cubicBezTo>
                      <a:pt x="4890044" y="2747058"/>
                      <a:pt x="4828573" y="2664032"/>
                      <a:pt x="4784453" y="2551269"/>
                    </a:cubicBezTo>
                    <a:cubicBezTo>
                      <a:pt x="4702117" y="2340893"/>
                      <a:pt x="4692416" y="2056008"/>
                      <a:pt x="4682152" y="1754370"/>
                    </a:cubicBezTo>
                    <a:cubicBezTo>
                      <a:pt x="4664465" y="1234656"/>
                      <a:pt x="4644443" y="645604"/>
                      <a:pt x="4235211" y="303915"/>
                    </a:cubicBezTo>
                    <a:cubicBezTo>
                      <a:pt x="3896139" y="20800"/>
                      <a:pt x="3337504" y="-59360"/>
                      <a:pt x="2527364" y="58856"/>
                    </a:cubicBezTo>
                    <a:cubicBezTo>
                      <a:pt x="2271358" y="96209"/>
                      <a:pt x="2063804" y="263526"/>
                      <a:pt x="1892833" y="570335"/>
                    </a:cubicBezTo>
                    <a:cubicBezTo>
                      <a:pt x="1741997" y="841055"/>
                      <a:pt x="1639049" y="1180186"/>
                      <a:pt x="1539504" y="1508159"/>
                    </a:cubicBezTo>
                    <a:cubicBezTo>
                      <a:pt x="1462483" y="1761875"/>
                      <a:pt x="1389736" y="2001509"/>
                      <a:pt x="1299780" y="2193419"/>
                    </a:cubicBezTo>
                    <a:cubicBezTo>
                      <a:pt x="1251498" y="2296401"/>
                      <a:pt x="1202400" y="2376785"/>
                      <a:pt x="1149703" y="2439153"/>
                    </a:cubicBezTo>
                    <a:cubicBezTo>
                      <a:pt x="1090763" y="2508913"/>
                      <a:pt x="1028505" y="2554979"/>
                      <a:pt x="959330" y="2579994"/>
                    </a:cubicBezTo>
                    <a:cubicBezTo>
                      <a:pt x="919737" y="2594328"/>
                      <a:pt x="878175" y="2601524"/>
                      <a:pt x="834533" y="2601524"/>
                    </a:cubicBezTo>
                    <a:cubicBezTo>
                      <a:pt x="724246" y="2601524"/>
                      <a:pt x="600405" y="2555654"/>
                      <a:pt x="459495" y="2463072"/>
                    </a:cubicBezTo>
                    <a:lnTo>
                      <a:pt x="457667" y="2461863"/>
                    </a:lnTo>
                    <a:lnTo>
                      <a:pt x="458061" y="2459699"/>
                    </a:lnTo>
                    <a:cubicBezTo>
                      <a:pt x="484550" y="2317453"/>
                      <a:pt x="463291" y="2281673"/>
                      <a:pt x="448247" y="2272988"/>
                    </a:cubicBezTo>
                    <a:cubicBezTo>
                      <a:pt x="444422" y="2270768"/>
                      <a:pt x="440232" y="2269812"/>
                      <a:pt x="435846" y="2269812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3AA85C3B-0FA4-7876-60D0-708BEB4DD135}"/>
                  </a:ext>
                </a:extLst>
              </p:cNvPr>
              <p:cNvSpPr/>
              <p:nvPr/>
            </p:nvSpPr>
            <p:spPr>
              <a:xfrm>
                <a:off x="-1030340" y="872153"/>
                <a:ext cx="6272105" cy="5165562"/>
              </a:xfrm>
              <a:custGeom>
                <a:avLst/>
                <a:gdLst>
                  <a:gd name="connsiteX0" fmla="*/ 2623979 w 6272105"/>
                  <a:gd name="connsiteY0" fmla="*/ 5165563 h 5165562"/>
                  <a:gd name="connsiteX1" fmla="*/ 1670678 w 6272105"/>
                  <a:gd name="connsiteY1" fmla="*/ 5097517 h 5165562"/>
                  <a:gd name="connsiteX2" fmla="*/ 854042 w 6272105"/>
                  <a:gd name="connsiteY2" fmla="*/ 4861396 h 5165562"/>
                  <a:gd name="connsiteX3" fmla="*/ 73287 w 6272105"/>
                  <a:gd name="connsiteY3" fmla="*/ 4056514 h 5165562"/>
                  <a:gd name="connsiteX4" fmla="*/ 4843 w 6272105"/>
                  <a:gd name="connsiteY4" fmla="*/ 3467883 h 5165562"/>
                  <a:gd name="connsiteX5" fmla="*/ 126575 w 6272105"/>
                  <a:gd name="connsiteY5" fmla="*/ 2910900 h 5165562"/>
                  <a:gd name="connsiteX6" fmla="*/ 335788 w 6272105"/>
                  <a:gd name="connsiteY6" fmla="*/ 2469799 h 5165562"/>
                  <a:gd name="connsiteX7" fmla="*/ 530464 w 6272105"/>
                  <a:gd name="connsiteY7" fmla="*/ 2228563 h 5165562"/>
                  <a:gd name="connsiteX8" fmla="*/ 596434 w 6272105"/>
                  <a:gd name="connsiteY8" fmla="*/ 2211699 h 5165562"/>
                  <a:gd name="connsiteX9" fmla="*/ 575203 w 6272105"/>
                  <a:gd name="connsiteY9" fmla="*/ 2426712 h 5165562"/>
                  <a:gd name="connsiteX10" fmla="*/ 952322 w 6272105"/>
                  <a:gd name="connsiteY10" fmla="*/ 2552207 h 5165562"/>
                  <a:gd name="connsiteX11" fmla="*/ 1267689 w 6272105"/>
                  <a:gd name="connsiteY11" fmla="*/ 2213020 h 5165562"/>
                  <a:gd name="connsiteX12" fmla="*/ 1523244 w 6272105"/>
                  <a:gd name="connsiteY12" fmla="*/ 1560728 h 5165562"/>
                  <a:gd name="connsiteX13" fmla="*/ 1926909 w 6272105"/>
                  <a:gd name="connsiteY13" fmla="*/ 600363 h 5165562"/>
                  <a:gd name="connsiteX14" fmla="*/ 2598642 w 6272105"/>
                  <a:gd name="connsiteY14" fmla="*/ 64347 h 5165562"/>
                  <a:gd name="connsiteX15" fmla="*/ 3272288 w 6272105"/>
                  <a:gd name="connsiteY15" fmla="*/ 1107 h 5165562"/>
                  <a:gd name="connsiteX16" fmla="*/ 3799455 w 6272105"/>
                  <a:gd name="connsiteY16" fmla="*/ 31125 h 5165562"/>
                  <a:gd name="connsiteX17" fmla="*/ 4198058 w 6272105"/>
                  <a:gd name="connsiteY17" fmla="*/ 141470 h 5165562"/>
                  <a:gd name="connsiteX18" fmla="*/ 4485924 w 6272105"/>
                  <a:gd name="connsiteY18" fmla="*/ 319243 h 5165562"/>
                  <a:gd name="connsiteX19" fmla="*/ 4843049 w 6272105"/>
                  <a:gd name="connsiteY19" fmla="*/ 1002311 h 5165562"/>
                  <a:gd name="connsiteX20" fmla="*/ 4885905 w 6272105"/>
                  <a:gd name="connsiteY20" fmla="*/ 1821021 h 5165562"/>
                  <a:gd name="connsiteX21" fmla="*/ 4943494 w 6272105"/>
                  <a:gd name="connsiteY21" fmla="*/ 2596587 h 5165562"/>
                  <a:gd name="connsiteX22" fmla="*/ 5401599 w 6272105"/>
                  <a:gd name="connsiteY22" fmla="*/ 2970401 h 5165562"/>
                  <a:gd name="connsiteX23" fmla="*/ 5402190 w 6272105"/>
                  <a:gd name="connsiteY23" fmla="*/ 2970458 h 5165562"/>
                  <a:gd name="connsiteX24" fmla="*/ 5402696 w 6272105"/>
                  <a:gd name="connsiteY24" fmla="*/ 2970710 h 5165562"/>
                  <a:gd name="connsiteX25" fmla="*/ 6056263 w 6272105"/>
                  <a:gd name="connsiteY25" fmla="*/ 3479969 h 5165562"/>
                  <a:gd name="connsiteX26" fmla="*/ 6258560 w 6272105"/>
                  <a:gd name="connsiteY26" fmla="*/ 4120822 h 5165562"/>
                  <a:gd name="connsiteX27" fmla="*/ 6017036 w 6272105"/>
                  <a:gd name="connsiteY27" fmla="*/ 4489408 h 5165562"/>
                  <a:gd name="connsiteX28" fmla="*/ 5417346 w 6272105"/>
                  <a:gd name="connsiteY28" fmla="*/ 4808500 h 5165562"/>
                  <a:gd name="connsiteX29" fmla="*/ 2844384 w 6272105"/>
                  <a:gd name="connsiteY29" fmla="*/ 5162639 h 5165562"/>
                  <a:gd name="connsiteX30" fmla="*/ 2844384 w 6272105"/>
                  <a:gd name="connsiteY30" fmla="*/ 5162639 h 5165562"/>
                  <a:gd name="connsiteX31" fmla="*/ 2623979 w 6272105"/>
                  <a:gd name="connsiteY31" fmla="*/ 5165534 h 5165562"/>
                  <a:gd name="connsiteX32" fmla="*/ 579955 w 6272105"/>
                  <a:gd name="connsiteY32" fmla="*/ 2212739 h 5165562"/>
                  <a:gd name="connsiteX33" fmla="*/ 534063 w 6272105"/>
                  <a:gd name="connsiteY33" fmla="*/ 2233453 h 5165562"/>
                  <a:gd name="connsiteX34" fmla="*/ 340962 w 6272105"/>
                  <a:gd name="connsiteY34" fmla="*/ 2472975 h 5165562"/>
                  <a:gd name="connsiteX35" fmla="*/ 132283 w 6272105"/>
                  <a:gd name="connsiteY35" fmla="*/ 2912924 h 5165562"/>
                  <a:gd name="connsiteX36" fmla="*/ 79023 w 6272105"/>
                  <a:gd name="connsiteY36" fmla="*/ 4054519 h 5165562"/>
                  <a:gd name="connsiteX37" fmla="*/ 856601 w 6272105"/>
                  <a:gd name="connsiteY37" fmla="*/ 4855859 h 5165562"/>
                  <a:gd name="connsiteX38" fmla="*/ 2844215 w 6272105"/>
                  <a:gd name="connsiteY38" fmla="*/ 5156568 h 5165562"/>
                  <a:gd name="connsiteX39" fmla="*/ 2844215 w 6272105"/>
                  <a:gd name="connsiteY39" fmla="*/ 5156568 h 5165562"/>
                  <a:gd name="connsiteX40" fmla="*/ 5415294 w 6272105"/>
                  <a:gd name="connsiteY40" fmla="*/ 4802766 h 5165562"/>
                  <a:gd name="connsiteX41" fmla="*/ 6013043 w 6272105"/>
                  <a:gd name="connsiteY41" fmla="*/ 4484799 h 5165562"/>
                  <a:gd name="connsiteX42" fmla="*/ 6252570 w 6272105"/>
                  <a:gd name="connsiteY42" fmla="*/ 4119501 h 5165562"/>
                  <a:gd name="connsiteX43" fmla="*/ 6051483 w 6272105"/>
                  <a:gd name="connsiteY43" fmla="*/ 3483848 h 5165562"/>
                  <a:gd name="connsiteX44" fmla="*/ 5400390 w 6272105"/>
                  <a:gd name="connsiteY44" fmla="*/ 2976444 h 5165562"/>
                  <a:gd name="connsiteX45" fmla="*/ 5093403 w 6272105"/>
                  <a:gd name="connsiteY45" fmla="*/ 2856121 h 5165562"/>
                  <a:gd name="connsiteX46" fmla="*/ 4937617 w 6272105"/>
                  <a:gd name="connsiteY46" fmla="*/ 2598386 h 5165562"/>
                  <a:gd name="connsiteX47" fmla="*/ 4879746 w 6272105"/>
                  <a:gd name="connsiteY47" fmla="*/ 1820936 h 5165562"/>
                  <a:gd name="connsiteX48" fmla="*/ 4481846 w 6272105"/>
                  <a:gd name="connsiteY48" fmla="*/ 323852 h 5165562"/>
                  <a:gd name="connsiteX49" fmla="*/ 3366068 w 6272105"/>
                  <a:gd name="connsiteY49" fmla="*/ 5717 h 5165562"/>
                  <a:gd name="connsiteX50" fmla="*/ 2599514 w 6272105"/>
                  <a:gd name="connsiteY50" fmla="*/ 70361 h 5165562"/>
                  <a:gd name="connsiteX51" fmla="*/ 1932111 w 6272105"/>
                  <a:gd name="connsiteY51" fmla="*/ 603454 h 5165562"/>
                  <a:gd name="connsiteX52" fmla="*/ 1528981 w 6272105"/>
                  <a:gd name="connsiteY52" fmla="*/ 1562724 h 5165562"/>
                  <a:gd name="connsiteX53" fmla="*/ 1273088 w 6272105"/>
                  <a:gd name="connsiteY53" fmla="*/ 2215774 h 5165562"/>
                  <a:gd name="connsiteX54" fmla="*/ 953925 w 6272105"/>
                  <a:gd name="connsiteY54" fmla="*/ 2558081 h 5165562"/>
                  <a:gd name="connsiteX55" fmla="*/ 569635 w 6272105"/>
                  <a:gd name="connsiteY55" fmla="*/ 2430113 h 5165562"/>
                  <a:gd name="connsiteX56" fmla="*/ 568004 w 6272105"/>
                  <a:gd name="connsiteY56" fmla="*/ 2428764 h 5165562"/>
                  <a:gd name="connsiteX57" fmla="*/ 568679 w 6272105"/>
                  <a:gd name="connsiteY57" fmla="*/ 2426769 h 5165562"/>
                  <a:gd name="connsiteX58" fmla="*/ 592778 w 6272105"/>
                  <a:gd name="connsiteY58" fmla="*/ 2216646 h 5165562"/>
                  <a:gd name="connsiteX59" fmla="*/ 579927 w 6272105"/>
                  <a:gd name="connsiteY59" fmla="*/ 2212767 h 5165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272105" h="5165562">
                    <a:moveTo>
                      <a:pt x="2623979" y="5165563"/>
                    </a:moveTo>
                    <a:cubicBezTo>
                      <a:pt x="2272646" y="5165563"/>
                      <a:pt x="1952864" y="5142768"/>
                      <a:pt x="1670678" y="5097517"/>
                    </a:cubicBezTo>
                    <a:cubicBezTo>
                      <a:pt x="1356267" y="5047094"/>
                      <a:pt x="1081506" y="4967638"/>
                      <a:pt x="854042" y="4861396"/>
                    </a:cubicBezTo>
                    <a:cubicBezTo>
                      <a:pt x="455411" y="4675191"/>
                      <a:pt x="192713" y="4404387"/>
                      <a:pt x="73287" y="4056514"/>
                    </a:cubicBezTo>
                    <a:cubicBezTo>
                      <a:pt x="12041" y="3878123"/>
                      <a:pt x="-10989" y="3680058"/>
                      <a:pt x="4843" y="3467883"/>
                    </a:cubicBezTo>
                    <a:cubicBezTo>
                      <a:pt x="18312" y="3287469"/>
                      <a:pt x="59255" y="3100084"/>
                      <a:pt x="126575" y="2910900"/>
                    </a:cubicBezTo>
                    <a:cubicBezTo>
                      <a:pt x="197269" y="2712217"/>
                      <a:pt x="279379" y="2561370"/>
                      <a:pt x="335788" y="2469799"/>
                    </a:cubicBezTo>
                    <a:cubicBezTo>
                      <a:pt x="405948" y="2355969"/>
                      <a:pt x="476895" y="2268024"/>
                      <a:pt x="530464" y="2228563"/>
                    </a:cubicBezTo>
                    <a:cubicBezTo>
                      <a:pt x="559877" y="2206893"/>
                      <a:pt x="582064" y="2201215"/>
                      <a:pt x="596434" y="2211699"/>
                    </a:cubicBezTo>
                    <a:cubicBezTo>
                      <a:pt x="623288" y="2231289"/>
                      <a:pt x="615921" y="2305602"/>
                      <a:pt x="575203" y="2426712"/>
                    </a:cubicBezTo>
                    <a:cubicBezTo>
                      <a:pt x="718137" y="2542539"/>
                      <a:pt x="841500" y="2583602"/>
                      <a:pt x="952322" y="2552207"/>
                    </a:cubicBezTo>
                    <a:cubicBezTo>
                      <a:pt x="1066518" y="2519857"/>
                      <a:pt x="1166738" y="2412069"/>
                      <a:pt x="1267689" y="2213020"/>
                    </a:cubicBezTo>
                    <a:cubicBezTo>
                      <a:pt x="1358151" y="2034685"/>
                      <a:pt x="1438350" y="1804466"/>
                      <a:pt x="1523244" y="1560728"/>
                    </a:cubicBezTo>
                    <a:cubicBezTo>
                      <a:pt x="1639606" y="1226656"/>
                      <a:pt x="1759960" y="881229"/>
                      <a:pt x="1926909" y="600363"/>
                    </a:cubicBezTo>
                    <a:cubicBezTo>
                      <a:pt x="2117760" y="279304"/>
                      <a:pt x="2337491" y="103949"/>
                      <a:pt x="2598642" y="64347"/>
                    </a:cubicBezTo>
                    <a:cubicBezTo>
                      <a:pt x="2842978" y="27303"/>
                      <a:pt x="3069626" y="6026"/>
                      <a:pt x="3272288" y="1107"/>
                    </a:cubicBezTo>
                    <a:cubicBezTo>
                      <a:pt x="3465698" y="-3558"/>
                      <a:pt x="3643051" y="6532"/>
                      <a:pt x="3799455" y="31125"/>
                    </a:cubicBezTo>
                    <a:cubicBezTo>
                      <a:pt x="3947873" y="54481"/>
                      <a:pt x="4081978" y="91610"/>
                      <a:pt x="4198058" y="141470"/>
                    </a:cubicBezTo>
                    <a:cubicBezTo>
                      <a:pt x="4307389" y="188436"/>
                      <a:pt x="4404235" y="248275"/>
                      <a:pt x="4485924" y="319243"/>
                    </a:cubicBezTo>
                    <a:cubicBezTo>
                      <a:pt x="4670336" y="479505"/>
                      <a:pt x="4787147" y="702951"/>
                      <a:pt x="4843049" y="1002311"/>
                    </a:cubicBezTo>
                    <a:cubicBezTo>
                      <a:pt x="4892119" y="1265218"/>
                      <a:pt x="4888970" y="1547771"/>
                      <a:pt x="4885905" y="1821021"/>
                    </a:cubicBezTo>
                    <a:cubicBezTo>
                      <a:pt x="4882643" y="2112961"/>
                      <a:pt x="4879549" y="2388741"/>
                      <a:pt x="4943494" y="2596587"/>
                    </a:cubicBezTo>
                    <a:cubicBezTo>
                      <a:pt x="5014666" y="2827902"/>
                      <a:pt x="5160216" y="2946679"/>
                      <a:pt x="5401599" y="2970401"/>
                    </a:cubicBezTo>
                    <a:lnTo>
                      <a:pt x="5402190" y="2970458"/>
                    </a:lnTo>
                    <a:lnTo>
                      <a:pt x="5402696" y="2970710"/>
                    </a:lnTo>
                    <a:cubicBezTo>
                      <a:pt x="5667756" y="3106576"/>
                      <a:pt x="5899860" y="3287441"/>
                      <a:pt x="6056263" y="3479969"/>
                    </a:cubicBezTo>
                    <a:cubicBezTo>
                      <a:pt x="6234179" y="3698974"/>
                      <a:pt x="6304143" y="3920592"/>
                      <a:pt x="6258560" y="4120822"/>
                    </a:cubicBezTo>
                    <a:cubicBezTo>
                      <a:pt x="6228190" y="4254215"/>
                      <a:pt x="6146951" y="4378220"/>
                      <a:pt x="6017036" y="4489408"/>
                    </a:cubicBezTo>
                    <a:cubicBezTo>
                      <a:pt x="5875001" y="4610996"/>
                      <a:pt x="5673211" y="4718363"/>
                      <a:pt x="5417346" y="4808500"/>
                    </a:cubicBezTo>
                    <a:cubicBezTo>
                      <a:pt x="4834838" y="5013732"/>
                      <a:pt x="3969160" y="5132875"/>
                      <a:pt x="2844384" y="5162639"/>
                    </a:cubicBezTo>
                    <a:lnTo>
                      <a:pt x="2844384" y="5162639"/>
                    </a:lnTo>
                    <a:cubicBezTo>
                      <a:pt x="2769641" y="5164579"/>
                      <a:pt x="2696106" y="5165534"/>
                      <a:pt x="2623979" y="5165534"/>
                    </a:cubicBezTo>
                    <a:close/>
                    <a:moveTo>
                      <a:pt x="579955" y="2212739"/>
                    </a:moveTo>
                    <a:cubicBezTo>
                      <a:pt x="568257" y="2212739"/>
                      <a:pt x="552707" y="2219709"/>
                      <a:pt x="534063" y="2233453"/>
                    </a:cubicBezTo>
                    <a:cubicBezTo>
                      <a:pt x="481113" y="2272465"/>
                      <a:pt x="410728" y="2359791"/>
                      <a:pt x="340962" y="2472975"/>
                    </a:cubicBezTo>
                    <a:cubicBezTo>
                      <a:pt x="284694" y="2564293"/>
                      <a:pt x="202808" y="2714718"/>
                      <a:pt x="132283" y="2912924"/>
                    </a:cubicBezTo>
                    <a:cubicBezTo>
                      <a:pt x="28913" y="3203431"/>
                      <a:pt x="-64220" y="3637280"/>
                      <a:pt x="79023" y="4054519"/>
                    </a:cubicBezTo>
                    <a:cubicBezTo>
                      <a:pt x="197915" y="4400789"/>
                      <a:pt x="459517" y="4670385"/>
                      <a:pt x="856601" y="4855859"/>
                    </a:cubicBezTo>
                    <a:cubicBezTo>
                      <a:pt x="1330425" y="5077196"/>
                      <a:pt x="1999149" y="5178379"/>
                      <a:pt x="2844215" y="5156568"/>
                    </a:cubicBezTo>
                    <a:lnTo>
                      <a:pt x="2844215" y="5156568"/>
                    </a:lnTo>
                    <a:cubicBezTo>
                      <a:pt x="3968345" y="5126832"/>
                      <a:pt x="4833376" y="5007774"/>
                      <a:pt x="5415294" y="4802766"/>
                    </a:cubicBezTo>
                    <a:cubicBezTo>
                      <a:pt x="5670455" y="4712854"/>
                      <a:pt x="5871571" y="4605881"/>
                      <a:pt x="6013043" y="4484799"/>
                    </a:cubicBezTo>
                    <a:cubicBezTo>
                      <a:pt x="6141918" y="4374481"/>
                      <a:pt x="6222510" y="4251572"/>
                      <a:pt x="6252570" y="4119501"/>
                    </a:cubicBezTo>
                    <a:cubicBezTo>
                      <a:pt x="6297731" y="3921154"/>
                      <a:pt x="6228190" y="3701335"/>
                      <a:pt x="6051483" y="3483848"/>
                    </a:cubicBezTo>
                    <a:cubicBezTo>
                      <a:pt x="5895698" y="3292078"/>
                      <a:pt x="5664466" y="3111889"/>
                      <a:pt x="5400390" y="2976444"/>
                    </a:cubicBezTo>
                    <a:cubicBezTo>
                      <a:pt x="5271909" y="2963712"/>
                      <a:pt x="5171464" y="2924363"/>
                      <a:pt x="5093403" y="2856121"/>
                    </a:cubicBezTo>
                    <a:cubicBezTo>
                      <a:pt x="5022990" y="2794568"/>
                      <a:pt x="4972036" y="2710249"/>
                      <a:pt x="4937617" y="2598386"/>
                    </a:cubicBezTo>
                    <a:cubicBezTo>
                      <a:pt x="4873391" y="2389612"/>
                      <a:pt x="4876484" y="2113383"/>
                      <a:pt x="4879746" y="1820936"/>
                    </a:cubicBezTo>
                    <a:cubicBezTo>
                      <a:pt x="4885736" y="1286495"/>
                      <a:pt x="4892513" y="680719"/>
                      <a:pt x="4481846" y="323852"/>
                    </a:cubicBezTo>
                    <a:cubicBezTo>
                      <a:pt x="4237230" y="111256"/>
                      <a:pt x="3869025" y="5717"/>
                      <a:pt x="3366068" y="5717"/>
                    </a:cubicBezTo>
                    <a:cubicBezTo>
                      <a:pt x="3138492" y="5717"/>
                      <a:pt x="2883415" y="27303"/>
                      <a:pt x="2599514" y="70361"/>
                    </a:cubicBezTo>
                    <a:cubicBezTo>
                      <a:pt x="2340275" y="109682"/>
                      <a:pt x="2121978" y="284054"/>
                      <a:pt x="1932111" y="603454"/>
                    </a:cubicBezTo>
                    <a:cubicBezTo>
                      <a:pt x="1765471" y="883787"/>
                      <a:pt x="1645230" y="1228933"/>
                      <a:pt x="1528981" y="1562724"/>
                    </a:cubicBezTo>
                    <a:cubicBezTo>
                      <a:pt x="1444002" y="1806659"/>
                      <a:pt x="1363747" y="2037074"/>
                      <a:pt x="1273088" y="2215774"/>
                    </a:cubicBezTo>
                    <a:cubicBezTo>
                      <a:pt x="1171293" y="2416454"/>
                      <a:pt x="1069892" y="2525225"/>
                      <a:pt x="953925" y="2558081"/>
                    </a:cubicBezTo>
                    <a:cubicBezTo>
                      <a:pt x="840657" y="2590179"/>
                      <a:pt x="714932" y="2548328"/>
                      <a:pt x="569635" y="2430113"/>
                    </a:cubicBezTo>
                    <a:lnTo>
                      <a:pt x="568004" y="2428764"/>
                    </a:lnTo>
                    <a:lnTo>
                      <a:pt x="568679" y="2426769"/>
                    </a:lnTo>
                    <a:cubicBezTo>
                      <a:pt x="622417" y="2267827"/>
                      <a:pt x="606838" y="2226904"/>
                      <a:pt x="592778" y="2216646"/>
                    </a:cubicBezTo>
                    <a:cubicBezTo>
                      <a:pt x="589235" y="2214060"/>
                      <a:pt x="584932" y="2212767"/>
                      <a:pt x="579927" y="2212767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2FF7E1C8-A96E-42B9-B919-D2C66476F253}"/>
                  </a:ext>
                </a:extLst>
              </p:cNvPr>
              <p:cNvSpPr/>
              <p:nvPr/>
            </p:nvSpPr>
            <p:spPr>
              <a:xfrm>
                <a:off x="-1114357" y="900164"/>
                <a:ext cx="6450904" cy="5174511"/>
              </a:xfrm>
              <a:custGeom>
                <a:avLst/>
                <a:gdLst>
                  <a:gd name="connsiteX0" fmla="*/ 2681393 w 6450904"/>
                  <a:gd name="connsiteY0" fmla="*/ 5174484 h 5174511"/>
                  <a:gd name="connsiteX1" fmla="*/ 1684310 w 6450904"/>
                  <a:gd name="connsiteY1" fmla="*/ 5107787 h 5174511"/>
                  <a:gd name="connsiteX2" fmla="*/ 836601 w 6450904"/>
                  <a:gd name="connsiteY2" fmla="*/ 4875207 h 5174511"/>
                  <a:gd name="connsiteX3" fmla="*/ 55003 w 6450904"/>
                  <a:gd name="connsiteY3" fmla="*/ 4077325 h 5174511"/>
                  <a:gd name="connsiteX4" fmla="*/ 17856 w 6450904"/>
                  <a:gd name="connsiteY4" fmla="*/ 3464045 h 5174511"/>
                  <a:gd name="connsiteX5" fmla="*/ 194619 w 6450904"/>
                  <a:gd name="connsiteY5" fmla="*/ 2880838 h 5174511"/>
                  <a:gd name="connsiteX6" fmla="*/ 460185 w 6450904"/>
                  <a:gd name="connsiteY6" fmla="*/ 2419276 h 5174511"/>
                  <a:gd name="connsiteX7" fmla="*/ 690039 w 6450904"/>
                  <a:gd name="connsiteY7" fmla="*/ 2170732 h 5174511"/>
                  <a:gd name="connsiteX8" fmla="*/ 756712 w 6450904"/>
                  <a:gd name="connsiteY8" fmla="*/ 2156763 h 5174511"/>
                  <a:gd name="connsiteX9" fmla="*/ 700219 w 6450904"/>
                  <a:gd name="connsiteY9" fmla="*/ 2396004 h 5174511"/>
                  <a:gd name="connsiteX10" fmla="*/ 971634 w 6450904"/>
                  <a:gd name="connsiteY10" fmla="*/ 2527963 h 5174511"/>
                  <a:gd name="connsiteX11" fmla="*/ 1517980 w 6450904"/>
                  <a:gd name="connsiteY11" fmla="*/ 1627689 h 5174511"/>
                  <a:gd name="connsiteX12" fmla="*/ 1975241 w 6450904"/>
                  <a:gd name="connsiteY12" fmla="*/ 640679 h 5174511"/>
                  <a:gd name="connsiteX13" fmla="*/ 2685837 w 6450904"/>
                  <a:gd name="connsiteY13" fmla="*/ 77737 h 5174511"/>
                  <a:gd name="connsiteX14" fmla="*/ 3434450 w 6450904"/>
                  <a:gd name="connsiteY14" fmla="*/ 2187 h 5174511"/>
                  <a:gd name="connsiteX15" fmla="*/ 4013190 w 6450904"/>
                  <a:gd name="connsiteY15" fmla="*/ 30153 h 5174511"/>
                  <a:gd name="connsiteX16" fmla="*/ 4443400 w 6450904"/>
                  <a:gd name="connsiteY16" fmla="*/ 146879 h 5174511"/>
                  <a:gd name="connsiteX17" fmla="*/ 4746254 w 6450904"/>
                  <a:gd name="connsiteY17" fmla="*/ 337664 h 5174511"/>
                  <a:gd name="connsiteX18" fmla="*/ 5085157 w 6450904"/>
                  <a:gd name="connsiteY18" fmla="*/ 1044511 h 5174511"/>
                  <a:gd name="connsiteX19" fmla="*/ 5090950 w 6450904"/>
                  <a:gd name="connsiteY19" fmla="*/ 1886773 h 5174511"/>
                  <a:gd name="connsiteX20" fmla="*/ 5106191 w 6450904"/>
                  <a:gd name="connsiteY20" fmla="*/ 2646544 h 5174511"/>
                  <a:gd name="connsiteX21" fmla="*/ 5493630 w 6450904"/>
                  <a:gd name="connsiteY21" fmla="*/ 3043546 h 5174511"/>
                  <a:gd name="connsiteX22" fmla="*/ 5494165 w 6450904"/>
                  <a:gd name="connsiteY22" fmla="*/ 3043630 h 5174511"/>
                  <a:gd name="connsiteX23" fmla="*/ 5494614 w 6450904"/>
                  <a:gd name="connsiteY23" fmla="*/ 3043911 h 5174511"/>
                  <a:gd name="connsiteX24" fmla="*/ 6200795 w 6450904"/>
                  <a:gd name="connsiteY24" fmla="*/ 3618854 h 5174511"/>
                  <a:gd name="connsiteX25" fmla="*/ 6434895 w 6450904"/>
                  <a:gd name="connsiteY25" fmla="*/ 4267858 h 5174511"/>
                  <a:gd name="connsiteX26" fmla="*/ 5567052 w 6450904"/>
                  <a:gd name="connsiteY26" fmla="*/ 4866916 h 5174511"/>
                  <a:gd name="connsiteX27" fmla="*/ 2915437 w 6450904"/>
                  <a:gd name="connsiteY27" fmla="*/ 5171617 h 5174511"/>
                  <a:gd name="connsiteX28" fmla="*/ 2915437 w 6450904"/>
                  <a:gd name="connsiteY28" fmla="*/ 5171617 h 5174511"/>
                  <a:gd name="connsiteX29" fmla="*/ 2681450 w 6450904"/>
                  <a:gd name="connsiteY29" fmla="*/ 5174512 h 5174511"/>
                  <a:gd name="connsiteX30" fmla="*/ 739446 w 6450904"/>
                  <a:gd name="connsiteY30" fmla="*/ 2156510 h 5174511"/>
                  <a:gd name="connsiteX31" fmla="*/ 693076 w 6450904"/>
                  <a:gd name="connsiteY31" fmla="*/ 2175454 h 5174511"/>
                  <a:gd name="connsiteX32" fmla="*/ 199737 w 6450904"/>
                  <a:gd name="connsiteY32" fmla="*/ 2883143 h 5174511"/>
                  <a:gd name="connsiteX33" fmla="*/ 60346 w 6450904"/>
                  <a:gd name="connsiteY33" fmla="*/ 4075638 h 5174511"/>
                  <a:gd name="connsiteX34" fmla="*/ 838879 w 6450904"/>
                  <a:gd name="connsiteY34" fmla="*/ 4870064 h 5174511"/>
                  <a:gd name="connsiteX35" fmla="*/ 2915212 w 6450904"/>
                  <a:gd name="connsiteY35" fmla="*/ 5165968 h 5174511"/>
                  <a:gd name="connsiteX36" fmla="*/ 2915212 w 6450904"/>
                  <a:gd name="connsiteY36" fmla="*/ 5165968 h 5174511"/>
                  <a:gd name="connsiteX37" fmla="*/ 5565393 w 6450904"/>
                  <a:gd name="connsiteY37" fmla="*/ 4861492 h 5174511"/>
                  <a:gd name="connsiteX38" fmla="*/ 6429383 w 6450904"/>
                  <a:gd name="connsiteY38" fmla="*/ 4266340 h 5174511"/>
                  <a:gd name="connsiteX39" fmla="*/ 6196465 w 6450904"/>
                  <a:gd name="connsiteY39" fmla="*/ 3622536 h 5174511"/>
                  <a:gd name="connsiteX40" fmla="*/ 5491971 w 6450904"/>
                  <a:gd name="connsiteY40" fmla="*/ 3048914 h 5174511"/>
                  <a:gd name="connsiteX41" fmla="*/ 5226321 w 6450904"/>
                  <a:gd name="connsiteY41" fmla="*/ 2909816 h 5174511"/>
                  <a:gd name="connsiteX42" fmla="*/ 5100651 w 6450904"/>
                  <a:gd name="connsiteY42" fmla="*/ 2647753 h 5174511"/>
                  <a:gd name="connsiteX43" fmla="*/ 5085298 w 6450904"/>
                  <a:gd name="connsiteY43" fmla="*/ 1886408 h 5174511"/>
                  <a:gd name="connsiteX44" fmla="*/ 4742430 w 6450904"/>
                  <a:gd name="connsiteY44" fmla="*/ 341796 h 5174511"/>
                  <a:gd name="connsiteX45" fmla="*/ 4012319 w 6450904"/>
                  <a:gd name="connsiteY45" fmla="*/ 35662 h 5174511"/>
                  <a:gd name="connsiteX46" fmla="*/ 2686652 w 6450904"/>
                  <a:gd name="connsiteY46" fmla="*/ 83246 h 5174511"/>
                  <a:gd name="connsiteX47" fmla="*/ 1979937 w 6450904"/>
                  <a:gd name="connsiteY47" fmla="*/ 643658 h 5174511"/>
                  <a:gd name="connsiteX48" fmla="*/ 1523154 w 6450904"/>
                  <a:gd name="connsiteY48" fmla="*/ 1629741 h 5174511"/>
                  <a:gd name="connsiteX49" fmla="*/ 972646 w 6450904"/>
                  <a:gd name="connsiteY49" fmla="*/ 2533472 h 5174511"/>
                  <a:gd name="connsiteX50" fmla="*/ 694763 w 6450904"/>
                  <a:gd name="connsiteY50" fmla="*/ 2398449 h 5174511"/>
                  <a:gd name="connsiteX51" fmla="*/ 693470 w 6450904"/>
                  <a:gd name="connsiteY51" fmla="*/ 2397072 h 5174511"/>
                  <a:gd name="connsiteX52" fmla="*/ 694285 w 6450904"/>
                  <a:gd name="connsiteY52" fmla="*/ 2395357 h 5174511"/>
                  <a:gd name="connsiteX53" fmla="*/ 753000 w 6450904"/>
                  <a:gd name="connsiteY53" fmla="*/ 2161035 h 5174511"/>
                  <a:gd name="connsiteX54" fmla="*/ 739446 w 6450904"/>
                  <a:gd name="connsiteY54" fmla="*/ 2156538 h 5174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450904" h="5174511">
                    <a:moveTo>
                      <a:pt x="2681393" y="5174484"/>
                    </a:moveTo>
                    <a:cubicBezTo>
                      <a:pt x="2312654" y="5174484"/>
                      <a:pt x="1978137" y="5152139"/>
                      <a:pt x="1684310" y="5107787"/>
                    </a:cubicBezTo>
                    <a:cubicBezTo>
                      <a:pt x="1355755" y="5058180"/>
                      <a:pt x="1070561" y="4979932"/>
                      <a:pt x="836601" y="4875207"/>
                    </a:cubicBezTo>
                    <a:cubicBezTo>
                      <a:pt x="425401" y="4691139"/>
                      <a:pt x="162450" y="4422695"/>
                      <a:pt x="55003" y="4077325"/>
                    </a:cubicBezTo>
                    <a:cubicBezTo>
                      <a:pt x="-2475" y="3892526"/>
                      <a:pt x="-14988" y="3686197"/>
                      <a:pt x="17856" y="3464045"/>
                    </a:cubicBezTo>
                    <a:cubicBezTo>
                      <a:pt x="45667" y="3275845"/>
                      <a:pt x="105141" y="3079634"/>
                      <a:pt x="194619" y="2880838"/>
                    </a:cubicBezTo>
                    <a:cubicBezTo>
                      <a:pt x="288034" y="2673301"/>
                      <a:pt x="390588" y="2515287"/>
                      <a:pt x="460185" y="2419276"/>
                    </a:cubicBezTo>
                    <a:cubicBezTo>
                      <a:pt x="546289" y="2300470"/>
                      <a:pt x="630059" y="2209884"/>
                      <a:pt x="690039" y="2170732"/>
                    </a:cubicBezTo>
                    <a:cubicBezTo>
                      <a:pt x="721393" y="2150270"/>
                      <a:pt x="743805" y="2145576"/>
                      <a:pt x="756712" y="2156763"/>
                    </a:cubicBezTo>
                    <a:cubicBezTo>
                      <a:pt x="782442" y="2179079"/>
                      <a:pt x="762899" y="2261796"/>
                      <a:pt x="700219" y="2396004"/>
                    </a:cubicBezTo>
                    <a:cubicBezTo>
                      <a:pt x="798245" y="2500840"/>
                      <a:pt x="887049" y="2544012"/>
                      <a:pt x="971634" y="2527963"/>
                    </a:cubicBezTo>
                    <a:cubicBezTo>
                      <a:pt x="1180117" y="2488361"/>
                      <a:pt x="1336690" y="2089532"/>
                      <a:pt x="1517980" y="1627689"/>
                    </a:cubicBezTo>
                    <a:cubicBezTo>
                      <a:pt x="1645673" y="1302415"/>
                      <a:pt x="1790379" y="933772"/>
                      <a:pt x="1975241" y="640679"/>
                    </a:cubicBezTo>
                    <a:cubicBezTo>
                      <a:pt x="2187801" y="303656"/>
                      <a:pt x="2420242" y="119503"/>
                      <a:pt x="2685837" y="77737"/>
                    </a:cubicBezTo>
                    <a:cubicBezTo>
                      <a:pt x="2958517" y="34847"/>
                      <a:pt x="3210389" y="9439"/>
                      <a:pt x="3434450" y="2187"/>
                    </a:cubicBezTo>
                    <a:cubicBezTo>
                      <a:pt x="3647994" y="-4699"/>
                      <a:pt x="3842726" y="4689"/>
                      <a:pt x="4013190" y="30153"/>
                    </a:cubicBezTo>
                    <a:cubicBezTo>
                      <a:pt x="4174712" y="54268"/>
                      <a:pt x="4319447" y="93533"/>
                      <a:pt x="4443400" y="146879"/>
                    </a:cubicBezTo>
                    <a:cubicBezTo>
                      <a:pt x="4559902" y="197020"/>
                      <a:pt x="4661781" y="261187"/>
                      <a:pt x="4746254" y="337664"/>
                    </a:cubicBezTo>
                    <a:cubicBezTo>
                      <a:pt x="4930384" y="504363"/>
                      <a:pt x="5041234" y="735566"/>
                      <a:pt x="5085157" y="1044511"/>
                    </a:cubicBezTo>
                    <a:cubicBezTo>
                      <a:pt x="5123710" y="1315681"/>
                      <a:pt x="5107063" y="1605991"/>
                      <a:pt x="5090950" y="1886773"/>
                    </a:cubicBezTo>
                    <a:cubicBezTo>
                      <a:pt x="5074641" y="2170956"/>
                      <a:pt x="5059230" y="2439400"/>
                      <a:pt x="5106191" y="2646544"/>
                    </a:cubicBezTo>
                    <a:cubicBezTo>
                      <a:pt x="5158438" y="2877100"/>
                      <a:pt x="5281548" y="3003270"/>
                      <a:pt x="5493630" y="3043546"/>
                    </a:cubicBezTo>
                    <a:lnTo>
                      <a:pt x="5494165" y="3043630"/>
                    </a:lnTo>
                    <a:lnTo>
                      <a:pt x="5494614" y="3043911"/>
                    </a:lnTo>
                    <a:cubicBezTo>
                      <a:pt x="5702450" y="3175196"/>
                      <a:pt x="5993690" y="3381496"/>
                      <a:pt x="6200795" y="3618854"/>
                    </a:cubicBezTo>
                    <a:cubicBezTo>
                      <a:pt x="6409137" y="3857618"/>
                      <a:pt x="6487901" y="4075976"/>
                      <a:pt x="6434895" y="4267858"/>
                    </a:cubicBezTo>
                    <a:cubicBezTo>
                      <a:pt x="6366085" y="4516964"/>
                      <a:pt x="6074114" y="4718515"/>
                      <a:pt x="5567052" y="4866916"/>
                    </a:cubicBezTo>
                    <a:cubicBezTo>
                      <a:pt x="4975376" y="5040079"/>
                      <a:pt x="4083266" y="5142583"/>
                      <a:pt x="2915437" y="5171617"/>
                    </a:cubicBezTo>
                    <a:lnTo>
                      <a:pt x="2915437" y="5171617"/>
                    </a:lnTo>
                    <a:cubicBezTo>
                      <a:pt x="2836026" y="5173556"/>
                      <a:pt x="2757993" y="5174512"/>
                      <a:pt x="2681450" y="5174512"/>
                    </a:cubicBezTo>
                    <a:close/>
                    <a:moveTo>
                      <a:pt x="739446" y="2156510"/>
                    </a:moveTo>
                    <a:cubicBezTo>
                      <a:pt x="728001" y="2156510"/>
                      <a:pt x="712339" y="2162862"/>
                      <a:pt x="693076" y="2175454"/>
                    </a:cubicBezTo>
                    <a:cubicBezTo>
                      <a:pt x="590269" y="2242571"/>
                      <a:pt x="369245" y="2506518"/>
                      <a:pt x="199737" y="2883143"/>
                    </a:cubicBezTo>
                    <a:cubicBezTo>
                      <a:pt x="62061" y="3189024"/>
                      <a:pt x="-73872" y="3644206"/>
                      <a:pt x="60346" y="4075638"/>
                    </a:cubicBezTo>
                    <a:cubicBezTo>
                      <a:pt x="167286" y="4419407"/>
                      <a:pt x="429225" y="4686698"/>
                      <a:pt x="838879" y="4870064"/>
                    </a:cubicBezTo>
                    <a:cubicBezTo>
                      <a:pt x="1325807" y="5088029"/>
                      <a:pt x="2024395" y="5187581"/>
                      <a:pt x="2915212" y="5165968"/>
                    </a:cubicBezTo>
                    <a:lnTo>
                      <a:pt x="2915212" y="5165968"/>
                    </a:lnTo>
                    <a:cubicBezTo>
                      <a:pt x="4082534" y="5136962"/>
                      <a:pt x="4974195" y="5034514"/>
                      <a:pt x="5565393" y="4861492"/>
                    </a:cubicBezTo>
                    <a:cubicBezTo>
                      <a:pt x="6070458" y="4713680"/>
                      <a:pt x="6361136" y="4513451"/>
                      <a:pt x="6429383" y="4266340"/>
                    </a:cubicBezTo>
                    <a:cubicBezTo>
                      <a:pt x="6481856" y="4076397"/>
                      <a:pt x="6403485" y="3859810"/>
                      <a:pt x="6196465" y="3622536"/>
                    </a:cubicBezTo>
                    <a:cubicBezTo>
                      <a:pt x="5989950" y="3385853"/>
                      <a:pt x="5699470" y="3180002"/>
                      <a:pt x="5491971" y="3048914"/>
                    </a:cubicBezTo>
                    <a:cubicBezTo>
                      <a:pt x="5379041" y="3027385"/>
                      <a:pt x="5292121" y="2981880"/>
                      <a:pt x="5226321" y="2909816"/>
                    </a:cubicBezTo>
                    <a:cubicBezTo>
                      <a:pt x="5166987" y="2844862"/>
                      <a:pt x="5125875" y="2759138"/>
                      <a:pt x="5100651" y="2647753"/>
                    </a:cubicBezTo>
                    <a:cubicBezTo>
                      <a:pt x="5053551" y="2439822"/>
                      <a:pt x="5068960" y="2171013"/>
                      <a:pt x="5085298" y="1886408"/>
                    </a:cubicBezTo>
                    <a:cubicBezTo>
                      <a:pt x="5116849" y="1336479"/>
                      <a:pt x="5152617" y="713165"/>
                      <a:pt x="4742430" y="341796"/>
                    </a:cubicBezTo>
                    <a:cubicBezTo>
                      <a:pt x="4566988" y="182967"/>
                      <a:pt x="4328164" y="82824"/>
                      <a:pt x="4012319" y="35662"/>
                    </a:cubicBezTo>
                    <a:cubicBezTo>
                      <a:pt x="3664051" y="-16335"/>
                      <a:pt x="3218010" y="-342"/>
                      <a:pt x="2686652" y="83246"/>
                    </a:cubicBezTo>
                    <a:cubicBezTo>
                      <a:pt x="2422745" y="124759"/>
                      <a:pt x="2191569" y="308068"/>
                      <a:pt x="1979937" y="643658"/>
                    </a:cubicBezTo>
                    <a:cubicBezTo>
                      <a:pt x="1795385" y="936301"/>
                      <a:pt x="1650763" y="1304691"/>
                      <a:pt x="1523154" y="1629741"/>
                    </a:cubicBezTo>
                    <a:cubicBezTo>
                      <a:pt x="1341245" y="2093102"/>
                      <a:pt x="1184166" y="2493308"/>
                      <a:pt x="972646" y="2533472"/>
                    </a:cubicBezTo>
                    <a:cubicBezTo>
                      <a:pt x="885643" y="2549999"/>
                      <a:pt x="794730" y="2505815"/>
                      <a:pt x="694763" y="2398449"/>
                    </a:cubicBezTo>
                    <a:lnTo>
                      <a:pt x="693470" y="2397072"/>
                    </a:lnTo>
                    <a:lnTo>
                      <a:pt x="694285" y="2395357"/>
                    </a:lnTo>
                    <a:cubicBezTo>
                      <a:pt x="780024" y="2212273"/>
                      <a:pt x="763911" y="2170507"/>
                      <a:pt x="753000" y="2161035"/>
                    </a:cubicBezTo>
                    <a:cubicBezTo>
                      <a:pt x="749541" y="2158028"/>
                      <a:pt x="744986" y="2156538"/>
                      <a:pt x="739446" y="2156538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453A8751-070C-13C2-6F94-F11CE4CF06D4}"/>
                  </a:ext>
                </a:extLst>
              </p:cNvPr>
              <p:cNvSpPr/>
              <p:nvPr/>
            </p:nvSpPr>
            <p:spPr>
              <a:xfrm>
                <a:off x="-1209329" y="926615"/>
                <a:ext cx="6645964" cy="5184963"/>
              </a:xfrm>
              <a:custGeom>
                <a:avLst/>
                <a:gdLst>
                  <a:gd name="connsiteX0" fmla="*/ 2750073 w 6645964"/>
                  <a:gd name="connsiteY0" fmla="*/ 5184964 h 5184963"/>
                  <a:gd name="connsiteX1" fmla="*/ 1710388 w 6645964"/>
                  <a:gd name="connsiteY1" fmla="*/ 5119505 h 5184963"/>
                  <a:gd name="connsiteX2" fmla="*/ 830819 w 6645964"/>
                  <a:gd name="connsiteY2" fmla="*/ 4890269 h 5184963"/>
                  <a:gd name="connsiteX3" fmla="*/ 42809 w 6645964"/>
                  <a:gd name="connsiteY3" fmla="*/ 4099048 h 5184963"/>
                  <a:gd name="connsiteX4" fmla="*/ 35441 w 6645964"/>
                  <a:gd name="connsiteY4" fmla="*/ 3463170 h 5184963"/>
                  <a:gd name="connsiteX5" fmla="*/ 267292 w 6645964"/>
                  <a:gd name="connsiteY5" fmla="*/ 2855118 h 5184963"/>
                  <a:gd name="connsiteX6" fmla="*/ 590589 w 6645964"/>
                  <a:gd name="connsiteY6" fmla="*/ 2373150 h 5184963"/>
                  <a:gd name="connsiteX7" fmla="*/ 858208 w 6645964"/>
                  <a:gd name="connsiteY7" fmla="*/ 2115443 h 5184963"/>
                  <a:gd name="connsiteX8" fmla="*/ 928452 w 6645964"/>
                  <a:gd name="connsiteY8" fmla="*/ 2102936 h 5184963"/>
                  <a:gd name="connsiteX9" fmla="*/ 836021 w 6645964"/>
                  <a:gd name="connsiteY9" fmla="*/ 2366911 h 5184963"/>
                  <a:gd name="connsiteX10" fmla="*/ 1013881 w 6645964"/>
                  <a:gd name="connsiteY10" fmla="*/ 2501399 h 5184963"/>
                  <a:gd name="connsiteX11" fmla="*/ 1250455 w 6645964"/>
                  <a:gd name="connsiteY11" fmla="*/ 2264013 h 5184963"/>
                  <a:gd name="connsiteX12" fmla="*/ 1509695 w 6645964"/>
                  <a:gd name="connsiteY12" fmla="*/ 1712511 h 5184963"/>
                  <a:gd name="connsiteX13" fmla="*/ 2025052 w 6645964"/>
                  <a:gd name="connsiteY13" fmla="*/ 691492 h 5184963"/>
                  <a:gd name="connsiteX14" fmla="*/ 2783930 w 6645964"/>
                  <a:gd name="connsiteY14" fmla="*/ 92714 h 5184963"/>
                  <a:gd name="connsiteX15" fmla="*/ 3608411 w 6645964"/>
                  <a:gd name="connsiteY15" fmla="*/ 3758 h 5184963"/>
                  <a:gd name="connsiteX16" fmla="*/ 4238611 w 6645964"/>
                  <a:gd name="connsiteY16" fmla="*/ 28660 h 5184963"/>
                  <a:gd name="connsiteX17" fmla="*/ 4699444 w 6645964"/>
                  <a:gd name="connsiteY17" fmla="*/ 150895 h 5184963"/>
                  <a:gd name="connsiteX18" fmla="*/ 5015711 w 6645964"/>
                  <a:gd name="connsiteY18" fmla="*/ 353907 h 5184963"/>
                  <a:gd name="connsiteX19" fmla="*/ 5300174 w 6645964"/>
                  <a:gd name="connsiteY19" fmla="*/ 1951583 h 5184963"/>
                  <a:gd name="connsiteX20" fmla="*/ 5274922 w 6645964"/>
                  <a:gd name="connsiteY20" fmla="*/ 2698734 h 5184963"/>
                  <a:gd name="connsiteX21" fmla="*/ 5596476 w 6645964"/>
                  <a:gd name="connsiteY21" fmla="*/ 3118221 h 5184963"/>
                  <a:gd name="connsiteX22" fmla="*/ 5596925 w 6645964"/>
                  <a:gd name="connsiteY22" fmla="*/ 3118362 h 5184963"/>
                  <a:gd name="connsiteX23" fmla="*/ 5606515 w 6645964"/>
                  <a:gd name="connsiteY23" fmla="*/ 3125613 h 5184963"/>
                  <a:gd name="connsiteX24" fmla="*/ 6359487 w 6645964"/>
                  <a:gd name="connsiteY24" fmla="*/ 3757668 h 5184963"/>
                  <a:gd name="connsiteX25" fmla="*/ 6628933 w 6645964"/>
                  <a:gd name="connsiteY25" fmla="*/ 4397762 h 5184963"/>
                  <a:gd name="connsiteX26" fmla="*/ 6370341 w 6645964"/>
                  <a:gd name="connsiteY26" fmla="*/ 4682648 h 5184963"/>
                  <a:gd name="connsiteX27" fmla="*/ 5735557 w 6645964"/>
                  <a:gd name="connsiteY27" fmla="*/ 4918825 h 5184963"/>
                  <a:gd name="connsiteX28" fmla="*/ 4639604 w 6645964"/>
                  <a:gd name="connsiteY28" fmla="*/ 5090724 h 5184963"/>
                  <a:gd name="connsiteX29" fmla="*/ 2997305 w 6645964"/>
                  <a:gd name="connsiteY29" fmla="*/ 5182041 h 5184963"/>
                  <a:gd name="connsiteX30" fmla="*/ 2997305 w 6645964"/>
                  <a:gd name="connsiteY30" fmla="*/ 5182041 h 5184963"/>
                  <a:gd name="connsiteX31" fmla="*/ 2750045 w 6645964"/>
                  <a:gd name="connsiteY31" fmla="*/ 5184936 h 5184963"/>
                  <a:gd name="connsiteX32" fmla="*/ 910146 w 6645964"/>
                  <a:gd name="connsiteY32" fmla="*/ 2101362 h 5184963"/>
                  <a:gd name="connsiteX33" fmla="*/ 860823 w 6645964"/>
                  <a:gd name="connsiteY33" fmla="*/ 2119856 h 5184963"/>
                  <a:gd name="connsiteX34" fmla="*/ 594525 w 6645964"/>
                  <a:gd name="connsiteY34" fmla="*/ 2376410 h 5184963"/>
                  <a:gd name="connsiteX35" fmla="*/ 271791 w 6645964"/>
                  <a:gd name="connsiteY35" fmla="*/ 2857535 h 5184963"/>
                  <a:gd name="connsiteX36" fmla="*/ 47730 w 6645964"/>
                  <a:gd name="connsiteY36" fmla="*/ 4097642 h 5184963"/>
                  <a:gd name="connsiteX37" fmla="*/ 832843 w 6645964"/>
                  <a:gd name="connsiteY37" fmla="*/ 4885548 h 5184963"/>
                  <a:gd name="connsiteX38" fmla="*/ 2997193 w 6645964"/>
                  <a:gd name="connsiteY38" fmla="*/ 5176926 h 5184963"/>
                  <a:gd name="connsiteX39" fmla="*/ 2997193 w 6645964"/>
                  <a:gd name="connsiteY39" fmla="*/ 5176926 h 5184963"/>
                  <a:gd name="connsiteX40" fmla="*/ 5734349 w 6645964"/>
                  <a:gd name="connsiteY40" fmla="*/ 4913850 h 5184963"/>
                  <a:gd name="connsiteX41" fmla="*/ 6367670 w 6645964"/>
                  <a:gd name="connsiteY41" fmla="*/ 4678263 h 5184963"/>
                  <a:gd name="connsiteX42" fmla="*/ 6624041 w 6645964"/>
                  <a:gd name="connsiteY42" fmla="*/ 4396188 h 5184963"/>
                  <a:gd name="connsiteX43" fmla="*/ 6355747 w 6645964"/>
                  <a:gd name="connsiteY43" fmla="*/ 3761181 h 5184963"/>
                  <a:gd name="connsiteX44" fmla="*/ 5603421 w 6645964"/>
                  <a:gd name="connsiteY44" fmla="*/ 3129688 h 5184963"/>
                  <a:gd name="connsiteX45" fmla="*/ 5594564 w 6645964"/>
                  <a:gd name="connsiteY45" fmla="*/ 3122999 h 5184963"/>
                  <a:gd name="connsiteX46" fmla="*/ 5367268 w 6645964"/>
                  <a:gd name="connsiteY46" fmla="*/ 2966334 h 5184963"/>
                  <a:gd name="connsiteX47" fmla="*/ 5269861 w 6645964"/>
                  <a:gd name="connsiteY47" fmla="*/ 2699521 h 5184963"/>
                  <a:gd name="connsiteX48" fmla="*/ 5295084 w 6645964"/>
                  <a:gd name="connsiteY48" fmla="*/ 1951077 h 5184963"/>
                  <a:gd name="connsiteX49" fmla="*/ 5012196 w 6645964"/>
                  <a:gd name="connsiteY49" fmla="*/ 357645 h 5184963"/>
                  <a:gd name="connsiteX50" fmla="*/ 4237880 w 6645964"/>
                  <a:gd name="connsiteY50" fmla="*/ 33747 h 5184963"/>
                  <a:gd name="connsiteX51" fmla="*/ 2784745 w 6645964"/>
                  <a:gd name="connsiteY51" fmla="*/ 97774 h 5184963"/>
                  <a:gd name="connsiteX52" fmla="*/ 2029326 w 6645964"/>
                  <a:gd name="connsiteY52" fmla="*/ 694331 h 5184963"/>
                  <a:gd name="connsiteX53" fmla="*/ 1514391 w 6645964"/>
                  <a:gd name="connsiteY53" fmla="*/ 1714534 h 5184963"/>
                  <a:gd name="connsiteX54" fmla="*/ 1014274 w 6645964"/>
                  <a:gd name="connsiteY54" fmla="*/ 2506487 h 5184963"/>
                  <a:gd name="connsiteX55" fmla="*/ 830847 w 6645964"/>
                  <a:gd name="connsiteY55" fmla="*/ 2368316 h 5184963"/>
                  <a:gd name="connsiteX56" fmla="*/ 830031 w 6645964"/>
                  <a:gd name="connsiteY56" fmla="*/ 2366995 h 5184963"/>
                  <a:gd name="connsiteX57" fmla="*/ 830819 w 6645964"/>
                  <a:gd name="connsiteY57" fmla="*/ 2365646 h 5184963"/>
                  <a:gd name="connsiteX58" fmla="*/ 924852 w 6645964"/>
                  <a:gd name="connsiteY58" fmla="*/ 2106533 h 5184963"/>
                  <a:gd name="connsiteX59" fmla="*/ 910146 w 6645964"/>
                  <a:gd name="connsiteY59" fmla="*/ 2101334 h 5184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645964" h="5184963">
                    <a:moveTo>
                      <a:pt x="2750073" y="5184964"/>
                    </a:moveTo>
                    <a:cubicBezTo>
                      <a:pt x="2364603" y="5184964"/>
                      <a:pt x="2015800" y="5163041"/>
                      <a:pt x="1710388" y="5119505"/>
                    </a:cubicBezTo>
                    <a:cubicBezTo>
                      <a:pt x="1367772" y="5070684"/>
                      <a:pt x="1071836" y="4993560"/>
                      <a:pt x="830819" y="4890269"/>
                    </a:cubicBezTo>
                    <a:cubicBezTo>
                      <a:pt x="405980" y="4708197"/>
                      <a:pt x="140835" y="4441973"/>
                      <a:pt x="42809" y="4099048"/>
                    </a:cubicBezTo>
                    <a:cubicBezTo>
                      <a:pt x="-11688" y="3908431"/>
                      <a:pt x="-14163" y="3694485"/>
                      <a:pt x="35441" y="3463170"/>
                    </a:cubicBezTo>
                    <a:cubicBezTo>
                      <a:pt x="77396" y="3267578"/>
                      <a:pt x="155402" y="3062992"/>
                      <a:pt x="267292" y="2855118"/>
                    </a:cubicBezTo>
                    <a:cubicBezTo>
                      <a:pt x="383737" y="2638755"/>
                      <a:pt x="507381" y="2473602"/>
                      <a:pt x="590589" y="2373150"/>
                    </a:cubicBezTo>
                    <a:cubicBezTo>
                      <a:pt x="691793" y="2250972"/>
                      <a:pt x="791844" y="2154652"/>
                      <a:pt x="858208" y="2115443"/>
                    </a:cubicBezTo>
                    <a:cubicBezTo>
                      <a:pt x="892655" y="2095094"/>
                      <a:pt x="916304" y="2090878"/>
                      <a:pt x="928452" y="2102936"/>
                    </a:cubicBezTo>
                    <a:cubicBezTo>
                      <a:pt x="953704" y="2128007"/>
                      <a:pt x="921759" y="2219268"/>
                      <a:pt x="836021" y="2366911"/>
                    </a:cubicBezTo>
                    <a:cubicBezTo>
                      <a:pt x="895889" y="2461882"/>
                      <a:pt x="954097" y="2505896"/>
                      <a:pt x="1013881" y="2501399"/>
                    </a:cubicBezTo>
                    <a:cubicBezTo>
                      <a:pt x="1086009" y="2495975"/>
                      <a:pt x="1161174" y="2420566"/>
                      <a:pt x="1250455" y="2264013"/>
                    </a:cubicBezTo>
                    <a:cubicBezTo>
                      <a:pt x="1331610" y="2121683"/>
                      <a:pt x="1418107" y="1922943"/>
                      <a:pt x="1509695" y="1712511"/>
                    </a:cubicBezTo>
                    <a:cubicBezTo>
                      <a:pt x="1654851" y="1378945"/>
                      <a:pt x="1819382" y="1000886"/>
                      <a:pt x="2025052" y="691492"/>
                    </a:cubicBezTo>
                    <a:cubicBezTo>
                      <a:pt x="2263454" y="332911"/>
                      <a:pt x="2511671" y="137038"/>
                      <a:pt x="2783930" y="92714"/>
                    </a:cubicBezTo>
                    <a:cubicBezTo>
                      <a:pt x="3085405" y="43613"/>
                      <a:pt x="3362810" y="13708"/>
                      <a:pt x="3608411" y="3758"/>
                    </a:cubicBezTo>
                    <a:cubicBezTo>
                      <a:pt x="3842230" y="-5686"/>
                      <a:pt x="4054256" y="2690"/>
                      <a:pt x="4238611" y="28660"/>
                    </a:cubicBezTo>
                    <a:cubicBezTo>
                      <a:pt x="4413041" y="53253"/>
                      <a:pt x="4568067" y="94373"/>
                      <a:pt x="4699444" y="150895"/>
                    </a:cubicBezTo>
                    <a:cubicBezTo>
                      <a:pt x="4822695" y="203903"/>
                      <a:pt x="4929101" y="272230"/>
                      <a:pt x="5015711" y="353907"/>
                    </a:cubicBezTo>
                    <a:cubicBezTo>
                      <a:pt x="5425955" y="740847"/>
                      <a:pt x="5359142" y="1384088"/>
                      <a:pt x="5300174" y="1951583"/>
                    </a:cubicBezTo>
                    <a:cubicBezTo>
                      <a:pt x="5271323" y="2229302"/>
                      <a:pt x="5244074" y="2491590"/>
                      <a:pt x="5274922" y="2698734"/>
                    </a:cubicBezTo>
                    <a:cubicBezTo>
                      <a:pt x="5309285" y="2929459"/>
                      <a:pt x="5411445" y="3062739"/>
                      <a:pt x="5596476" y="3118221"/>
                    </a:cubicBezTo>
                    <a:lnTo>
                      <a:pt x="5596925" y="3118362"/>
                    </a:lnTo>
                    <a:lnTo>
                      <a:pt x="5606515" y="3125613"/>
                    </a:lnTo>
                    <a:cubicBezTo>
                      <a:pt x="5862379" y="3319322"/>
                      <a:pt x="6152382" y="3538860"/>
                      <a:pt x="6359487" y="3757668"/>
                    </a:cubicBezTo>
                    <a:cubicBezTo>
                      <a:pt x="6598395" y="4010119"/>
                      <a:pt x="6686524" y="4219484"/>
                      <a:pt x="6628933" y="4397762"/>
                    </a:cubicBezTo>
                    <a:cubicBezTo>
                      <a:pt x="6594880" y="4503189"/>
                      <a:pt x="6507877" y="4599031"/>
                      <a:pt x="6370341" y="4682648"/>
                    </a:cubicBezTo>
                    <a:cubicBezTo>
                      <a:pt x="6221304" y="4773263"/>
                      <a:pt x="6007732" y="4852719"/>
                      <a:pt x="5735557" y="4918825"/>
                    </a:cubicBezTo>
                    <a:cubicBezTo>
                      <a:pt x="5443643" y="4989709"/>
                      <a:pt x="5074904" y="5047553"/>
                      <a:pt x="4639604" y="5090724"/>
                    </a:cubicBezTo>
                    <a:cubicBezTo>
                      <a:pt x="4176607" y="5136621"/>
                      <a:pt x="3624074" y="5167370"/>
                      <a:pt x="2997305" y="5182041"/>
                    </a:cubicBezTo>
                    <a:lnTo>
                      <a:pt x="2997305" y="5182041"/>
                    </a:lnTo>
                    <a:cubicBezTo>
                      <a:pt x="2913310" y="5183980"/>
                      <a:pt x="2830890" y="5184936"/>
                      <a:pt x="2750045" y="5184936"/>
                    </a:cubicBezTo>
                    <a:close/>
                    <a:moveTo>
                      <a:pt x="910146" y="2101362"/>
                    </a:moveTo>
                    <a:cubicBezTo>
                      <a:pt x="898279" y="2101362"/>
                      <a:pt x="881604" y="2107573"/>
                      <a:pt x="860823" y="2119856"/>
                    </a:cubicBezTo>
                    <a:cubicBezTo>
                      <a:pt x="794937" y="2158783"/>
                      <a:pt x="695392" y="2254682"/>
                      <a:pt x="594525" y="2376410"/>
                    </a:cubicBezTo>
                    <a:cubicBezTo>
                      <a:pt x="511459" y="2476694"/>
                      <a:pt x="388039" y="2641566"/>
                      <a:pt x="271791" y="2857535"/>
                    </a:cubicBezTo>
                    <a:cubicBezTo>
                      <a:pt x="99415" y="3177834"/>
                      <a:pt x="-79401" y="3652972"/>
                      <a:pt x="47730" y="4097642"/>
                    </a:cubicBezTo>
                    <a:cubicBezTo>
                      <a:pt x="145335" y="4439022"/>
                      <a:pt x="409467" y="4704121"/>
                      <a:pt x="832843" y="4885548"/>
                    </a:cubicBezTo>
                    <a:cubicBezTo>
                      <a:pt x="1334141" y="5100392"/>
                      <a:pt x="2062339" y="5198427"/>
                      <a:pt x="2997193" y="5176926"/>
                    </a:cubicBezTo>
                    <a:lnTo>
                      <a:pt x="2997193" y="5176926"/>
                    </a:lnTo>
                    <a:cubicBezTo>
                      <a:pt x="4211954" y="5148454"/>
                      <a:pt x="5132859" y="5059919"/>
                      <a:pt x="5734349" y="4913850"/>
                    </a:cubicBezTo>
                    <a:cubicBezTo>
                      <a:pt x="6005989" y="4847885"/>
                      <a:pt x="6219083" y="4768597"/>
                      <a:pt x="6367670" y="4678263"/>
                    </a:cubicBezTo>
                    <a:cubicBezTo>
                      <a:pt x="6504109" y="4595293"/>
                      <a:pt x="6590353" y="4500406"/>
                      <a:pt x="6624041" y="4396188"/>
                    </a:cubicBezTo>
                    <a:cubicBezTo>
                      <a:pt x="6681012" y="4219849"/>
                      <a:pt x="6593249" y="4012143"/>
                      <a:pt x="6355747" y="3761181"/>
                    </a:cubicBezTo>
                    <a:cubicBezTo>
                      <a:pt x="6148951" y="3542683"/>
                      <a:pt x="5859118" y="3323257"/>
                      <a:pt x="5603421" y="3129688"/>
                    </a:cubicBezTo>
                    <a:lnTo>
                      <a:pt x="5594564" y="3122999"/>
                    </a:lnTo>
                    <a:cubicBezTo>
                      <a:pt x="5496031" y="3093375"/>
                      <a:pt x="5421653" y="3042109"/>
                      <a:pt x="5367268" y="2966334"/>
                    </a:cubicBezTo>
                    <a:cubicBezTo>
                      <a:pt x="5318283" y="2898092"/>
                      <a:pt x="5286423" y="2810794"/>
                      <a:pt x="5269861" y="2699521"/>
                    </a:cubicBezTo>
                    <a:cubicBezTo>
                      <a:pt x="5238929" y="2491731"/>
                      <a:pt x="5266205" y="2229105"/>
                      <a:pt x="5295084" y="1951077"/>
                    </a:cubicBezTo>
                    <a:cubicBezTo>
                      <a:pt x="5353911" y="1384735"/>
                      <a:pt x="5420612" y="742842"/>
                      <a:pt x="5012196" y="357645"/>
                    </a:cubicBezTo>
                    <a:cubicBezTo>
                      <a:pt x="4832058" y="187770"/>
                      <a:pt x="4578781" y="81809"/>
                      <a:pt x="4237880" y="33747"/>
                    </a:cubicBezTo>
                    <a:cubicBezTo>
                      <a:pt x="3860930" y="-19402"/>
                      <a:pt x="3372006" y="2128"/>
                      <a:pt x="2784745" y="97774"/>
                    </a:cubicBezTo>
                    <a:cubicBezTo>
                      <a:pt x="2513977" y="141872"/>
                      <a:pt x="2266885" y="336987"/>
                      <a:pt x="2029326" y="694331"/>
                    </a:cubicBezTo>
                    <a:cubicBezTo>
                      <a:pt x="1823881" y="1003332"/>
                      <a:pt x="1659462" y="1381165"/>
                      <a:pt x="1514391" y="1714534"/>
                    </a:cubicBezTo>
                    <a:cubicBezTo>
                      <a:pt x="1324777" y="2150267"/>
                      <a:pt x="1175009" y="2494429"/>
                      <a:pt x="1014274" y="2506487"/>
                    </a:cubicBezTo>
                    <a:cubicBezTo>
                      <a:pt x="952129" y="2511124"/>
                      <a:pt x="892121" y="2465957"/>
                      <a:pt x="830847" y="2368316"/>
                    </a:cubicBezTo>
                    <a:lnTo>
                      <a:pt x="830031" y="2366995"/>
                    </a:lnTo>
                    <a:lnTo>
                      <a:pt x="830819" y="2365646"/>
                    </a:lnTo>
                    <a:cubicBezTo>
                      <a:pt x="948080" y="2163955"/>
                      <a:pt x="935651" y="2117270"/>
                      <a:pt x="924852" y="2106533"/>
                    </a:cubicBezTo>
                    <a:cubicBezTo>
                      <a:pt x="921337" y="2103048"/>
                      <a:pt x="916416" y="2101334"/>
                      <a:pt x="910146" y="2101334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885BE3DA-89BB-9490-D16D-C656D6FB78E8}"/>
                  </a:ext>
                </a:extLst>
              </p:cNvPr>
              <p:cNvSpPr/>
              <p:nvPr/>
            </p:nvSpPr>
            <p:spPr>
              <a:xfrm>
                <a:off x="-1312493" y="946649"/>
                <a:ext cx="6905449" cy="5201861"/>
              </a:xfrm>
              <a:custGeom>
                <a:avLst/>
                <a:gdLst>
                  <a:gd name="connsiteX0" fmla="*/ 2827170 w 6905449"/>
                  <a:gd name="connsiteY0" fmla="*/ 5201862 h 5201861"/>
                  <a:gd name="connsiteX1" fmla="*/ 1745445 w 6905449"/>
                  <a:gd name="connsiteY1" fmla="*/ 5137498 h 5201861"/>
                  <a:gd name="connsiteX2" fmla="*/ 833229 w 6905449"/>
                  <a:gd name="connsiteY2" fmla="*/ 4911130 h 5201861"/>
                  <a:gd name="connsiteX3" fmla="*/ 34421 w 6905449"/>
                  <a:gd name="connsiteY3" fmla="*/ 4125529 h 5201861"/>
                  <a:gd name="connsiteX4" fmla="*/ 55455 w 6905449"/>
                  <a:gd name="connsiteY4" fmla="*/ 3468909 h 5201861"/>
                  <a:gd name="connsiteX5" fmla="*/ 342111 w 6905449"/>
                  <a:gd name="connsiteY5" fmla="*/ 2837416 h 5201861"/>
                  <a:gd name="connsiteX6" fmla="*/ 724235 w 6905449"/>
                  <a:gd name="connsiteY6" fmla="*/ 2335381 h 5201861"/>
                  <a:gd name="connsiteX7" fmla="*/ 1032291 w 6905449"/>
                  <a:gd name="connsiteY7" fmla="*/ 2067078 h 5201861"/>
                  <a:gd name="connsiteX8" fmla="*/ 1108862 w 6905449"/>
                  <a:gd name="connsiteY8" fmla="*/ 2055076 h 5201861"/>
                  <a:gd name="connsiteX9" fmla="*/ 979960 w 6905449"/>
                  <a:gd name="connsiteY9" fmla="*/ 2344122 h 5201861"/>
                  <a:gd name="connsiteX10" fmla="*/ 1077930 w 6905449"/>
                  <a:gd name="connsiteY10" fmla="*/ 2478470 h 5201861"/>
                  <a:gd name="connsiteX11" fmla="*/ 1489609 w 6905449"/>
                  <a:gd name="connsiteY11" fmla="*/ 1829045 h 5201861"/>
                  <a:gd name="connsiteX12" fmla="*/ 2068124 w 6905449"/>
                  <a:gd name="connsiteY12" fmla="*/ 763759 h 5201861"/>
                  <a:gd name="connsiteX13" fmla="*/ 2445946 w 6905449"/>
                  <a:gd name="connsiteY13" fmla="*/ 334463 h 5201861"/>
                  <a:gd name="connsiteX14" fmla="*/ 2890244 w 6905449"/>
                  <a:gd name="connsiteY14" fmla="*/ 114081 h 5201861"/>
                  <a:gd name="connsiteX15" fmla="*/ 5331407 w 6905449"/>
                  <a:gd name="connsiteY15" fmla="*/ 364368 h 5201861"/>
                  <a:gd name="connsiteX16" fmla="*/ 5619920 w 6905449"/>
                  <a:gd name="connsiteY16" fmla="*/ 1099658 h 5201861"/>
                  <a:gd name="connsiteX17" fmla="*/ 5544670 w 6905449"/>
                  <a:gd name="connsiteY17" fmla="*/ 1979639 h 5201861"/>
                  <a:gd name="connsiteX18" fmla="*/ 5477744 w 6905449"/>
                  <a:gd name="connsiteY18" fmla="*/ 2714395 h 5201861"/>
                  <a:gd name="connsiteX19" fmla="*/ 5707879 w 6905449"/>
                  <a:gd name="connsiteY19" fmla="*/ 3199538 h 5201861"/>
                  <a:gd name="connsiteX20" fmla="*/ 6555898 w 6905449"/>
                  <a:gd name="connsiteY20" fmla="*/ 3801829 h 5201861"/>
                  <a:gd name="connsiteX21" fmla="*/ 6894098 w 6905449"/>
                  <a:gd name="connsiteY21" fmla="*/ 4427897 h 5201861"/>
                  <a:gd name="connsiteX22" fmla="*/ 6639555 w 6905449"/>
                  <a:gd name="connsiteY22" fmla="*/ 4706178 h 5201861"/>
                  <a:gd name="connsiteX23" fmla="*/ 5981741 w 6905449"/>
                  <a:gd name="connsiteY23" fmla="*/ 4938168 h 5201861"/>
                  <a:gd name="connsiteX24" fmla="*/ 4828479 w 6905449"/>
                  <a:gd name="connsiteY24" fmla="*/ 5107959 h 5201861"/>
                  <a:gd name="connsiteX25" fmla="*/ 3087478 w 6905449"/>
                  <a:gd name="connsiteY25" fmla="*/ 5198882 h 5201861"/>
                  <a:gd name="connsiteX26" fmla="*/ 2827170 w 6905449"/>
                  <a:gd name="connsiteY26" fmla="*/ 5201778 h 5201861"/>
                  <a:gd name="connsiteX27" fmla="*/ 1089066 w 6905449"/>
                  <a:gd name="connsiteY27" fmla="*/ 2052181 h 5201861"/>
                  <a:gd name="connsiteX28" fmla="*/ 1034513 w 6905449"/>
                  <a:gd name="connsiteY28" fmla="*/ 2071181 h 5201861"/>
                  <a:gd name="connsiteX29" fmla="*/ 346048 w 6905449"/>
                  <a:gd name="connsiteY29" fmla="*/ 2839889 h 5201861"/>
                  <a:gd name="connsiteX30" fmla="*/ 38892 w 6905449"/>
                  <a:gd name="connsiteY30" fmla="*/ 4124349 h 5201861"/>
                  <a:gd name="connsiteX31" fmla="*/ 834972 w 6905449"/>
                  <a:gd name="connsiteY31" fmla="*/ 4906858 h 5201861"/>
                  <a:gd name="connsiteX32" fmla="*/ 3087366 w 6905449"/>
                  <a:gd name="connsiteY32" fmla="*/ 5194357 h 5201861"/>
                  <a:gd name="connsiteX33" fmla="*/ 3087366 w 6905449"/>
                  <a:gd name="connsiteY33" fmla="*/ 5194357 h 5201861"/>
                  <a:gd name="connsiteX34" fmla="*/ 5980700 w 6905449"/>
                  <a:gd name="connsiteY34" fmla="*/ 4933755 h 5201861"/>
                  <a:gd name="connsiteX35" fmla="*/ 6637221 w 6905449"/>
                  <a:gd name="connsiteY35" fmla="*/ 4702271 h 5201861"/>
                  <a:gd name="connsiteX36" fmla="*/ 6889655 w 6905449"/>
                  <a:gd name="connsiteY36" fmla="*/ 4426717 h 5201861"/>
                  <a:gd name="connsiteX37" fmla="*/ 5705405 w 6905449"/>
                  <a:gd name="connsiteY37" fmla="*/ 3203473 h 5201861"/>
                  <a:gd name="connsiteX38" fmla="*/ 5533703 w 6905449"/>
                  <a:gd name="connsiteY38" fmla="*/ 3001051 h 5201861"/>
                  <a:gd name="connsiteX39" fmla="*/ 5473132 w 6905449"/>
                  <a:gd name="connsiteY39" fmla="*/ 2714676 h 5201861"/>
                  <a:gd name="connsiteX40" fmla="*/ 5540086 w 6905449"/>
                  <a:gd name="connsiteY40" fmla="*/ 1978992 h 5201861"/>
                  <a:gd name="connsiteX41" fmla="*/ 5328146 w 6905449"/>
                  <a:gd name="connsiteY41" fmla="*/ 367712 h 5201861"/>
                  <a:gd name="connsiteX42" fmla="*/ 2890975 w 6905449"/>
                  <a:gd name="connsiteY42" fmla="*/ 118690 h 5201861"/>
                  <a:gd name="connsiteX43" fmla="*/ 2071892 w 6905449"/>
                  <a:gd name="connsiteY43" fmla="*/ 766457 h 5201861"/>
                  <a:gd name="connsiteX44" fmla="*/ 1493770 w 6905449"/>
                  <a:gd name="connsiteY44" fmla="*/ 1831097 h 5201861"/>
                  <a:gd name="connsiteX45" fmla="*/ 1081445 w 6905449"/>
                  <a:gd name="connsiteY45" fmla="*/ 2483276 h 5201861"/>
                  <a:gd name="connsiteX46" fmla="*/ 1077593 w 6905449"/>
                  <a:gd name="connsiteY46" fmla="*/ 2483136 h 5201861"/>
                  <a:gd name="connsiteX47" fmla="*/ 975179 w 6905449"/>
                  <a:gd name="connsiteY47" fmla="*/ 2344515 h 5201861"/>
                  <a:gd name="connsiteX48" fmla="*/ 974842 w 6905449"/>
                  <a:gd name="connsiteY48" fmla="*/ 2343447 h 5201861"/>
                  <a:gd name="connsiteX49" fmla="*/ 975489 w 6905449"/>
                  <a:gd name="connsiteY49" fmla="*/ 2342520 h 5201861"/>
                  <a:gd name="connsiteX50" fmla="*/ 1092524 w 6905449"/>
                  <a:gd name="connsiteY50" fmla="*/ 2143443 h 5201861"/>
                  <a:gd name="connsiteX51" fmla="*/ 1105432 w 6905449"/>
                  <a:gd name="connsiteY51" fmla="*/ 2058252 h 5201861"/>
                  <a:gd name="connsiteX52" fmla="*/ 1089066 w 6905449"/>
                  <a:gd name="connsiteY52" fmla="*/ 2052209 h 5201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6905449" h="5201861">
                    <a:moveTo>
                      <a:pt x="2827170" y="5201862"/>
                    </a:moveTo>
                    <a:cubicBezTo>
                      <a:pt x="2425362" y="5201862"/>
                      <a:pt x="2062444" y="5180304"/>
                      <a:pt x="1745445" y="5137498"/>
                    </a:cubicBezTo>
                    <a:cubicBezTo>
                      <a:pt x="1388714" y="5089324"/>
                      <a:pt x="1081783" y="5013184"/>
                      <a:pt x="833229" y="4911130"/>
                    </a:cubicBezTo>
                    <a:cubicBezTo>
                      <a:pt x="393824" y="4730715"/>
                      <a:pt x="125080" y="4466403"/>
                      <a:pt x="34421" y="4125529"/>
                    </a:cubicBezTo>
                    <a:cubicBezTo>
                      <a:pt x="-17686" y="3929600"/>
                      <a:pt x="-10600" y="3708684"/>
                      <a:pt x="55455" y="3468909"/>
                    </a:cubicBezTo>
                    <a:cubicBezTo>
                      <a:pt x="111273" y="3266319"/>
                      <a:pt x="207725" y="3053863"/>
                      <a:pt x="342111" y="2837416"/>
                    </a:cubicBezTo>
                    <a:cubicBezTo>
                      <a:pt x="481812" y="2612397"/>
                      <a:pt x="627024" y="2440189"/>
                      <a:pt x="724235" y="2335381"/>
                    </a:cubicBezTo>
                    <a:cubicBezTo>
                      <a:pt x="842368" y="2207975"/>
                      <a:pt x="957548" y="2107691"/>
                      <a:pt x="1032291" y="2067078"/>
                    </a:cubicBezTo>
                    <a:cubicBezTo>
                      <a:pt x="1071181" y="2045942"/>
                      <a:pt x="1096939" y="2041922"/>
                      <a:pt x="1108862" y="2055076"/>
                    </a:cubicBezTo>
                    <a:cubicBezTo>
                      <a:pt x="1134142" y="2082986"/>
                      <a:pt x="1089572" y="2182932"/>
                      <a:pt x="979960" y="2344122"/>
                    </a:cubicBezTo>
                    <a:cubicBezTo>
                      <a:pt x="1008052" y="2431982"/>
                      <a:pt x="1040109" y="2475913"/>
                      <a:pt x="1077930" y="2478470"/>
                    </a:cubicBezTo>
                    <a:cubicBezTo>
                      <a:pt x="1178375" y="2485216"/>
                      <a:pt x="1315770" y="2195664"/>
                      <a:pt x="1489609" y="1829045"/>
                    </a:cubicBezTo>
                    <a:cubicBezTo>
                      <a:pt x="1644466" y="1502534"/>
                      <a:pt x="1837173" y="1096144"/>
                      <a:pt x="2068124" y="763759"/>
                    </a:cubicBezTo>
                    <a:cubicBezTo>
                      <a:pt x="2194889" y="581321"/>
                      <a:pt x="2318477" y="440901"/>
                      <a:pt x="2445946" y="334463"/>
                    </a:cubicBezTo>
                    <a:cubicBezTo>
                      <a:pt x="2590877" y="213465"/>
                      <a:pt x="2740363" y="139320"/>
                      <a:pt x="2890244" y="114081"/>
                    </a:cubicBezTo>
                    <a:cubicBezTo>
                      <a:pt x="4146032" y="-97335"/>
                      <a:pt x="4944559" y="-15461"/>
                      <a:pt x="5331407" y="364368"/>
                    </a:cubicBezTo>
                    <a:cubicBezTo>
                      <a:pt x="5508985" y="538711"/>
                      <a:pt x="5603357" y="779245"/>
                      <a:pt x="5619920" y="1099658"/>
                    </a:cubicBezTo>
                    <a:cubicBezTo>
                      <a:pt x="5634486" y="1381620"/>
                      <a:pt x="5588819" y="1685646"/>
                      <a:pt x="5544670" y="1979639"/>
                    </a:cubicBezTo>
                    <a:cubicBezTo>
                      <a:pt x="5504402" y="2247801"/>
                      <a:pt x="5466356" y="2501096"/>
                      <a:pt x="5477744" y="2714395"/>
                    </a:cubicBezTo>
                    <a:cubicBezTo>
                      <a:pt x="5490511" y="2953299"/>
                      <a:pt x="5563623" y="3107462"/>
                      <a:pt x="5707879" y="3199538"/>
                    </a:cubicBezTo>
                    <a:cubicBezTo>
                      <a:pt x="5976567" y="3371071"/>
                      <a:pt x="6310972" y="3584567"/>
                      <a:pt x="6555898" y="3801829"/>
                    </a:cubicBezTo>
                    <a:cubicBezTo>
                      <a:pt x="6832712" y="4047394"/>
                      <a:pt x="6943337" y="4252177"/>
                      <a:pt x="6894098" y="4427897"/>
                    </a:cubicBezTo>
                    <a:cubicBezTo>
                      <a:pt x="6865303" y="4530682"/>
                      <a:pt x="6779649" y="4624305"/>
                      <a:pt x="6639555" y="4706178"/>
                    </a:cubicBezTo>
                    <a:cubicBezTo>
                      <a:pt x="6487481" y="4795051"/>
                      <a:pt x="6266148" y="4873102"/>
                      <a:pt x="5981741" y="4938168"/>
                    </a:cubicBezTo>
                    <a:cubicBezTo>
                      <a:pt x="5676104" y="5008097"/>
                      <a:pt x="5288102" y="5065209"/>
                      <a:pt x="4828479" y="5107959"/>
                    </a:cubicBezTo>
                    <a:cubicBezTo>
                      <a:pt x="4338739" y="5153491"/>
                      <a:pt x="3752969" y="5184099"/>
                      <a:pt x="3087478" y="5198882"/>
                    </a:cubicBezTo>
                    <a:cubicBezTo>
                      <a:pt x="2999012" y="5200822"/>
                      <a:pt x="2912205" y="5201778"/>
                      <a:pt x="2827170" y="5201778"/>
                    </a:cubicBezTo>
                    <a:close/>
                    <a:moveTo>
                      <a:pt x="1089066" y="2052181"/>
                    </a:moveTo>
                    <a:cubicBezTo>
                      <a:pt x="1076159" y="2052181"/>
                      <a:pt x="1057740" y="2058561"/>
                      <a:pt x="1034513" y="2071181"/>
                    </a:cubicBezTo>
                    <a:cubicBezTo>
                      <a:pt x="881286" y="2154376"/>
                      <a:pt x="574496" y="2471949"/>
                      <a:pt x="346048" y="2839889"/>
                    </a:cubicBezTo>
                    <a:cubicBezTo>
                      <a:pt x="138859" y="3173596"/>
                      <a:pt x="-82643" y="3667340"/>
                      <a:pt x="38892" y="4124349"/>
                    </a:cubicBezTo>
                    <a:cubicBezTo>
                      <a:pt x="129157" y="4463761"/>
                      <a:pt x="397002" y="4727033"/>
                      <a:pt x="834972" y="4906858"/>
                    </a:cubicBezTo>
                    <a:cubicBezTo>
                      <a:pt x="1351708" y="5119004"/>
                      <a:pt x="2109545" y="5215746"/>
                      <a:pt x="3087366" y="5194357"/>
                    </a:cubicBezTo>
                    <a:lnTo>
                      <a:pt x="3087366" y="5194357"/>
                    </a:lnTo>
                    <a:cubicBezTo>
                      <a:pt x="4376617" y="5165717"/>
                      <a:pt x="5350051" y="5078053"/>
                      <a:pt x="5980700" y="4933755"/>
                    </a:cubicBezTo>
                    <a:cubicBezTo>
                      <a:pt x="6264657" y="4868802"/>
                      <a:pt x="6485569" y="4790919"/>
                      <a:pt x="6637221" y="4702271"/>
                    </a:cubicBezTo>
                    <a:cubicBezTo>
                      <a:pt x="6776247" y="4621016"/>
                      <a:pt x="6861198" y="4528321"/>
                      <a:pt x="6889655" y="4426717"/>
                    </a:cubicBezTo>
                    <a:cubicBezTo>
                      <a:pt x="7000701" y="4030418"/>
                      <a:pt x="6252060" y="3552469"/>
                      <a:pt x="5705405" y="3203473"/>
                    </a:cubicBezTo>
                    <a:cubicBezTo>
                      <a:pt x="5628496" y="3154371"/>
                      <a:pt x="5572340" y="3088181"/>
                      <a:pt x="5533703" y="3001051"/>
                    </a:cubicBezTo>
                    <a:cubicBezTo>
                      <a:pt x="5499087" y="2922972"/>
                      <a:pt x="5479263" y="2829293"/>
                      <a:pt x="5473132" y="2714676"/>
                    </a:cubicBezTo>
                    <a:cubicBezTo>
                      <a:pt x="5461716" y="2500927"/>
                      <a:pt x="5499790" y="2247408"/>
                      <a:pt x="5540086" y="1978992"/>
                    </a:cubicBezTo>
                    <a:cubicBezTo>
                      <a:pt x="5626162" y="1405792"/>
                      <a:pt x="5723739" y="756086"/>
                      <a:pt x="5328146" y="367712"/>
                    </a:cubicBezTo>
                    <a:cubicBezTo>
                      <a:pt x="4942421" y="-10992"/>
                      <a:pt x="4145216" y="-92445"/>
                      <a:pt x="2890975" y="118690"/>
                    </a:cubicBezTo>
                    <a:cubicBezTo>
                      <a:pt x="2609774" y="166021"/>
                      <a:pt x="2341845" y="377915"/>
                      <a:pt x="2071892" y="766457"/>
                    </a:cubicBezTo>
                    <a:cubicBezTo>
                      <a:pt x="1841166" y="1098533"/>
                      <a:pt x="1648544" y="1504698"/>
                      <a:pt x="1493770" y="1831097"/>
                    </a:cubicBezTo>
                    <a:cubicBezTo>
                      <a:pt x="1314589" y="2208958"/>
                      <a:pt x="1184477" y="2483248"/>
                      <a:pt x="1081445" y="2483276"/>
                    </a:cubicBezTo>
                    <a:cubicBezTo>
                      <a:pt x="1080152" y="2483276"/>
                      <a:pt x="1078858" y="2483220"/>
                      <a:pt x="1077593" y="2483136"/>
                    </a:cubicBezTo>
                    <a:cubicBezTo>
                      <a:pt x="1037521" y="2480438"/>
                      <a:pt x="1004002" y="2435074"/>
                      <a:pt x="975179" y="2344515"/>
                    </a:cubicBezTo>
                    <a:lnTo>
                      <a:pt x="974842" y="2343447"/>
                    </a:lnTo>
                    <a:lnTo>
                      <a:pt x="975489" y="2342520"/>
                    </a:lnTo>
                    <a:cubicBezTo>
                      <a:pt x="1031673" y="2259971"/>
                      <a:pt x="1071041" y="2192994"/>
                      <a:pt x="1092524" y="2143443"/>
                    </a:cubicBezTo>
                    <a:cubicBezTo>
                      <a:pt x="1116623" y="2087876"/>
                      <a:pt x="1112827" y="2066431"/>
                      <a:pt x="1105432" y="2058252"/>
                    </a:cubicBezTo>
                    <a:cubicBezTo>
                      <a:pt x="1101776" y="2054233"/>
                      <a:pt x="1096293" y="2052209"/>
                      <a:pt x="1089066" y="2052209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3FB3CFB4-B610-6468-8DCC-5D84BC6A0E92}"/>
                  </a:ext>
                </a:extLst>
              </p:cNvPr>
              <p:cNvSpPr/>
              <p:nvPr/>
            </p:nvSpPr>
            <p:spPr>
              <a:xfrm>
                <a:off x="-1421884" y="970509"/>
                <a:ext cx="7119819" cy="5214933"/>
              </a:xfrm>
              <a:custGeom>
                <a:avLst/>
                <a:gdLst>
                  <a:gd name="connsiteX0" fmla="*/ 2910747 w 7119819"/>
                  <a:gd name="connsiteY0" fmla="*/ 5214934 h 5214933"/>
                  <a:gd name="connsiteX1" fmla="*/ 1787039 w 7119819"/>
                  <a:gd name="connsiteY1" fmla="*/ 5151470 h 5214933"/>
                  <a:gd name="connsiteX2" fmla="*/ 841388 w 7119819"/>
                  <a:gd name="connsiteY2" fmla="*/ 4927406 h 5214933"/>
                  <a:gd name="connsiteX3" fmla="*/ 28463 w 7119819"/>
                  <a:gd name="connsiteY3" fmla="*/ 4146078 h 5214933"/>
                  <a:gd name="connsiteX4" fmla="*/ 76661 w 7119819"/>
                  <a:gd name="connsiteY4" fmla="*/ 3470374 h 5214933"/>
                  <a:gd name="connsiteX5" fmla="*/ 417617 w 7119819"/>
                  <a:gd name="connsiteY5" fmla="*/ 2816845 h 5214933"/>
                  <a:gd name="connsiteX6" fmla="*/ 859328 w 7119819"/>
                  <a:gd name="connsiteY6" fmla="*/ 2295220 h 5214933"/>
                  <a:gd name="connsiteX7" fmla="*/ 1210295 w 7119819"/>
                  <a:gd name="connsiteY7" fmla="*/ 2015309 h 5214933"/>
                  <a:gd name="connsiteX8" fmla="*/ 1295893 w 7119819"/>
                  <a:gd name="connsiteY8" fmla="*/ 2003139 h 5214933"/>
                  <a:gd name="connsiteX9" fmla="*/ 1130097 w 7119819"/>
                  <a:gd name="connsiteY9" fmla="*/ 2317480 h 5214933"/>
                  <a:gd name="connsiteX10" fmla="*/ 1159145 w 7119819"/>
                  <a:gd name="connsiteY10" fmla="*/ 2451350 h 5214933"/>
                  <a:gd name="connsiteX11" fmla="*/ 1444086 w 7119819"/>
                  <a:gd name="connsiteY11" fmla="*/ 1986893 h 5214933"/>
                  <a:gd name="connsiteX12" fmla="*/ 2089330 w 7119819"/>
                  <a:gd name="connsiteY12" fmla="*/ 862977 h 5214933"/>
                  <a:gd name="connsiteX13" fmla="*/ 2517009 w 7119819"/>
                  <a:gd name="connsiteY13" fmla="*/ 381431 h 5214933"/>
                  <a:gd name="connsiteX14" fmla="*/ 3002840 w 7119819"/>
                  <a:gd name="connsiteY14" fmla="*/ 131706 h 5214933"/>
                  <a:gd name="connsiteX15" fmla="*/ 4309188 w 7119819"/>
                  <a:gd name="connsiteY15" fmla="*/ 0 h 5214933"/>
                  <a:gd name="connsiteX16" fmla="*/ 5604907 w 7119819"/>
                  <a:gd name="connsiteY16" fmla="*/ 378171 h 5214933"/>
                  <a:gd name="connsiteX17" fmla="*/ 5872920 w 7119819"/>
                  <a:gd name="connsiteY17" fmla="*/ 1145839 h 5214933"/>
                  <a:gd name="connsiteX18" fmla="*/ 5752678 w 7119819"/>
                  <a:gd name="connsiteY18" fmla="*/ 2061909 h 5214933"/>
                  <a:gd name="connsiteX19" fmla="*/ 5649252 w 7119819"/>
                  <a:gd name="connsiteY19" fmla="*/ 2786772 h 5214933"/>
                  <a:gd name="connsiteX20" fmla="*/ 5825059 w 7119819"/>
                  <a:gd name="connsiteY20" fmla="*/ 3276918 h 5214933"/>
                  <a:gd name="connsiteX21" fmla="*/ 6249223 w 7119819"/>
                  <a:gd name="connsiteY21" fmla="*/ 3592186 h 5214933"/>
                  <a:gd name="connsiteX22" fmla="*/ 6890672 w 7119819"/>
                  <a:gd name="connsiteY22" fmla="*/ 4096920 h 5214933"/>
                  <a:gd name="connsiteX23" fmla="*/ 7078485 w 7119819"/>
                  <a:gd name="connsiteY23" fmla="*/ 4333379 h 5214933"/>
                  <a:gd name="connsiteX24" fmla="*/ 7109221 w 7119819"/>
                  <a:gd name="connsiteY24" fmla="*/ 4553395 h 5214933"/>
                  <a:gd name="connsiteX25" fmla="*/ 6176393 w 7119819"/>
                  <a:gd name="connsiteY25" fmla="*/ 4989915 h 5214933"/>
                  <a:gd name="connsiteX26" fmla="*/ 4986461 w 7119819"/>
                  <a:gd name="connsiteY26" fmla="*/ 5132301 h 5214933"/>
                  <a:gd name="connsiteX27" fmla="*/ 3183850 w 7119819"/>
                  <a:gd name="connsiteY27" fmla="*/ 5212011 h 5214933"/>
                  <a:gd name="connsiteX28" fmla="*/ 3183850 w 7119819"/>
                  <a:gd name="connsiteY28" fmla="*/ 5212011 h 5214933"/>
                  <a:gd name="connsiteX29" fmla="*/ 2910719 w 7119819"/>
                  <a:gd name="connsiteY29" fmla="*/ 5214906 h 5214933"/>
                  <a:gd name="connsiteX30" fmla="*/ 1274128 w 7119819"/>
                  <a:gd name="connsiteY30" fmla="*/ 1998782 h 5214933"/>
                  <a:gd name="connsiteX31" fmla="*/ 1212179 w 7119819"/>
                  <a:gd name="connsiteY31" fmla="*/ 2019019 h 5214933"/>
                  <a:gd name="connsiteX32" fmla="*/ 420992 w 7119819"/>
                  <a:gd name="connsiteY32" fmla="*/ 2819206 h 5214933"/>
                  <a:gd name="connsiteX33" fmla="*/ 32456 w 7119819"/>
                  <a:gd name="connsiteY33" fmla="*/ 4145066 h 5214933"/>
                  <a:gd name="connsiteX34" fmla="*/ 842878 w 7119819"/>
                  <a:gd name="connsiteY34" fmla="*/ 4923556 h 5214933"/>
                  <a:gd name="connsiteX35" fmla="*/ 3183737 w 7119819"/>
                  <a:gd name="connsiteY35" fmla="*/ 5207879 h 5214933"/>
                  <a:gd name="connsiteX36" fmla="*/ 3183793 w 7119819"/>
                  <a:gd name="connsiteY36" fmla="*/ 5209931 h 5214933"/>
                  <a:gd name="connsiteX37" fmla="*/ 3183737 w 7119819"/>
                  <a:gd name="connsiteY37" fmla="*/ 5207879 h 5214933"/>
                  <a:gd name="connsiteX38" fmla="*/ 6175633 w 7119819"/>
                  <a:gd name="connsiteY38" fmla="*/ 4985839 h 5214933"/>
                  <a:gd name="connsiteX39" fmla="*/ 7105284 w 7119819"/>
                  <a:gd name="connsiteY39" fmla="*/ 4552159 h 5214933"/>
                  <a:gd name="connsiteX40" fmla="*/ 7074802 w 7119819"/>
                  <a:gd name="connsiteY40" fmla="*/ 4335262 h 5214933"/>
                  <a:gd name="connsiteX41" fmla="*/ 6887775 w 7119819"/>
                  <a:gd name="connsiteY41" fmla="*/ 4099871 h 5214933"/>
                  <a:gd name="connsiteX42" fmla="*/ 6246777 w 7119819"/>
                  <a:gd name="connsiteY42" fmla="*/ 3595531 h 5214933"/>
                  <a:gd name="connsiteX43" fmla="*/ 5822473 w 7119819"/>
                  <a:gd name="connsiteY43" fmla="*/ 3280150 h 5214933"/>
                  <a:gd name="connsiteX44" fmla="*/ 5681872 w 7119819"/>
                  <a:gd name="connsiteY44" fmla="*/ 3072500 h 5214933"/>
                  <a:gd name="connsiteX45" fmla="*/ 5645091 w 7119819"/>
                  <a:gd name="connsiteY45" fmla="*/ 2786687 h 5214933"/>
                  <a:gd name="connsiteX46" fmla="*/ 5748601 w 7119819"/>
                  <a:gd name="connsiteY46" fmla="*/ 2061094 h 5214933"/>
                  <a:gd name="connsiteX47" fmla="*/ 5868758 w 7119819"/>
                  <a:gd name="connsiteY47" fmla="*/ 1145867 h 5214933"/>
                  <a:gd name="connsiteX48" fmla="*/ 5601899 w 7119819"/>
                  <a:gd name="connsiteY48" fmla="*/ 381066 h 5214933"/>
                  <a:gd name="connsiteX49" fmla="*/ 3003487 w 7119819"/>
                  <a:gd name="connsiteY49" fmla="*/ 135782 h 5214933"/>
                  <a:gd name="connsiteX50" fmla="*/ 2092648 w 7119819"/>
                  <a:gd name="connsiteY50" fmla="*/ 865366 h 5214933"/>
                  <a:gd name="connsiteX51" fmla="*/ 1447742 w 7119819"/>
                  <a:gd name="connsiteY51" fmla="*/ 1988748 h 5214933"/>
                  <a:gd name="connsiteX52" fmla="*/ 1162407 w 7119819"/>
                  <a:gd name="connsiteY52" fmla="*/ 2455847 h 5214933"/>
                  <a:gd name="connsiteX53" fmla="*/ 1158189 w 7119819"/>
                  <a:gd name="connsiteY53" fmla="*/ 2455370 h 5214933"/>
                  <a:gd name="connsiteX54" fmla="*/ 1125963 w 7119819"/>
                  <a:gd name="connsiteY54" fmla="*/ 2316805 h 5214933"/>
                  <a:gd name="connsiteX55" fmla="*/ 1125963 w 7119819"/>
                  <a:gd name="connsiteY55" fmla="*/ 2316103 h 5214933"/>
                  <a:gd name="connsiteX56" fmla="*/ 1126385 w 7119819"/>
                  <a:gd name="connsiteY56" fmla="*/ 2315541 h 5214933"/>
                  <a:gd name="connsiteX57" fmla="*/ 1271766 w 7119819"/>
                  <a:gd name="connsiteY57" fmla="*/ 2099262 h 5214933"/>
                  <a:gd name="connsiteX58" fmla="*/ 1292715 w 7119819"/>
                  <a:gd name="connsiteY58" fmla="*/ 2005809 h 5214933"/>
                  <a:gd name="connsiteX59" fmla="*/ 1274100 w 7119819"/>
                  <a:gd name="connsiteY59" fmla="*/ 1998782 h 5214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7119819" h="5214933">
                    <a:moveTo>
                      <a:pt x="2910747" y="5214934"/>
                    </a:moveTo>
                    <a:cubicBezTo>
                      <a:pt x="2492741" y="5214934"/>
                      <a:pt x="2115763" y="5193686"/>
                      <a:pt x="1787039" y="5151470"/>
                    </a:cubicBezTo>
                    <a:cubicBezTo>
                      <a:pt x="1416106" y="5103858"/>
                      <a:pt x="1097955" y="5028477"/>
                      <a:pt x="841388" y="4927406"/>
                    </a:cubicBezTo>
                    <a:cubicBezTo>
                      <a:pt x="386741" y="4748312"/>
                      <a:pt x="113245" y="4485434"/>
                      <a:pt x="28463" y="4146078"/>
                    </a:cubicBezTo>
                    <a:cubicBezTo>
                      <a:pt x="-21703" y="3945258"/>
                      <a:pt x="-5506" y="3717906"/>
                      <a:pt x="76661" y="3470374"/>
                    </a:cubicBezTo>
                    <a:cubicBezTo>
                      <a:pt x="146089" y="3261178"/>
                      <a:pt x="260791" y="3041302"/>
                      <a:pt x="417617" y="2816845"/>
                    </a:cubicBezTo>
                    <a:cubicBezTo>
                      <a:pt x="580742" y="2583366"/>
                      <a:pt x="747860" y="2404328"/>
                      <a:pt x="859328" y="2295220"/>
                    </a:cubicBezTo>
                    <a:cubicBezTo>
                      <a:pt x="994895" y="2162558"/>
                      <a:pt x="1126104" y="2057918"/>
                      <a:pt x="1210295" y="2015309"/>
                    </a:cubicBezTo>
                    <a:cubicBezTo>
                      <a:pt x="1255034" y="1992683"/>
                      <a:pt x="1283829" y="1988579"/>
                      <a:pt x="1295893" y="2003139"/>
                    </a:cubicBezTo>
                    <a:cubicBezTo>
                      <a:pt x="1321539" y="2034056"/>
                      <a:pt x="1264230" y="2142743"/>
                      <a:pt x="1130097" y="2317480"/>
                    </a:cubicBezTo>
                    <a:cubicBezTo>
                      <a:pt x="1130406" y="2401827"/>
                      <a:pt x="1140192" y="2446853"/>
                      <a:pt x="1159145" y="2451350"/>
                    </a:cubicBezTo>
                    <a:cubicBezTo>
                      <a:pt x="1204165" y="2461946"/>
                      <a:pt x="1304779" y="2262701"/>
                      <a:pt x="1444086" y="1986893"/>
                    </a:cubicBezTo>
                    <a:cubicBezTo>
                      <a:pt x="1605074" y="1668083"/>
                      <a:pt x="1825563" y="1231479"/>
                      <a:pt x="2089330" y="862977"/>
                    </a:cubicBezTo>
                    <a:cubicBezTo>
                      <a:pt x="2233277" y="661848"/>
                      <a:pt x="2377168" y="499843"/>
                      <a:pt x="2517009" y="381431"/>
                    </a:cubicBezTo>
                    <a:cubicBezTo>
                      <a:pt x="2679965" y="243457"/>
                      <a:pt x="2843427" y="159447"/>
                      <a:pt x="3002840" y="131706"/>
                    </a:cubicBezTo>
                    <a:cubicBezTo>
                      <a:pt x="3507343" y="43986"/>
                      <a:pt x="3942052" y="0"/>
                      <a:pt x="4309188" y="0"/>
                    </a:cubicBezTo>
                    <a:cubicBezTo>
                      <a:pt x="4929912" y="0"/>
                      <a:pt x="5357703" y="125663"/>
                      <a:pt x="5604907" y="378171"/>
                    </a:cubicBezTo>
                    <a:cubicBezTo>
                      <a:pt x="5783048" y="560131"/>
                      <a:pt x="5870698" y="811233"/>
                      <a:pt x="5872920" y="1145839"/>
                    </a:cubicBezTo>
                    <a:cubicBezTo>
                      <a:pt x="5874860" y="1440028"/>
                      <a:pt x="5812743" y="1756168"/>
                      <a:pt x="5752678" y="2061909"/>
                    </a:cubicBezTo>
                    <a:cubicBezTo>
                      <a:pt x="5700825" y="2325856"/>
                      <a:pt x="5651840" y="2575187"/>
                      <a:pt x="5649252" y="2786772"/>
                    </a:cubicBezTo>
                    <a:cubicBezTo>
                      <a:pt x="5646357" y="3023708"/>
                      <a:pt x="5702231" y="3179473"/>
                      <a:pt x="5825059" y="3276918"/>
                    </a:cubicBezTo>
                    <a:cubicBezTo>
                      <a:pt x="5957111" y="3381670"/>
                      <a:pt x="6105614" y="3488699"/>
                      <a:pt x="6249223" y="3592186"/>
                    </a:cubicBezTo>
                    <a:cubicBezTo>
                      <a:pt x="6482986" y="3760628"/>
                      <a:pt x="6724679" y="3934831"/>
                      <a:pt x="6890672" y="4096920"/>
                    </a:cubicBezTo>
                    <a:cubicBezTo>
                      <a:pt x="6980009" y="4184190"/>
                      <a:pt x="7041451" y="4261539"/>
                      <a:pt x="7078485" y="4333379"/>
                    </a:cubicBezTo>
                    <a:cubicBezTo>
                      <a:pt x="7120131" y="4414157"/>
                      <a:pt x="7130171" y="4486137"/>
                      <a:pt x="7109221" y="4553395"/>
                    </a:cubicBezTo>
                    <a:cubicBezTo>
                      <a:pt x="7050759" y="4741117"/>
                      <a:pt x="6745628" y="4883897"/>
                      <a:pt x="6176393" y="4989915"/>
                    </a:cubicBezTo>
                    <a:cubicBezTo>
                      <a:pt x="5864034" y="5048095"/>
                      <a:pt x="5463660" y="5095988"/>
                      <a:pt x="4986461" y="5132301"/>
                    </a:cubicBezTo>
                    <a:cubicBezTo>
                      <a:pt x="4483927" y="5170526"/>
                      <a:pt x="3877432" y="5197367"/>
                      <a:pt x="3183850" y="5212011"/>
                    </a:cubicBezTo>
                    <a:lnTo>
                      <a:pt x="3183850" y="5212011"/>
                    </a:lnTo>
                    <a:cubicBezTo>
                      <a:pt x="3090997" y="5213950"/>
                      <a:pt x="2999916" y="5214906"/>
                      <a:pt x="2910719" y="5214906"/>
                    </a:cubicBezTo>
                    <a:close/>
                    <a:moveTo>
                      <a:pt x="1274128" y="1998782"/>
                    </a:moveTo>
                    <a:cubicBezTo>
                      <a:pt x="1259674" y="1998782"/>
                      <a:pt x="1238781" y="2005584"/>
                      <a:pt x="1212179" y="2019019"/>
                    </a:cubicBezTo>
                    <a:cubicBezTo>
                      <a:pt x="1039522" y="2106345"/>
                      <a:pt x="687964" y="2437129"/>
                      <a:pt x="420992" y="2819206"/>
                    </a:cubicBezTo>
                    <a:cubicBezTo>
                      <a:pt x="179131" y="3165392"/>
                      <a:pt x="-84608" y="3676449"/>
                      <a:pt x="32456" y="4145066"/>
                    </a:cubicBezTo>
                    <a:cubicBezTo>
                      <a:pt x="116901" y="4483045"/>
                      <a:pt x="389553" y="4744968"/>
                      <a:pt x="842878" y="4923556"/>
                    </a:cubicBezTo>
                    <a:cubicBezTo>
                      <a:pt x="1375895" y="5133538"/>
                      <a:pt x="2163483" y="5229184"/>
                      <a:pt x="3183737" y="5207879"/>
                    </a:cubicBezTo>
                    <a:lnTo>
                      <a:pt x="3183793" y="5209931"/>
                    </a:lnTo>
                    <a:lnTo>
                      <a:pt x="3183737" y="5207879"/>
                    </a:lnTo>
                    <a:cubicBezTo>
                      <a:pt x="4549672" y="5179014"/>
                      <a:pt x="5528336" y="5106387"/>
                      <a:pt x="6175633" y="4985839"/>
                    </a:cubicBezTo>
                    <a:cubicBezTo>
                      <a:pt x="6743237" y="4880131"/>
                      <a:pt x="7047329" y="4738279"/>
                      <a:pt x="7105284" y="4552159"/>
                    </a:cubicBezTo>
                    <a:cubicBezTo>
                      <a:pt x="7125896" y="4485968"/>
                      <a:pt x="7115942" y="4415028"/>
                      <a:pt x="7074802" y="4335262"/>
                    </a:cubicBezTo>
                    <a:cubicBezTo>
                      <a:pt x="7037993" y="4263815"/>
                      <a:pt x="6976803" y="4186832"/>
                      <a:pt x="6887775" y="4099871"/>
                    </a:cubicBezTo>
                    <a:cubicBezTo>
                      <a:pt x="6722007" y="3937979"/>
                      <a:pt x="6480427" y="3763888"/>
                      <a:pt x="6246777" y="3595531"/>
                    </a:cubicBezTo>
                    <a:cubicBezTo>
                      <a:pt x="6103111" y="3492015"/>
                      <a:pt x="5954581" y="3384959"/>
                      <a:pt x="5822473" y="3280150"/>
                    </a:cubicBezTo>
                    <a:cubicBezTo>
                      <a:pt x="5757009" y="3228209"/>
                      <a:pt x="5711033" y="3160304"/>
                      <a:pt x="5681872" y="3072500"/>
                    </a:cubicBezTo>
                    <a:cubicBezTo>
                      <a:pt x="5655748" y="2993803"/>
                      <a:pt x="5643713" y="2900293"/>
                      <a:pt x="5645091" y="2786687"/>
                    </a:cubicBezTo>
                    <a:cubicBezTo>
                      <a:pt x="5647678" y="2574737"/>
                      <a:pt x="5696691" y="2325237"/>
                      <a:pt x="5748601" y="2061094"/>
                    </a:cubicBezTo>
                    <a:cubicBezTo>
                      <a:pt x="5808638" y="1755550"/>
                      <a:pt x="5870698" y="1439635"/>
                      <a:pt x="5868758" y="1145867"/>
                    </a:cubicBezTo>
                    <a:cubicBezTo>
                      <a:pt x="5866537" y="812386"/>
                      <a:pt x="5779252" y="562211"/>
                      <a:pt x="5601899" y="381066"/>
                    </a:cubicBezTo>
                    <a:cubicBezTo>
                      <a:pt x="5209482" y="-19759"/>
                      <a:pt x="4359524" y="-100002"/>
                      <a:pt x="3003487" y="135782"/>
                    </a:cubicBezTo>
                    <a:cubicBezTo>
                      <a:pt x="2704767" y="187722"/>
                      <a:pt x="2406834" y="426373"/>
                      <a:pt x="2092648" y="865366"/>
                    </a:cubicBezTo>
                    <a:cubicBezTo>
                      <a:pt x="1829078" y="1233615"/>
                      <a:pt x="1608673" y="1670078"/>
                      <a:pt x="1447742" y="1988748"/>
                    </a:cubicBezTo>
                    <a:cubicBezTo>
                      <a:pt x="1306522" y="2268378"/>
                      <a:pt x="1211870" y="2455819"/>
                      <a:pt x="1162407" y="2455847"/>
                    </a:cubicBezTo>
                    <a:cubicBezTo>
                      <a:pt x="1160945" y="2455847"/>
                      <a:pt x="1159539" y="2455679"/>
                      <a:pt x="1158189" y="2455370"/>
                    </a:cubicBezTo>
                    <a:cubicBezTo>
                      <a:pt x="1136480" y="2450254"/>
                      <a:pt x="1126244" y="2406212"/>
                      <a:pt x="1125963" y="2316805"/>
                    </a:cubicBezTo>
                    <a:lnTo>
                      <a:pt x="1125963" y="2316103"/>
                    </a:lnTo>
                    <a:cubicBezTo>
                      <a:pt x="1125963" y="2316103"/>
                      <a:pt x="1126385" y="2315541"/>
                      <a:pt x="1126385" y="2315541"/>
                    </a:cubicBezTo>
                    <a:cubicBezTo>
                      <a:pt x="1195139" y="2225994"/>
                      <a:pt x="1244068" y="2153227"/>
                      <a:pt x="1271766" y="2099262"/>
                    </a:cubicBezTo>
                    <a:cubicBezTo>
                      <a:pt x="1302895" y="2038637"/>
                      <a:pt x="1300336" y="2014971"/>
                      <a:pt x="1292715" y="2005809"/>
                    </a:cubicBezTo>
                    <a:cubicBezTo>
                      <a:pt x="1288835" y="2001115"/>
                      <a:pt x="1282564" y="1998782"/>
                      <a:pt x="1274100" y="1998782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A533884F-C66F-84CE-194B-FC655F932427}"/>
                  </a:ext>
                </a:extLst>
              </p:cNvPr>
              <p:cNvSpPr/>
              <p:nvPr/>
            </p:nvSpPr>
            <p:spPr>
              <a:xfrm>
                <a:off x="-1536226" y="993133"/>
                <a:ext cx="7336349" cy="5229269"/>
              </a:xfrm>
              <a:custGeom>
                <a:avLst/>
                <a:gdLst>
                  <a:gd name="connsiteX0" fmla="*/ 2999443 w 7336349"/>
                  <a:gd name="connsiteY0" fmla="*/ 5229270 h 5229269"/>
                  <a:gd name="connsiteX1" fmla="*/ 1833583 w 7336349"/>
                  <a:gd name="connsiteY1" fmla="*/ 5166508 h 5229269"/>
                  <a:gd name="connsiteX2" fmla="*/ 853850 w 7336349"/>
                  <a:gd name="connsiteY2" fmla="*/ 4944187 h 5229269"/>
                  <a:gd name="connsiteX3" fmla="*/ 24166 w 7336349"/>
                  <a:gd name="connsiteY3" fmla="*/ 4165669 h 5229269"/>
                  <a:gd name="connsiteX4" fmla="*/ 1390860 w 7336349"/>
                  <a:gd name="connsiteY4" fmla="*/ 1965056 h 5229269"/>
                  <a:gd name="connsiteX5" fmla="*/ 1488184 w 7336349"/>
                  <a:gd name="connsiteY5" fmla="*/ 1952155 h 5229269"/>
                  <a:gd name="connsiteX6" fmla="*/ 1492289 w 7336349"/>
                  <a:gd name="connsiteY6" fmla="*/ 1960812 h 5229269"/>
                  <a:gd name="connsiteX7" fmla="*/ 2033911 w 7336349"/>
                  <a:gd name="connsiteY7" fmla="*/ 1064079 h 5229269"/>
                  <a:gd name="connsiteX8" fmla="*/ 3120332 w 7336349"/>
                  <a:gd name="connsiteY8" fmla="*/ 150511 h 5229269"/>
                  <a:gd name="connsiteX9" fmla="*/ 4185128 w 7336349"/>
                  <a:gd name="connsiteY9" fmla="*/ 12902 h 5229269"/>
                  <a:gd name="connsiteX10" fmla="*/ 4974910 w 7336349"/>
                  <a:gd name="connsiteY10" fmla="*/ 21334 h 5229269"/>
                  <a:gd name="connsiteX11" fmla="*/ 5526795 w 7336349"/>
                  <a:gd name="connsiteY11" fmla="*/ 153884 h 5229269"/>
                  <a:gd name="connsiteX12" fmla="*/ 5877819 w 7336349"/>
                  <a:gd name="connsiteY12" fmla="*/ 388712 h 5229269"/>
                  <a:gd name="connsiteX13" fmla="*/ 6123504 w 7336349"/>
                  <a:gd name="connsiteY13" fmla="*/ 1186876 h 5229269"/>
                  <a:gd name="connsiteX14" fmla="*/ 5956583 w 7336349"/>
                  <a:gd name="connsiteY14" fmla="*/ 2138416 h 5229269"/>
                  <a:gd name="connsiteX15" fmla="*/ 5818682 w 7336349"/>
                  <a:gd name="connsiteY15" fmla="*/ 2857938 h 5229269"/>
                  <a:gd name="connsiteX16" fmla="*/ 5947163 w 7336349"/>
                  <a:gd name="connsiteY16" fmla="*/ 3355448 h 5229269"/>
                  <a:gd name="connsiteX17" fmla="*/ 6639480 w 7336349"/>
                  <a:gd name="connsiteY17" fmla="*/ 3912010 h 5229269"/>
                  <a:gd name="connsiteX18" fmla="*/ 7328451 w 7336349"/>
                  <a:gd name="connsiteY18" fmla="*/ 4670432 h 5229269"/>
                  <a:gd name="connsiteX19" fmla="*/ 7073767 w 7336349"/>
                  <a:gd name="connsiteY19" fmla="*/ 4876395 h 5229269"/>
                  <a:gd name="connsiteX20" fmla="*/ 6384881 w 7336349"/>
                  <a:gd name="connsiteY20" fmla="*/ 5039046 h 5229269"/>
                  <a:gd name="connsiteX21" fmla="*/ 3285200 w 7336349"/>
                  <a:gd name="connsiteY21" fmla="*/ 5226318 h 5229269"/>
                  <a:gd name="connsiteX22" fmla="*/ 2999472 w 7336349"/>
                  <a:gd name="connsiteY22" fmla="*/ 5229242 h 5229269"/>
                  <a:gd name="connsiteX23" fmla="*/ 1463944 w 7336349"/>
                  <a:gd name="connsiteY23" fmla="*/ 1946225 h 5229269"/>
                  <a:gd name="connsiteX24" fmla="*/ 1392435 w 7336349"/>
                  <a:gd name="connsiteY24" fmla="*/ 1968344 h 5229269"/>
                  <a:gd name="connsiteX25" fmla="*/ 997122 w 7336349"/>
                  <a:gd name="connsiteY25" fmla="*/ 2260004 h 5229269"/>
                  <a:gd name="connsiteX26" fmla="*/ 495825 w 7336349"/>
                  <a:gd name="connsiteY26" fmla="*/ 2800151 h 5229269"/>
                  <a:gd name="connsiteX27" fmla="*/ 27709 w 7336349"/>
                  <a:gd name="connsiteY27" fmla="*/ 4164827 h 5229269"/>
                  <a:gd name="connsiteX28" fmla="*/ 855144 w 7336349"/>
                  <a:gd name="connsiteY28" fmla="*/ 4940786 h 5229269"/>
                  <a:gd name="connsiteX29" fmla="*/ 2999246 w 7336349"/>
                  <a:gd name="connsiteY29" fmla="*/ 5225644 h 5229269"/>
                  <a:gd name="connsiteX30" fmla="*/ 3285088 w 7336349"/>
                  <a:gd name="connsiteY30" fmla="*/ 5222721 h 5229269"/>
                  <a:gd name="connsiteX31" fmla="*/ 3285088 w 7336349"/>
                  <a:gd name="connsiteY31" fmla="*/ 5224548 h 5229269"/>
                  <a:gd name="connsiteX32" fmla="*/ 3285088 w 7336349"/>
                  <a:gd name="connsiteY32" fmla="*/ 5222721 h 5229269"/>
                  <a:gd name="connsiteX33" fmla="*/ 6384290 w 7336349"/>
                  <a:gd name="connsiteY33" fmla="*/ 5035505 h 5229269"/>
                  <a:gd name="connsiteX34" fmla="*/ 7072333 w 7336349"/>
                  <a:gd name="connsiteY34" fmla="*/ 4873078 h 5229269"/>
                  <a:gd name="connsiteX35" fmla="*/ 7324907 w 7336349"/>
                  <a:gd name="connsiteY35" fmla="*/ 4669392 h 5229269"/>
                  <a:gd name="connsiteX36" fmla="*/ 6637259 w 7336349"/>
                  <a:gd name="connsiteY36" fmla="*/ 3914989 h 5229269"/>
                  <a:gd name="connsiteX37" fmla="*/ 5944548 w 7336349"/>
                  <a:gd name="connsiteY37" fmla="*/ 3358090 h 5229269"/>
                  <a:gd name="connsiteX38" fmla="*/ 5830577 w 7336349"/>
                  <a:gd name="connsiteY38" fmla="*/ 3144623 h 5229269"/>
                  <a:gd name="connsiteX39" fmla="*/ 5814970 w 7336349"/>
                  <a:gd name="connsiteY39" fmla="*/ 2857713 h 5229269"/>
                  <a:gd name="connsiteX40" fmla="*/ 5952955 w 7336349"/>
                  <a:gd name="connsiteY40" fmla="*/ 2137601 h 5229269"/>
                  <a:gd name="connsiteX41" fmla="*/ 6119792 w 7336349"/>
                  <a:gd name="connsiteY41" fmla="*/ 1186763 h 5229269"/>
                  <a:gd name="connsiteX42" fmla="*/ 5875091 w 7336349"/>
                  <a:gd name="connsiteY42" fmla="*/ 391242 h 5229269"/>
                  <a:gd name="connsiteX43" fmla="*/ 4974432 w 7336349"/>
                  <a:gd name="connsiteY43" fmla="*/ 24988 h 5229269"/>
                  <a:gd name="connsiteX44" fmla="*/ 3120922 w 7336349"/>
                  <a:gd name="connsiteY44" fmla="*/ 154137 h 5229269"/>
                  <a:gd name="connsiteX45" fmla="*/ 2036835 w 7336349"/>
                  <a:gd name="connsiteY45" fmla="*/ 1066215 h 5229269"/>
                  <a:gd name="connsiteX46" fmla="*/ 1493218 w 7336349"/>
                  <a:gd name="connsiteY46" fmla="*/ 1966827 h 5229269"/>
                  <a:gd name="connsiteX47" fmla="*/ 1397778 w 7336349"/>
                  <a:gd name="connsiteY47" fmla="*/ 2150417 h 5229269"/>
                  <a:gd name="connsiteX48" fmla="*/ 1344743 w 7336349"/>
                  <a:gd name="connsiteY48" fmla="*/ 2254579 h 5229269"/>
                  <a:gd name="connsiteX49" fmla="*/ 1246688 w 7336349"/>
                  <a:gd name="connsiteY49" fmla="*/ 2429513 h 5229269"/>
                  <a:gd name="connsiteX50" fmla="*/ 1281838 w 7336349"/>
                  <a:gd name="connsiteY50" fmla="*/ 2290471 h 5229269"/>
                  <a:gd name="connsiteX51" fmla="*/ 1281951 w 7336349"/>
                  <a:gd name="connsiteY51" fmla="*/ 2290134 h 5229269"/>
                  <a:gd name="connsiteX52" fmla="*/ 1282176 w 7336349"/>
                  <a:gd name="connsiteY52" fmla="*/ 2289853 h 5229269"/>
                  <a:gd name="connsiteX53" fmla="*/ 1394066 w 7336349"/>
                  <a:gd name="connsiteY53" fmla="*/ 2149658 h 5229269"/>
                  <a:gd name="connsiteX54" fmla="*/ 1489590 w 7336349"/>
                  <a:gd name="connsiteY54" fmla="*/ 1965899 h 5229269"/>
                  <a:gd name="connsiteX55" fmla="*/ 1485288 w 7336349"/>
                  <a:gd name="connsiteY55" fmla="*/ 1954404 h 5229269"/>
                  <a:gd name="connsiteX56" fmla="*/ 1463916 w 7336349"/>
                  <a:gd name="connsiteY56" fmla="*/ 1946225 h 5229269"/>
                  <a:gd name="connsiteX57" fmla="*/ 1285213 w 7336349"/>
                  <a:gd name="connsiteY57" fmla="*/ 2291933 h 5229269"/>
                  <a:gd name="connsiteX58" fmla="*/ 1248207 w 7336349"/>
                  <a:gd name="connsiteY58" fmla="*/ 2425831 h 5229269"/>
                  <a:gd name="connsiteX59" fmla="*/ 1341509 w 7336349"/>
                  <a:gd name="connsiteY59" fmla="*/ 2252949 h 5229269"/>
                  <a:gd name="connsiteX60" fmla="*/ 1384702 w 7336349"/>
                  <a:gd name="connsiteY60" fmla="*/ 2168068 h 5229269"/>
                  <a:gd name="connsiteX61" fmla="*/ 1285213 w 7336349"/>
                  <a:gd name="connsiteY61" fmla="*/ 2291933 h 5229269"/>
                  <a:gd name="connsiteX62" fmla="*/ 1489871 w 7336349"/>
                  <a:gd name="connsiteY62" fmla="*/ 1973235 h 5229269"/>
                  <a:gd name="connsiteX63" fmla="*/ 1407985 w 7336349"/>
                  <a:gd name="connsiteY63" fmla="*/ 2130574 h 5229269"/>
                  <a:gd name="connsiteX64" fmla="*/ 1489871 w 7336349"/>
                  <a:gd name="connsiteY64" fmla="*/ 1973235 h 5229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7336349" h="5229269">
                    <a:moveTo>
                      <a:pt x="2999443" y="5229270"/>
                    </a:moveTo>
                    <a:cubicBezTo>
                      <a:pt x="2565269" y="5229270"/>
                      <a:pt x="2174174" y="5208246"/>
                      <a:pt x="1833583" y="5166508"/>
                    </a:cubicBezTo>
                    <a:cubicBezTo>
                      <a:pt x="1448366" y="5119290"/>
                      <a:pt x="1118714" y="5044499"/>
                      <a:pt x="853850" y="4944187"/>
                    </a:cubicBezTo>
                    <a:cubicBezTo>
                      <a:pt x="383401" y="4765993"/>
                      <a:pt x="104252" y="4504070"/>
                      <a:pt x="24166" y="4165669"/>
                    </a:cubicBezTo>
                    <a:cubicBezTo>
                      <a:pt x="-185469" y="3279786"/>
                      <a:pt x="1027661" y="2137966"/>
                      <a:pt x="1390860" y="1965056"/>
                    </a:cubicBezTo>
                    <a:cubicBezTo>
                      <a:pt x="1442911" y="1940266"/>
                      <a:pt x="1475642" y="1935938"/>
                      <a:pt x="1488184" y="1952155"/>
                    </a:cubicBezTo>
                    <a:cubicBezTo>
                      <a:pt x="1490068" y="1954600"/>
                      <a:pt x="1491418" y="1957495"/>
                      <a:pt x="1492289" y="1960812"/>
                    </a:cubicBezTo>
                    <a:cubicBezTo>
                      <a:pt x="1629459" y="1701896"/>
                      <a:pt x="1815052" y="1373361"/>
                      <a:pt x="2033911" y="1064079"/>
                    </a:cubicBezTo>
                    <a:cubicBezTo>
                      <a:pt x="2420394" y="517889"/>
                      <a:pt x="2785927" y="210518"/>
                      <a:pt x="3120332" y="150511"/>
                    </a:cubicBezTo>
                    <a:cubicBezTo>
                      <a:pt x="3513788" y="79908"/>
                      <a:pt x="3872039" y="33589"/>
                      <a:pt x="4185128" y="12902"/>
                    </a:cubicBezTo>
                    <a:cubicBezTo>
                      <a:pt x="4482611" y="-6772"/>
                      <a:pt x="4748318" y="-3933"/>
                      <a:pt x="4974910" y="21334"/>
                    </a:cubicBezTo>
                    <a:cubicBezTo>
                      <a:pt x="5188735" y="45196"/>
                      <a:pt x="5374412" y="89773"/>
                      <a:pt x="5526795" y="153884"/>
                    </a:cubicBezTo>
                    <a:cubicBezTo>
                      <a:pt x="5669280" y="213834"/>
                      <a:pt x="5787356" y="292813"/>
                      <a:pt x="5877819" y="388712"/>
                    </a:cubicBezTo>
                    <a:cubicBezTo>
                      <a:pt x="6055960" y="577559"/>
                      <a:pt x="6136327" y="838638"/>
                      <a:pt x="6123504" y="1186876"/>
                    </a:cubicBezTo>
                    <a:cubicBezTo>
                      <a:pt x="6112256" y="1492841"/>
                      <a:pt x="6033098" y="1821039"/>
                      <a:pt x="5956583" y="2138416"/>
                    </a:cubicBezTo>
                    <a:cubicBezTo>
                      <a:pt x="5893538" y="2399833"/>
                      <a:pt x="5834007" y="2646719"/>
                      <a:pt x="5818682" y="2857938"/>
                    </a:cubicBezTo>
                    <a:cubicBezTo>
                      <a:pt x="5801500" y="3094509"/>
                      <a:pt x="5842331" y="3252607"/>
                      <a:pt x="5947163" y="3355448"/>
                    </a:cubicBezTo>
                    <a:cubicBezTo>
                      <a:pt x="6148896" y="3553345"/>
                      <a:pt x="6398294" y="3735671"/>
                      <a:pt x="6639480" y="3912010"/>
                    </a:cubicBezTo>
                    <a:cubicBezTo>
                      <a:pt x="7044241" y="4207914"/>
                      <a:pt x="7393774" y="4463456"/>
                      <a:pt x="7328451" y="4670432"/>
                    </a:cubicBezTo>
                    <a:cubicBezTo>
                      <a:pt x="7303452" y="4749607"/>
                      <a:pt x="7220160" y="4816950"/>
                      <a:pt x="7073767" y="4876395"/>
                    </a:cubicBezTo>
                    <a:cubicBezTo>
                      <a:pt x="6916998" y="4940027"/>
                      <a:pt x="6691643" y="4993233"/>
                      <a:pt x="6384881" y="5039046"/>
                    </a:cubicBezTo>
                    <a:cubicBezTo>
                      <a:pt x="5734940" y="5136097"/>
                      <a:pt x="4721013" y="5197369"/>
                      <a:pt x="3285200" y="5226318"/>
                    </a:cubicBezTo>
                    <a:cubicBezTo>
                      <a:pt x="3188045" y="5228258"/>
                      <a:pt x="3092746" y="5229242"/>
                      <a:pt x="2999472" y="5229242"/>
                    </a:cubicBezTo>
                    <a:close/>
                    <a:moveTo>
                      <a:pt x="1463944" y="1946225"/>
                    </a:moveTo>
                    <a:cubicBezTo>
                      <a:pt x="1447466" y="1946225"/>
                      <a:pt x="1423339" y="1953645"/>
                      <a:pt x="1392435" y="1968344"/>
                    </a:cubicBezTo>
                    <a:cubicBezTo>
                      <a:pt x="1298036" y="2013286"/>
                      <a:pt x="1150265" y="2122311"/>
                      <a:pt x="997122" y="2260004"/>
                    </a:cubicBezTo>
                    <a:cubicBezTo>
                      <a:pt x="871313" y="2373132"/>
                      <a:pt x="682205" y="2558690"/>
                      <a:pt x="495825" y="2800151"/>
                    </a:cubicBezTo>
                    <a:cubicBezTo>
                      <a:pt x="219629" y="3157973"/>
                      <a:pt x="-85783" y="3685192"/>
                      <a:pt x="27709" y="4164827"/>
                    </a:cubicBezTo>
                    <a:cubicBezTo>
                      <a:pt x="107486" y="4501990"/>
                      <a:pt x="385875" y="4763042"/>
                      <a:pt x="855144" y="4940786"/>
                    </a:cubicBezTo>
                    <a:cubicBezTo>
                      <a:pt x="1354754" y="5130026"/>
                      <a:pt x="2075248" y="5225644"/>
                      <a:pt x="2999246" y="5225644"/>
                    </a:cubicBezTo>
                    <a:cubicBezTo>
                      <a:pt x="3092493" y="5225644"/>
                      <a:pt x="3187679" y="5224660"/>
                      <a:pt x="3285088" y="5222721"/>
                    </a:cubicBezTo>
                    <a:lnTo>
                      <a:pt x="3285088" y="5224548"/>
                    </a:lnTo>
                    <a:cubicBezTo>
                      <a:pt x="3285088" y="5224548"/>
                      <a:pt x="3285088" y="5222721"/>
                      <a:pt x="3285088" y="5222721"/>
                    </a:cubicBezTo>
                    <a:cubicBezTo>
                      <a:pt x="4720732" y="5193771"/>
                      <a:pt x="5734490" y="5132528"/>
                      <a:pt x="6384290" y="5035505"/>
                    </a:cubicBezTo>
                    <a:cubicBezTo>
                      <a:pt x="6690771" y="4989748"/>
                      <a:pt x="6915844" y="4936598"/>
                      <a:pt x="7072333" y="4873078"/>
                    </a:cubicBezTo>
                    <a:cubicBezTo>
                      <a:pt x="7217658" y="4814083"/>
                      <a:pt x="7300275" y="4747471"/>
                      <a:pt x="7324907" y="4669392"/>
                    </a:cubicBezTo>
                    <a:cubicBezTo>
                      <a:pt x="7389472" y="4464890"/>
                      <a:pt x="7040894" y="4210078"/>
                      <a:pt x="6637259" y="3914989"/>
                    </a:cubicBezTo>
                    <a:cubicBezTo>
                      <a:pt x="6395960" y="3738594"/>
                      <a:pt x="6146478" y="3556184"/>
                      <a:pt x="5944548" y="3358090"/>
                    </a:cubicBezTo>
                    <a:cubicBezTo>
                      <a:pt x="5888729" y="3303339"/>
                      <a:pt x="5851442" y="3233495"/>
                      <a:pt x="5830577" y="3144623"/>
                    </a:cubicBezTo>
                    <a:cubicBezTo>
                      <a:pt x="5811849" y="3064913"/>
                      <a:pt x="5806759" y="2971066"/>
                      <a:pt x="5814970" y="2857713"/>
                    </a:cubicBezTo>
                    <a:cubicBezTo>
                      <a:pt x="5830323" y="2646213"/>
                      <a:pt x="5889910" y="2399158"/>
                      <a:pt x="5952955" y="2137601"/>
                    </a:cubicBezTo>
                    <a:cubicBezTo>
                      <a:pt x="6029442" y="1820393"/>
                      <a:pt x="6108544" y="1492364"/>
                      <a:pt x="6119792" y="1186763"/>
                    </a:cubicBezTo>
                    <a:cubicBezTo>
                      <a:pt x="6132559" y="839566"/>
                      <a:pt x="6052529" y="579357"/>
                      <a:pt x="5875091" y="391242"/>
                    </a:cubicBezTo>
                    <a:cubicBezTo>
                      <a:pt x="5686546" y="191377"/>
                      <a:pt x="5391931" y="71560"/>
                      <a:pt x="4974432" y="24988"/>
                    </a:cubicBezTo>
                    <a:cubicBezTo>
                      <a:pt x="4510478" y="-26756"/>
                      <a:pt x="3886858" y="16697"/>
                      <a:pt x="3120922" y="154137"/>
                    </a:cubicBezTo>
                    <a:cubicBezTo>
                      <a:pt x="2787502" y="213975"/>
                      <a:pt x="2422756" y="520840"/>
                      <a:pt x="2036835" y="1066215"/>
                    </a:cubicBezTo>
                    <a:cubicBezTo>
                      <a:pt x="1816908" y="1377015"/>
                      <a:pt x="1630528" y="1707349"/>
                      <a:pt x="1493218" y="1966827"/>
                    </a:cubicBezTo>
                    <a:cubicBezTo>
                      <a:pt x="1495664" y="1998812"/>
                      <a:pt x="1462876" y="2061629"/>
                      <a:pt x="1397778" y="2150417"/>
                    </a:cubicBezTo>
                    <a:cubicBezTo>
                      <a:pt x="1378487" y="2188108"/>
                      <a:pt x="1360772" y="2223016"/>
                      <a:pt x="1344743" y="2254579"/>
                    </a:cubicBezTo>
                    <a:cubicBezTo>
                      <a:pt x="1270309" y="2401182"/>
                      <a:pt x="1253718" y="2432408"/>
                      <a:pt x="1246688" y="2429513"/>
                    </a:cubicBezTo>
                    <a:cubicBezTo>
                      <a:pt x="1242020" y="2427602"/>
                      <a:pt x="1241795" y="2416500"/>
                      <a:pt x="1281838" y="2290471"/>
                    </a:cubicBezTo>
                    <a:lnTo>
                      <a:pt x="1281951" y="2290134"/>
                    </a:lnTo>
                    <a:lnTo>
                      <a:pt x="1282176" y="2289853"/>
                    </a:lnTo>
                    <a:cubicBezTo>
                      <a:pt x="1328799" y="2234736"/>
                      <a:pt x="1365440" y="2188473"/>
                      <a:pt x="1394066" y="2149658"/>
                    </a:cubicBezTo>
                    <a:cubicBezTo>
                      <a:pt x="1422523" y="2094064"/>
                      <a:pt x="1454440" y="2032314"/>
                      <a:pt x="1489590" y="1965899"/>
                    </a:cubicBezTo>
                    <a:cubicBezTo>
                      <a:pt x="1488971" y="1960784"/>
                      <a:pt x="1487340" y="1957074"/>
                      <a:pt x="1485288" y="1954404"/>
                    </a:cubicBezTo>
                    <a:cubicBezTo>
                      <a:pt x="1481070" y="1948951"/>
                      <a:pt x="1473899" y="1946225"/>
                      <a:pt x="1463916" y="1946225"/>
                    </a:cubicBezTo>
                    <a:close/>
                    <a:moveTo>
                      <a:pt x="1285213" y="2291933"/>
                    </a:moveTo>
                    <a:cubicBezTo>
                      <a:pt x="1274246" y="2326447"/>
                      <a:pt x="1245957" y="2415516"/>
                      <a:pt x="1248207" y="2425831"/>
                    </a:cubicBezTo>
                    <a:cubicBezTo>
                      <a:pt x="1256446" y="2420491"/>
                      <a:pt x="1292327" y="2349832"/>
                      <a:pt x="1341509" y="2252949"/>
                    </a:cubicBezTo>
                    <a:cubicBezTo>
                      <a:pt x="1354782" y="2226838"/>
                      <a:pt x="1369180" y="2198451"/>
                      <a:pt x="1384702" y="2168068"/>
                    </a:cubicBezTo>
                    <a:cubicBezTo>
                      <a:pt x="1356722" y="2205281"/>
                      <a:pt x="1323484" y="2246682"/>
                      <a:pt x="1285213" y="2291933"/>
                    </a:cubicBezTo>
                    <a:close/>
                    <a:moveTo>
                      <a:pt x="1489871" y="1973235"/>
                    </a:moveTo>
                    <a:cubicBezTo>
                      <a:pt x="1460204" y="2029363"/>
                      <a:pt x="1432844" y="2082147"/>
                      <a:pt x="1407985" y="2130574"/>
                    </a:cubicBezTo>
                    <a:cubicBezTo>
                      <a:pt x="1470721" y="2042826"/>
                      <a:pt x="1488718" y="1997069"/>
                      <a:pt x="1489871" y="1973235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89645708-EE4F-09CB-1A94-8E2BB8812A9B}"/>
                  </a:ext>
                </a:extLst>
              </p:cNvPr>
              <p:cNvSpPr/>
              <p:nvPr/>
            </p:nvSpPr>
            <p:spPr>
              <a:xfrm>
                <a:off x="-1692135" y="1013751"/>
                <a:ext cx="7591479" cy="5245555"/>
              </a:xfrm>
              <a:custGeom>
                <a:avLst/>
                <a:gdLst>
                  <a:gd name="connsiteX0" fmla="*/ 3137186 w 7591479"/>
                  <a:gd name="connsiteY0" fmla="*/ 5245499 h 5245555"/>
                  <a:gd name="connsiteX1" fmla="*/ 1919417 w 7591479"/>
                  <a:gd name="connsiteY1" fmla="*/ 5181080 h 5245555"/>
                  <a:gd name="connsiteX2" fmla="*/ 897813 w 7591479"/>
                  <a:gd name="connsiteY2" fmla="*/ 4954009 h 5245555"/>
                  <a:gd name="connsiteX3" fmla="*/ 26398 w 7591479"/>
                  <a:gd name="connsiteY3" fmla="*/ 4158655 h 5245555"/>
                  <a:gd name="connsiteX4" fmla="*/ 94365 w 7591479"/>
                  <a:gd name="connsiteY4" fmla="*/ 3467717 h 5245555"/>
                  <a:gd name="connsiteX5" fmla="*/ 493305 w 7591479"/>
                  <a:gd name="connsiteY5" fmla="*/ 2789455 h 5245555"/>
                  <a:gd name="connsiteX6" fmla="*/ 1488391 w 7591479"/>
                  <a:gd name="connsiteY6" fmla="*/ 1898147 h 5245555"/>
                  <a:gd name="connsiteX7" fmla="*/ 1590777 w 7591479"/>
                  <a:gd name="connsiteY7" fmla="*/ 1856887 h 5245555"/>
                  <a:gd name="connsiteX8" fmla="*/ 1992613 w 7591479"/>
                  <a:gd name="connsiteY8" fmla="*/ 1247935 h 5245555"/>
                  <a:gd name="connsiteX9" fmla="*/ 2610581 w 7591479"/>
                  <a:gd name="connsiteY9" fmla="*/ 552191 h 5245555"/>
                  <a:gd name="connsiteX10" fmla="*/ 3279390 w 7591479"/>
                  <a:gd name="connsiteY10" fmla="*/ 171434 h 5245555"/>
                  <a:gd name="connsiteX11" fmla="*/ 4414149 w 7591479"/>
                  <a:gd name="connsiteY11" fmla="*/ 17102 h 5245555"/>
                  <a:gd name="connsiteX12" fmla="*/ 5249879 w 7591479"/>
                  <a:gd name="connsiteY12" fmla="*/ 18817 h 5245555"/>
                  <a:gd name="connsiteX13" fmla="*/ 5827269 w 7591479"/>
                  <a:gd name="connsiteY13" fmla="*/ 153025 h 5245555"/>
                  <a:gd name="connsiteX14" fmla="*/ 6186897 w 7591479"/>
                  <a:gd name="connsiteY14" fmla="*/ 396201 h 5245555"/>
                  <a:gd name="connsiteX15" fmla="*/ 6381685 w 7591479"/>
                  <a:gd name="connsiteY15" fmla="*/ 771814 h 5245555"/>
                  <a:gd name="connsiteX16" fmla="*/ 6408821 w 7591479"/>
                  <a:gd name="connsiteY16" fmla="*/ 1221487 h 5245555"/>
                  <a:gd name="connsiteX17" fmla="*/ 6194546 w 7591479"/>
                  <a:gd name="connsiteY17" fmla="*/ 2206867 h 5245555"/>
                  <a:gd name="connsiteX18" fmla="*/ 6023575 w 7591479"/>
                  <a:gd name="connsiteY18" fmla="*/ 2926923 h 5245555"/>
                  <a:gd name="connsiteX19" fmla="*/ 6110748 w 7591479"/>
                  <a:gd name="connsiteY19" fmla="*/ 3436126 h 5245555"/>
                  <a:gd name="connsiteX20" fmla="*/ 7008033 w 7591479"/>
                  <a:gd name="connsiteY20" fmla="*/ 4189994 h 5245555"/>
                  <a:gd name="connsiteX21" fmla="*/ 7586183 w 7591479"/>
                  <a:gd name="connsiteY21" fmla="*/ 4784724 h 5245555"/>
                  <a:gd name="connsiteX22" fmla="*/ 7337038 w 7591479"/>
                  <a:gd name="connsiteY22" fmla="*/ 4957185 h 5245555"/>
                  <a:gd name="connsiteX23" fmla="*/ 6635835 w 7591479"/>
                  <a:gd name="connsiteY23" fmla="*/ 5088273 h 5245555"/>
                  <a:gd name="connsiteX24" fmla="*/ 3428117 w 7591479"/>
                  <a:gd name="connsiteY24" fmla="*/ 5242717 h 5245555"/>
                  <a:gd name="connsiteX25" fmla="*/ 3137242 w 7591479"/>
                  <a:gd name="connsiteY25" fmla="*/ 5245555 h 5245555"/>
                  <a:gd name="connsiteX26" fmla="*/ 1588415 w 7591479"/>
                  <a:gd name="connsiteY26" fmla="*/ 1860906 h 5245555"/>
                  <a:gd name="connsiteX27" fmla="*/ 1489797 w 7591479"/>
                  <a:gd name="connsiteY27" fmla="*/ 1900930 h 5245555"/>
                  <a:gd name="connsiteX28" fmla="*/ 495751 w 7591479"/>
                  <a:gd name="connsiteY28" fmla="*/ 2791366 h 5245555"/>
                  <a:gd name="connsiteX29" fmla="*/ 29407 w 7591479"/>
                  <a:gd name="connsiteY29" fmla="*/ 4157896 h 5245555"/>
                  <a:gd name="connsiteX30" fmla="*/ 898881 w 7591479"/>
                  <a:gd name="connsiteY30" fmla="*/ 4951057 h 5245555"/>
                  <a:gd name="connsiteX31" fmla="*/ 3428005 w 7591479"/>
                  <a:gd name="connsiteY31" fmla="*/ 5239513 h 5245555"/>
                  <a:gd name="connsiteX32" fmla="*/ 3428005 w 7591479"/>
                  <a:gd name="connsiteY32" fmla="*/ 5241087 h 5245555"/>
                  <a:gd name="connsiteX33" fmla="*/ 3428005 w 7591479"/>
                  <a:gd name="connsiteY33" fmla="*/ 5239513 h 5245555"/>
                  <a:gd name="connsiteX34" fmla="*/ 6635441 w 7591479"/>
                  <a:gd name="connsiteY34" fmla="*/ 5085096 h 5245555"/>
                  <a:gd name="connsiteX35" fmla="*/ 7336026 w 7591479"/>
                  <a:gd name="connsiteY35" fmla="*/ 4954149 h 5245555"/>
                  <a:gd name="connsiteX36" fmla="*/ 7583145 w 7591479"/>
                  <a:gd name="connsiteY36" fmla="*/ 4783768 h 5245555"/>
                  <a:gd name="connsiteX37" fmla="*/ 7006205 w 7591479"/>
                  <a:gd name="connsiteY37" fmla="*/ 4192523 h 5245555"/>
                  <a:gd name="connsiteX38" fmla="*/ 6108302 w 7591479"/>
                  <a:gd name="connsiteY38" fmla="*/ 3438065 h 5245555"/>
                  <a:gd name="connsiteX39" fmla="*/ 6020454 w 7591479"/>
                  <a:gd name="connsiteY39" fmla="*/ 2926474 h 5245555"/>
                  <a:gd name="connsiteX40" fmla="*/ 6191509 w 7591479"/>
                  <a:gd name="connsiteY40" fmla="*/ 2205968 h 5245555"/>
                  <a:gd name="connsiteX41" fmla="*/ 6405672 w 7591479"/>
                  <a:gd name="connsiteY41" fmla="*/ 1221206 h 5245555"/>
                  <a:gd name="connsiteX42" fmla="*/ 6184563 w 7591479"/>
                  <a:gd name="connsiteY42" fmla="*/ 398280 h 5245555"/>
                  <a:gd name="connsiteX43" fmla="*/ 5249570 w 7591479"/>
                  <a:gd name="connsiteY43" fmla="*/ 21909 h 5245555"/>
                  <a:gd name="connsiteX44" fmla="*/ 3279980 w 7591479"/>
                  <a:gd name="connsiteY44" fmla="*/ 174470 h 5245555"/>
                  <a:gd name="connsiteX45" fmla="*/ 2612662 w 7591479"/>
                  <a:gd name="connsiteY45" fmla="*/ 554495 h 5245555"/>
                  <a:gd name="connsiteX46" fmla="*/ 1995116 w 7591479"/>
                  <a:gd name="connsiteY46" fmla="*/ 1249734 h 5245555"/>
                  <a:gd name="connsiteX47" fmla="*/ 1595051 w 7591479"/>
                  <a:gd name="connsiteY47" fmla="*/ 1855734 h 5245555"/>
                  <a:gd name="connsiteX48" fmla="*/ 1678624 w 7591479"/>
                  <a:gd name="connsiteY48" fmla="*/ 1866274 h 5245555"/>
                  <a:gd name="connsiteX49" fmla="*/ 1481952 w 7591479"/>
                  <a:gd name="connsiteY49" fmla="*/ 2268223 h 5245555"/>
                  <a:gd name="connsiteX50" fmla="*/ 1353724 w 7591479"/>
                  <a:gd name="connsiteY50" fmla="*/ 2392453 h 5245555"/>
                  <a:gd name="connsiteX51" fmla="*/ 1346919 w 7591479"/>
                  <a:gd name="connsiteY51" fmla="*/ 2369237 h 5245555"/>
                  <a:gd name="connsiteX52" fmla="*/ 1534846 w 7591479"/>
                  <a:gd name="connsiteY52" fmla="*/ 1954697 h 5245555"/>
                  <a:gd name="connsiteX53" fmla="*/ 1588415 w 7591479"/>
                  <a:gd name="connsiteY53" fmla="*/ 1860878 h 5245555"/>
                  <a:gd name="connsiteX54" fmla="*/ 1592717 w 7591479"/>
                  <a:gd name="connsiteY54" fmla="*/ 1859754 h 5245555"/>
                  <a:gd name="connsiteX55" fmla="*/ 1537602 w 7591479"/>
                  <a:gd name="connsiteY55" fmla="*/ 1956243 h 5245555"/>
                  <a:gd name="connsiteX56" fmla="*/ 1350068 w 7591479"/>
                  <a:gd name="connsiteY56" fmla="*/ 2369575 h 5245555"/>
                  <a:gd name="connsiteX57" fmla="*/ 1354905 w 7591479"/>
                  <a:gd name="connsiteY57" fmla="*/ 2389558 h 5245555"/>
                  <a:gd name="connsiteX58" fmla="*/ 1479477 w 7591479"/>
                  <a:gd name="connsiteY58" fmla="*/ 2266312 h 5245555"/>
                  <a:gd name="connsiteX59" fmla="*/ 1676206 w 7591479"/>
                  <a:gd name="connsiteY59" fmla="*/ 1868298 h 5245555"/>
                  <a:gd name="connsiteX60" fmla="*/ 1592717 w 7591479"/>
                  <a:gd name="connsiteY60" fmla="*/ 1859754 h 5245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7591479" h="5245555">
                    <a:moveTo>
                      <a:pt x="3137186" y="5245499"/>
                    </a:moveTo>
                    <a:cubicBezTo>
                      <a:pt x="2683946" y="5245499"/>
                      <a:pt x="2275417" y="5223914"/>
                      <a:pt x="1919417" y="5181080"/>
                    </a:cubicBezTo>
                    <a:cubicBezTo>
                      <a:pt x="1518227" y="5132793"/>
                      <a:pt x="1174515" y="5056400"/>
                      <a:pt x="897813" y="4954009"/>
                    </a:cubicBezTo>
                    <a:cubicBezTo>
                      <a:pt x="405233" y="4771739"/>
                      <a:pt x="112052" y="4504138"/>
                      <a:pt x="26398" y="4158655"/>
                    </a:cubicBezTo>
                    <a:cubicBezTo>
                      <a:pt x="-24555" y="3953170"/>
                      <a:pt x="-1666" y="3720702"/>
                      <a:pt x="94365" y="3467717"/>
                    </a:cubicBezTo>
                    <a:cubicBezTo>
                      <a:pt x="176841" y="3250512"/>
                      <a:pt x="311058" y="3022316"/>
                      <a:pt x="493305" y="2789455"/>
                    </a:cubicBezTo>
                    <a:cubicBezTo>
                      <a:pt x="824250" y="2366595"/>
                      <a:pt x="1244393" y="2021000"/>
                      <a:pt x="1488391" y="1898147"/>
                    </a:cubicBezTo>
                    <a:cubicBezTo>
                      <a:pt x="1528069" y="1878163"/>
                      <a:pt x="1562319" y="1864391"/>
                      <a:pt x="1590777" y="1856887"/>
                    </a:cubicBezTo>
                    <a:cubicBezTo>
                      <a:pt x="1709303" y="1654043"/>
                      <a:pt x="1849594" y="1441278"/>
                      <a:pt x="1992613" y="1247935"/>
                    </a:cubicBezTo>
                    <a:cubicBezTo>
                      <a:pt x="2201827" y="965073"/>
                      <a:pt x="2409747" y="731003"/>
                      <a:pt x="2610581" y="552191"/>
                    </a:cubicBezTo>
                    <a:cubicBezTo>
                      <a:pt x="2852414" y="336924"/>
                      <a:pt x="3077431" y="208816"/>
                      <a:pt x="3279390" y="171434"/>
                    </a:cubicBezTo>
                    <a:cubicBezTo>
                      <a:pt x="3699701" y="93636"/>
                      <a:pt x="4081488" y="41695"/>
                      <a:pt x="4414149" y="17102"/>
                    </a:cubicBezTo>
                    <a:cubicBezTo>
                      <a:pt x="4730079" y="-6254"/>
                      <a:pt x="5011252" y="-5692"/>
                      <a:pt x="5249879" y="18817"/>
                    </a:cubicBezTo>
                    <a:cubicBezTo>
                      <a:pt x="5474924" y="41948"/>
                      <a:pt x="5669206" y="87087"/>
                      <a:pt x="5827269" y="153025"/>
                    </a:cubicBezTo>
                    <a:cubicBezTo>
                      <a:pt x="5974956" y="214634"/>
                      <a:pt x="6095957" y="296451"/>
                      <a:pt x="6186897" y="396201"/>
                    </a:cubicBezTo>
                    <a:cubicBezTo>
                      <a:pt x="6280790" y="499210"/>
                      <a:pt x="6346310" y="625576"/>
                      <a:pt x="6381685" y="771814"/>
                    </a:cubicBezTo>
                    <a:cubicBezTo>
                      <a:pt x="6413349" y="902761"/>
                      <a:pt x="6422234" y="1049842"/>
                      <a:pt x="6408821" y="1221487"/>
                    </a:cubicBezTo>
                    <a:cubicBezTo>
                      <a:pt x="6384076" y="1538302"/>
                      <a:pt x="6287708" y="1878163"/>
                      <a:pt x="6194546" y="2206867"/>
                    </a:cubicBezTo>
                    <a:cubicBezTo>
                      <a:pt x="6120590" y="2467778"/>
                      <a:pt x="6050740" y="2714214"/>
                      <a:pt x="6023575" y="2926923"/>
                    </a:cubicBezTo>
                    <a:cubicBezTo>
                      <a:pt x="5993150" y="3165321"/>
                      <a:pt x="6020848" y="3327129"/>
                      <a:pt x="6110748" y="3436126"/>
                    </a:cubicBezTo>
                    <a:cubicBezTo>
                      <a:pt x="6351456" y="3727982"/>
                      <a:pt x="6700286" y="3973435"/>
                      <a:pt x="7008033" y="4189994"/>
                    </a:cubicBezTo>
                    <a:cubicBezTo>
                      <a:pt x="7357482" y="4435924"/>
                      <a:pt x="7633508" y="4630167"/>
                      <a:pt x="7586183" y="4784724"/>
                    </a:cubicBezTo>
                    <a:cubicBezTo>
                      <a:pt x="7565514" y="4852179"/>
                      <a:pt x="7484022" y="4908589"/>
                      <a:pt x="7337038" y="4957185"/>
                    </a:cubicBezTo>
                    <a:cubicBezTo>
                      <a:pt x="7181056" y="5008731"/>
                      <a:pt x="6951680" y="5051622"/>
                      <a:pt x="6635835" y="5088273"/>
                    </a:cubicBezTo>
                    <a:cubicBezTo>
                      <a:pt x="5983448" y="5163991"/>
                      <a:pt x="4964179" y="5213064"/>
                      <a:pt x="3428117" y="5242717"/>
                    </a:cubicBezTo>
                    <a:cubicBezTo>
                      <a:pt x="3329275" y="5244628"/>
                      <a:pt x="3232232" y="5245555"/>
                      <a:pt x="3137242" y="5245555"/>
                    </a:cubicBezTo>
                    <a:close/>
                    <a:moveTo>
                      <a:pt x="1588415" y="1860906"/>
                    </a:moveTo>
                    <a:cubicBezTo>
                      <a:pt x="1560716" y="1868523"/>
                      <a:pt x="1527591" y="1881901"/>
                      <a:pt x="1489797" y="1900930"/>
                    </a:cubicBezTo>
                    <a:cubicBezTo>
                      <a:pt x="1246108" y="2023614"/>
                      <a:pt x="826416" y="2368872"/>
                      <a:pt x="495751" y="2791366"/>
                    </a:cubicBezTo>
                    <a:cubicBezTo>
                      <a:pt x="216800" y="3147783"/>
                      <a:pt x="-90525" y="3674158"/>
                      <a:pt x="29407" y="4157896"/>
                    </a:cubicBezTo>
                    <a:cubicBezTo>
                      <a:pt x="114808" y="4502312"/>
                      <a:pt x="407342" y="4769181"/>
                      <a:pt x="898881" y="4951057"/>
                    </a:cubicBezTo>
                    <a:cubicBezTo>
                      <a:pt x="1473460" y="5163682"/>
                      <a:pt x="2324374" y="5260733"/>
                      <a:pt x="3428005" y="5239513"/>
                    </a:cubicBezTo>
                    <a:lnTo>
                      <a:pt x="3428005" y="5241087"/>
                    </a:lnTo>
                    <a:cubicBezTo>
                      <a:pt x="3428005" y="5241087"/>
                      <a:pt x="3428005" y="5239513"/>
                      <a:pt x="3428005" y="5239513"/>
                    </a:cubicBezTo>
                    <a:cubicBezTo>
                      <a:pt x="4963982" y="5209861"/>
                      <a:pt x="5983167" y="5160787"/>
                      <a:pt x="6635441" y="5085096"/>
                    </a:cubicBezTo>
                    <a:cubicBezTo>
                      <a:pt x="6951090" y="5048446"/>
                      <a:pt x="7180240" y="5005612"/>
                      <a:pt x="7336026" y="4954149"/>
                    </a:cubicBezTo>
                    <a:cubicBezTo>
                      <a:pt x="7481969" y="4905919"/>
                      <a:pt x="7562815" y="4850184"/>
                      <a:pt x="7583145" y="4783768"/>
                    </a:cubicBezTo>
                    <a:cubicBezTo>
                      <a:pt x="7629825" y="4631376"/>
                      <a:pt x="7354613" y="4437723"/>
                      <a:pt x="7006205" y="4192523"/>
                    </a:cubicBezTo>
                    <a:cubicBezTo>
                      <a:pt x="6698290" y="3975852"/>
                      <a:pt x="6349291" y="3730258"/>
                      <a:pt x="6108302" y="3438065"/>
                    </a:cubicBezTo>
                    <a:cubicBezTo>
                      <a:pt x="6017811" y="3328366"/>
                      <a:pt x="5989888" y="3165799"/>
                      <a:pt x="6020454" y="2926474"/>
                    </a:cubicBezTo>
                    <a:cubicBezTo>
                      <a:pt x="6047618" y="2713540"/>
                      <a:pt x="6117525" y="2466991"/>
                      <a:pt x="6191509" y="2205968"/>
                    </a:cubicBezTo>
                    <a:cubicBezTo>
                      <a:pt x="6284643" y="1877433"/>
                      <a:pt x="6380954" y="1537683"/>
                      <a:pt x="6405672" y="1221206"/>
                    </a:cubicBezTo>
                    <a:cubicBezTo>
                      <a:pt x="6433792" y="861529"/>
                      <a:pt x="6361467" y="592327"/>
                      <a:pt x="6184563" y="398280"/>
                    </a:cubicBezTo>
                    <a:cubicBezTo>
                      <a:pt x="5994865" y="190153"/>
                      <a:pt x="5689002" y="67047"/>
                      <a:pt x="5249570" y="21909"/>
                    </a:cubicBezTo>
                    <a:cubicBezTo>
                      <a:pt x="4760814" y="-28317"/>
                      <a:pt x="4098135" y="23033"/>
                      <a:pt x="3279980" y="174470"/>
                    </a:cubicBezTo>
                    <a:cubicBezTo>
                      <a:pt x="3078584" y="211739"/>
                      <a:pt x="2854073" y="339623"/>
                      <a:pt x="2612662" y="554495"/>
                    </a:cubicBezTo>
                    <a:cubicBezTo>
                      <a:pt x="2411968" y="733139"/>
                      <a:pt x="2204217" y="967068"/>
                      <a:pt x="1995116" y="1249734"/>
                    </a:cubicBezTo>
                    <a:cubicBezTo>
                      <a:pt x="1852800" y="1442150"/>
                      <a:pt x="1713184" y="1653819"/>
                      <a:pt x="1595051" y="1855734"/>
                    </a:cubicBezTo>
                    <a:cubicBezTo>
                      <a:pt x="1636050" y="1845588"/>
                      <a:pt x="1664367" y="1849045"/>
                      <a:pt x="1678624" y="1866274"/>
                    </a:cubicBezTo>
                    <a:cubicBezTo>
                      <a:pt x="1716980" y="1912678"/>
                      <a:pt x="1648985" y="2051692"/>
                      <a:pt x="1481952" y="2268223"/>
                    </a:cubicBezTo>
                    <a:cubicBezTo>
                      <a:pt x="1413339" y="2357180"/>
                      <a:pt x="1370203" y="2398974"/>
                      <a:pt x="1353724" y="2392453"/>
                    </a:cubicBezTo>
                    <a:cubicBezTo>
                      <a:pt x="1347847" y="2390120"/>
                      <a:pt x="1345626" y="2382532"/>
                      <a:pt x="1346919" y="2369237"/>
                    </a:cubicBezTo>
                    <a:cubicBezTo>
                      <a:pt x="1352571" y="2311085"/>
                      <a:pt x="1424587" y="2152256"/>
                      <a:pt x="1534846" y="1954697"/>
                    </a:cubicBezTo>
                    <a:cubicBezTo>
                      <a:pt x="1552112" y="1923752"/>
                      <a:pt x="1569996" y="1892441"/>
                      <a:pt x="1588415" y="1860878"/>
                    </a:cubicBezTo>
                    <a:close/>
                    <a:moveTo>
                      <a:pt x="1592717" y="1859754"/>
                    </a:moveTo>
                    <a:cubicBezTo>
                      <a:pt x="1573764" y="1892216"/>
                      <a:pt x="1555345" y="1924426"/>
                      <a:pt x="1537602" y="1956243"/>
                    </a:cubicBezTo>
                    <a:cubicBezTo>
                      <a:pt x="1427539" y="2153437"/>
                      <a:pt x="1355692" y="2311816"/>
                      <a:pt x="1350068" y="2369575"/>
                    </a:cubicBezTo>
                    <a:cubicBezTo>
                      <a:pt x="1349309" y="2377501"/>
                      <a:pt x="1349506" y="2387422"/>
                      <a:pt x="1354905" y="2389558"/>
                    </a:cubicBezTo>
                    <a:cubicBezTo>
                      <a:pt x="1363369" y="2392903"/>
                      <a:pt x="1390786" y="2381323"/>
                      <a:pt x="1479477" y="2266312"/>
                    </a:cubicBezTo>
                    <a:cubicBezTo>
                      <a:pt x="1643108" y="2054137"/>
                      <a:pt x="1712987" y="1912790"/>
                      <a:pt x="1676206" y="1868298"/>
                    </a:cubicBezTo>
                    <a:cubicBezTo>
                      <a:pt x="1662595" y="1851828"/>
                      <a:pt x="1633913" y="1849130"/>
                      <a:pt x="1592717" y="1859754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D7A3DA68-DF67-A108-002A-286DEA65AF4C}"/>
                  </a:ext>
                </a:extLst>
              </p:cNvPr>
              <p:cNvSpPr/>
              <p:nvPr/>
            </p:nvSpPr>
            <p:spPr>
              <a:xfrm>
                <a:off x="-1775339" y="1032252"/>
                <a:ext cx="7771347" cy="5264070"/>
              </a:xfrm>
              <a:custGeom>
                <a:avLst/>
                <a:gdLst>
                  <a:gd name="connsiteX0" fmla="*/ 3187884 w 7771347"/>
                  <a:gd name="connsiteY0" fmla="*/ 5264014 h 5264070"/>
                  <a:gd name="connsiteX1" fmla="*/ 1936792 w 7771347"/>
                  <a:gd name="connsiteY1" fmla="*/ 5202152 h 5264070"/>
                  <a:gd name="connsiteX2" fmla="*/ 1052442 w 7771347"/>
                  <a:gd name="connsiteY2" fmla="*/ 5034807 h 5264070"/>
                  <a:gd name="connsiteX3" fmla="*/ 3180685 w 7771347"/>
                  <a:gd name="connsiteY3" fmla="*/ 5261457 h 5264070"/>
                  <a:gd name="connsiteX4" fmla="*/ 3498189 w 7771347"/>
                  <a:gd name="connsiteY4" fmla="*/ 5258449 h 5264070"/>
                  <a:gd name="connsiteX5" fmla="*/ 6812201 w 7771347"/>
                  <a:gd name="connsiteY5" fmla="*/ 5134922 h 5264070"/>
                  <a:gd name="connsiteX6" fmla="*/ 7524652 w 7771347"/>
                  <a:gd name="connsiteY6" fmla="*/ 5033908 h 5264070"/>
                  <a:gd name="connsiteX7" fmla="*/ 7765698 w 7771347"/>
                  <a:gd name="connsiteY7" fmla="*/ 4895625 h 5264070"/>
                  <a:gd name="connsiteX8" fmla="*/ 7643826 w 7771347"/>
                  <a:gd name="connsiteY8" fmla="*/ 4699836 h 5264070"/>
                  <a:gd name="connsiteX9" fmla="*/ 7271796 w 7771347"/>
                  <a:gd name="connsiteY9" fmla="*/ 4440330 h 5264070"/>
                  <a:gd name="connsiteX10" fmla="*/ 6699805 w 7771347"/>
                  <a:gd name="connsiteY10" fmla="*/ 4039590 h 5264070"/>
                  <a:gd name="connsiteX11" fmla="*/ 6199323 w 7771347"/>
                  <a:gd name="connsiteY11" fmla="*/ 3520185 h 5264070"/>
                  <a:gd name="connsiteX12" fmla="*/ 6148398 w 7771347"/>
                  <a:gd name="connsiteY12" fmla="*/ 2991673 h 5264070"/>
                  <a:gd name="connsiteX13" fmla="*/ 6351847 w 7771347"/>
                  <a:gd name="connsiteY13" fmla="*/ 2264028 h 5264070"/>
                  <a:gd name="connsiteX14" fmla="*/ 6612970 w 7771347"/>
                  <a:gd name="connsiteY14" fmla="*/ 1247759 h 5264070"/>
                  <a:gd name="connsiteX15" fmla="*/ 6416382 w 7771347"/>
                  <a:gd name="connsiteY15" fmla="*/ 401871 h 5264070"/>
                  <a:gd name="connsiteX16" fmla="*/ 3366249 w 7771347"/>
                  <a:gd name="connsiteY16" fmla="*/ 196948 h 5264070"/>
                  <a:gd name="connsiteX17" fmla="*/ 2092352 w 7771347"/>
                  <a:gd name="connsiteY17" fmla="*/ 1213807 h 5264070"/>
                  <a:gd name="connsiteX18" fmla="*/ 1571736 w 7771347"/>
                  <a:gd name="connsiteY18" fmla="*/ 1970964 h 5264070"/>
                  <a:gd name="connsiteX19" fmla="*/ 1755023 w 7771347"/>
                  <a:gd name="connsiteY19" fmla="*/ 1871411 h 5264070"/>
                  <a:gd name="connsiteX20" fmla="*/ 1883869 w 7771347"/>
                  <a:gd name="connsiteY20" fmla="*/ 1855840 h 5264070"/>
                  <a:gd name="connsiteX21" fmla="*/ 1606071 w 7771347"/>
                  <a:gd name="connsiteY21" fmla="*/ 2246574 h 5264070"/>
                  <a:gd name="connsiteX22" fmla="*/ 1425877 w 7771347"/>
                  <a:gd name="connsiteY22" fmla="*/ 2383649 h 5264070"/>
                  <a:gd name="connsiteX23" fmla="*/ 1415951 w 7771347"/>
                  <a:gd name="connsiteY23" fmla="*/ 2381569 h 5264070"/>
                  <a:gd name="connsiteX24" fmla="*/ 1404534 w 7771347"/>
                  <a:gd name="connsiteY24" fmla="*/ 2336683 h 5264070"/>
                  <a:gd name="connsiteX25" fmla="*/ 1564594 w 7771347"/>
                  <a:gd name="connsiteY25" fmla="*/ 1978271 h 5264070"/>
                  <a:gd name="connsiteX26" fmla="*/ 642591 w 7771347"/>
                  <a:gd name="connsiteY26" fmla="*/ 2768593 h 5264070"/>
                  <a:gd name="connsiteX27" fmla="*/ 143825 w 7771347"/>
                  <a:gd name="connsiteY27" fmla="*/ 3480583 h 5264070"/>
                  <a:gd name="connsiteX28" fmla="*/ 20912 w 7771347"/>
                  <a:gd name="connsiteY28" fmla="*/ 4204349 h 5264070"/>
                  <a:gd name="connsiteX29" fmla="*/ 318029 w 7771347"/>
                  <a:gd name="connsiteY29" fmla="*/ 4676704 h 5264070"/>
                  <a:gd name="connsiteX30" fmla="*/ 18325 w 7771347"/>
                  <a:gd name="connsiteY30" fmla="*/ 4204911 h 5264070"/>
                  <a:gd name="connsiteX31" fmla="*/ 141435 w 7771347"/>
                  <a:gd name="connsiteY31" fmla="*/ 3479459 h 5264070"/>
                  <a:gd name="connsiteX32" fmla="*/ 640623 w 7771347"/>
                  <a:gd name="connsiteY32" fmla="*/ 2766851 h 5264070"/>
                  <a:gd name="connsiteX33" fmla="*/ 1262752 w 7771347"/>
                  <a:gd name="connsiteY33" fmla="*/ 2189856 h 5264070"/>
                  <a:gd name="connsiteX34" fmla="*/ 1567068 w 7771347"/>
                  <a:gd name="connsiteY34" fmla="*/ 1973915 h 5264070"/>
                  <a:gd name="connsiteX35" fmla="*/ 2090243 w 7771347"/>
                  <a:gd name="connsiteY35" fmla="*/ 1212205 h 5264070"/>
                  <a:gd name="connsiteX36" fmla="*/ 3365715 w 7771347"/>
                  <a:gd name="connsiteY36" fmla="*/ 194390 h 5264070"/>
                  <a:gd name="connsiteX37" fmla="*/ 4569003 w 7771347"/>
                  <a:gd name="connsiteY37" fmla="*/ 22323 h 5264070"/>
                  <a:gd name="connsiteX38" fmla="*/ 5449388 w 7771347"/>
                  <a:gd name="connsiteY38" fmla="*/ 15971 h 5264070"/>
                  <a:gd name="connsiteX39" fmla="*/ 6051102 w 7771347"/>
                  <a:gd name="connsiteY39" fmla="*/ 150263 h 5264070"/>
                  <a:gd name="connsiteX40" fmla="*/ 6418323 w 7771347"/>
                  <a:gd name="connsiteY40" fmla="*/ 400157 h 5264070"/>
                  <a:gd name="connsiteX41" fmla="*/ 6605237 w 7771347"/>
                  <a:gd name="connsiteY41" fmla="*/ 785438 h 5264070"/>
                  <a:gd name="connsiteX42" fmla="*/ 6615557 w 7771347"/>
                  <a:gd name="connsiteY42" fmla="*/ 1248125 h 5264070"/>
                  <a:gd name="connsiteX43" fmla="*/ 6354321 w 7771347"/>
                  <a:gd name="connsiteY43" fmla="*/ 2264900 h 5264070"/>
                  <a:gd name="connsiteX44" fmla="*/ 6150957 w 7771347"/>
                  <a:gd name="connsiteY44" fmla="*/ 2992179 h 5264070"/>
                  <a:gd name="connsiteX45" fmla="*/ 6201489 w 7771347"/>
                  <a:gd name="connsiteY45" fmla="*/ 3518751 h 5264070"/>
                  <a:gd name="connsiteX46" fmla="*/ 7273202 w 7771347"/>
                  <a:gd name="connsiteY46" fmla="*/ 4438166 h 5264070"/>
                  <a:gd name="connsiteX47" fmla="*/ 7645485 w 7771347"/>
                  <a:gd name="connsiteY47" fmla="*/ 4697840 h 5264070"/>
                  <a:gd name="connsiteX48" fmla="*/ 7768201 w 7771347"/>
                  <a:gd name="connsiteY48" fmla="*/ 4896383 h 5264070"/>
                  <a:gd name="connsiteX49" fmla="*/ 7525271 w 7771347"/>
                  <a:gd name="connsiteY49" fmla="*/ 5036493 h 5264070"/>
                  <a:gd name="connsiteX50" fmla="*/ 6812370 w 7771347"/>
                  <a:gd name="connsiteY50" fmla="*/ 5137592 h 5264070"/>
                  <a:gd name="connsiteX51" fmla="*/ 3498189 w 7771347"/>
                  <a:gd name="connsiteY51" fmla="*/ 5261148 h 5264070"/>
                  <a:gd name="connsiteX52" fmla="*/ 3498189 w 7771347"/>
                  <a:gd name="connsiteY52" fmla="*/ 5259827 h 5264070"/>
                  <a:gd name="connsiteX53" fmla="*/ 3498189 w 7771347"/>
                  <a:gd name="connsiteY53" fmla="*/ 5261148 h 5264070"/>
                  <a:gd name="connsiteX54" fmla="*/ 3187827 w 7771347"/>
                  <a:gd name="connsiteY54" fmla="*/ 5264071 h 5264070"/>
                  <a:gd name="connsiteX55" fmla="*/ 1569262 w 7771347"/>
                  <a:gd name="connsiteY55" fmla="*/ 1975320 h 5264070"/>
                  <a:gd name="connsiteX56" fmla="*/ 1407177 w 7771347"/>
                  <a:gd name="connsiteY56" fmla="*/ 2336992 h 5264070"/>
                  <a:gd name="connsiteX57" fmla="*/ 1417132 w 7771347"/>
                  <a:gd name="connsiteY57" fmla="*/ 2379152 h 5264070"/>
                  <a:gd name="connsiteX58" fmla="*/ 1604215 w 7771347"/>
                  <a:gd name="connsiteY58" fmla="*/ 2244691 h 5264070"/>
                  <a:gd name="connsiteX59" fmla="*/ 1881732 w 7771347"/>
                  <a:gd name="connsiteY59" fmla="*/ 1857302 h 5264070"/>
                  <a:gd name="connsiteX60" fmla="*/ 1756120 w 7771347"/>
                  <a:gd name="connsiteY60" fmla="*/ 1873800 h 5264070"/>
                  <a:gd name="connsiteX61" fmla="*/ 1569290 w 7771347"/>
                  <a:gd name="connsiteY61" fmla="*/ 1975320 h 5264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7771347" h="5264070">
                    <a:moveTo>
                      <a:pt x="3187884" y="5264014"/>
                    </a:moveTo>
                    <a:cubicBezTo>
                      <a:pt x="2721259" y="5264014"/>
                      <a:pt x="2301594" y="5243300"/>
                      <a:pt x="1936792" y="5202152"/>
                    </a:cubicBezTo>
                    <a:cubicBezTo>
                      <a:pt x="1599856" y="5164153"/>
                      <a:pt x="1303330" y="5107996"/>
                      <a:pt x="1052442" y="5034807"/>
                    </a:cubicBezTo>
                    <a:cubicBezTo>
                      <a:pt x="1571567" y="5185626"/>
                      <a:pt x="2281938" y="5261457"/>
                      <a:pt x="3180685" y="5261457"/>
                    </a:cubicBezTo>
                    <a:cubicBezTo>
                      <a:pt x="3284083" y="5261457"/>
                      <a:pt x="3389786" y="5260445"/>
                      <a:pt x="3498189" y="5258449"/>
                    </a:cubicBezTo>
                    <a:cubicBezTo>
                      <a:pt x="5153199" y="5227785"/>
                      <a:pt x="6175281" y="5189701"/>
                      <a:pt x="6812201" y="5134922"/>
                    </a:cubicBezTo>
                    <a:cubicBezTo>
                      <a:pt x="7137354" y="5106956"/>
                      <a:pt x="7370414" y="5073903"/>
                      <a:pt x="7524652" y="5033908"/>
                    </a:cubicBezTo>
                    <a:cubicBezTo>
                      <a:pt x="7671017" y="4995964"/>
                      <a:pt x="7749866" y="4950741"/>
                      <a:pt x="7765698" y="4895625"/>
                    </a:cubicBezTo>
                    <a:cubicBezTo>
                      <a:pt x="7780490" y="4844190"/>
                      <a:pt x="7741768" y="4781963"/>
                      <a:pt x="7643826" y="4699836"/>
                    </a:cubicBezTo>
                    <a:cubicBezTo>
                      <a:pt x="7553785" y="4624342"/>
                      <a:pt x="7423111" y="4539068"/>
                      <a:pt x="7271796" y="4440330"/>
                    </a:cubicBezTo>
                    <a:cubicBezTo>
                      <a:pt x="7093374" y="4323914"/>
                      <a:pt x="6891163" y="4191954"/>
                      <a:pt x="6699805" y="4039590"/>
                    </a:cubicBezTo>
                    <a:cubicBezTo>
                      <a:pt x="6478162" y="3863082"/>
                      <a:pt x="6314447" y="3693179"/>
                      <a:pt x="6199323" y="3520185"/>
                    </a:cubicBezTo>
                    <a:cubicBezTo>
                      <a:pt x="6121431" y="3403150"/>
                      <a:pt x="6105262" y="3235243"/>
                      <a:pt x="6148398" y="2991673"/>
                    </a:cubicBezTo>
                    <a:cubicBezTo>
                      <a:pt x="6186754" y="2775058"/>
                      <a:pt x="6266952" y="2526823"/>
                      <a:pt x="6351847" y="2264028"/>
                    </a:cubicBezTo>
                    <a:cubicBezTo>
                      <a:pt x="6461459" y="1924700"/>
                      <a:pt x="6574811" y="1573849"/>
                      <a:pt x="6612970" y="1247759"/>
                    </a:cubicBezTo>
                    <a:cubicBezTo>
                      <a:pt x="6656332" y="877262"/>
                      <a:pt x="6592021" y="600555"/>
                      <a:pt x="6416382" y="401871"/>
                    </a:cubicBezTo>
                    <a:cubicBezTo>
                      <a:pt x="6015812" y="-51315"/>
                      <a:pt x="5018110" y="-118349"/>
                      <a:pt x="3366249" y="196948"/>
                    </a:cubicBezTo>
                    <a:cubicBezTo>
                      <a:pt x="2892173" y="287450"/>
                      <a:pt x="2364611" y="872877"/>
                      <a:pt x="2092352" y="1213807"/>
                    </a:cubicBezTo>
                    <a:cubicBezTo>
                      <a:pt x="1879230" y="1480649"/>
                      <a:pt x="1695380" y="1755135"/>
                      <a:pt x="1571736" y="1970964"/>
                    </a:cubicBezTo>
                    <a:cubicBezTo>
                      <a:pt x="1641249" y="1927596"/>
                      <a:pt x="1703563" y="1893643"/>
                      <a:pt x="1755023" y="1871411"/>
                    </a:cubicBezTo>
                    <a:cubicBezTo>
                      <a:pt x="1825436" y="1841028"/>
                      <a:pt x="1869978" y="1835660"/>
                      <a:pt x="1883869" y="1855840"/>
                    </a:cubicBezTo>
                    <a:cubicBezTo>
                      <a:pt x="1911652" y="1896257"/>
                      <a:pt x="1813007" y="2035018"/>
                      <a:pt x="1606071" y="2246574"/>
                    </a:cubicBezTo>
                    <a:cubicBezTo>
                      <a:pt x="1516986" y="2337639"/>
                      <a:pt x="1456500" y="2383649"/>
                      <a:pt x="1425877" y="2383649"/>
                    </a:cubicBezTo>
                    <a:cubicBezTo>
                      <a:pt x="1422109" y="2383649"/>
                      <a:pt x="1418791" y="2382946"/>
                      <a:pt x="1415951" y="2381569"/>
                    </a:cubicBezTo>
                    <a:cubicBezTo>
                      <a:pt x="1405125" y="2376285"/>
                      <a:pt x="1401272" y="2361192"/>
                      <a:pt x="1404534" y="2336683"/>
                    </a:cubicBezTo>
                    <a:cubicBezTo>
                      <a:pt x="1413167" y="2271758"/>
                      <a:pt x="1471151" y="2142384"/>
                      <a:pt x="1564594" y="1978271"/>
                    </a:cubicBezTo>
                    <a:cubicBezTo>
                      <a:pt x="1304595" y="2141597"/>
                      <a:pt x="943870" y="2436095"/>
                      <a:pt x="642591" y="2768593"/>
                    </a:cubicBezTo>
                    <a:cubicBezTo>
                      <a:pt x="420021" y="3014214"/>
                      <a:pt x="252200" y="3253765"/>
                      <a:pt x="143825" y="3480583"/>
                    </a:cubicBezTo>
                    <a:cubicBezTo>
                      <a:pt x="16131" y="3747762"/>
                      <a:pt x="-25205" y="3991275"/>
                      <a:pt x="20912" y="4204349"/>
                    </a:cubicBezTo>
                    <a:cubicBezTo>
                      <a:pt x="59971" y="4384736"/>
                      <a:pt x="159206" y="4542244"/>
                      <a:pt x="318029" y="4676704"/>
                    </a:cubicBezTo>
                    <a:cubicBezTo>
                      <a:pt x="157435" y="4541710"/>
                      <a:pt x="57102" y="4384061"/>
                      <a:pt x="18325" y="4204911"/>
                    </a:cubicBezTo>
                    <a:cubicBezTo>
                      <a:pt x="-27933" y="3991247"/>
                      <a:pt x="13488" y="3747171"/>
                      <a:pt x="141435" y="3479459"/>
                    </a:cubicBezTo>
                    <a:cubicBezTo>
                      <a:pt x="249922" y="3252444"/>
                      <a:pt x="417883" y="3012669"/>
                      <a:pt x="640623" y="2766851"/>
                    </a:cubicBezTo>
                    <a:cubicBezTo>
                      <a:pt x="873823" y="2509481"/>
                      <a:pt x="1107642" y="2311022"/>
                      <a:pt x="1262752" y="2189856"/>
                    </a:cubicBezTo>
                    <a:cubicBezTo>
                      <a:pt x="1371099" y="2105228"/>
                      <a:pt x="1475256" y="2031476"/>
                      <a:pt x="1567068" y="1973915"/>
                    </a:cubicBezTo>
                    <a:cubicBezTo>
                      <a:pt x="1690825" y="1757215"/>
                      <a:pt x="1875715" y="1480845"/>
                      <a:pt x="2090243" y="1212205"/>
                    </a:cubicBezTo>
                    <a:cubicBezTo>
                      <a:pt x="2362755" y="870994"/>
                      <a:pt x="2890823" y="285061"/>
                      <a:pt x="3365715" y="194390"/>
                    </a:cubicBezTo>
                    <a:cubicBezTo>
                      <a:pt x="3812460" y="109116"/>
                      <a:pt x="4217305" y="51216"/>
                      <a:pt x="4569003" y="22323"/>
                    </a:cubicBezTo>
                    <a:cubicBezTo>
                      <a:pt x="4902986" y="-5137"/>
                      <a:pt x="5199175" y="-7273"/>
                      <a:pt x="5449388" y="15971"/>
                    </a:cubicBezTo>
                    <a:cubicBezTo>
                      <a:pt x="5685316" y="37894"/>
                      <a:pt x="5887752" y="83061"/>
                      <a:pt x="6051102" y="150263"/>
                    </a:cubicBezTo>
                    <a:cubicBezTo>
                      <a:pt x="6203654" y="213025"/>
                      <a:pt x="6327214" y="297091"/>
                      <a:pt x="6418323" y="400157"/>
                    </a:cubicBezTo>
                    <a:cubicBezTo>
                      <a:pt x="6511485" y="505584"/>
                      <a:pt x="6574389" y="635210"/>
                      <a:pt x="6605237" y="785438"/>
                    </a:cubicBezTo>
                    <a:cubicBezTo>
                      <a:pt x="6632879" y="919983"/>
                      <a:pt x="6636253" y="1071336"/>
                      <a:pt x="6615557" y="1248125"/>
                    </a:cubicBezTo>
                    <a:cubicBezTo>
                      <a:pt x="6577370" y="1574467"/>
                      <a:pt x="6463990" y="1925459"/>
                      <a:pt x="6354321" y="2264900"/>
                    </a:cubicBezTo>
                    <a:cubicBezTo>
                      <a:pt x="6269455" y="2527610"/>
                      <a:pt x="6189284" y="2775760"/>
                      <a:pt x="6150957" y="2992179"/>
                    </a:cubicBezTo>
                    <a:cubicBezTo>
                      <a:pt x="6107933" y="3235018"/>
                      <a:pt x="6123990" y="3402335"/>
                      <a:pt x="6201489" y="3518751"/>
                    </a:cubicBezTo>
                    <a:cubicBezTo>
                      <a:pt x="6460475" y="3907884"/>
                      <a:pt x="6911099" y="4201904"/>
                      <a:pt x="7273202" y="4438166"/>
                    </a:cubicBezTo>
                    <a:cubicBezTo>
                      <a:pt x="7424601" y="4536931"/>
                      <a:pt x="7555332" y="4622262"/>
                      <a:pt x="7645485" y="4697840"/>
                    </a:cubicBezTo>
                    <a:cubicBezTo>
                      <a:pt x="7744327" y="4780726"/>
                      <a:pt x="7783302" y="4843825"/>
                      <a:pt x="7768201" y="4896383"/>
                    </a:cubicBezTo>
                    <a:cubicBezTo>
                      <a:pt x="7752088" y="4952456"/>
                      <a:pt x="7672620" y="4998269"/>
                      <a:pt x="7525271" y="5036493"/>
                    </a:cubicBezTo>
                    <a:cubicBezTo>
                      <a:pt x="7370863" y="5076545"/>
                      <a:pt x="7137663" y="5109598"/>
                      <a:pt x="6812370" y="5137592"/>
                    </a:cubicBezTo>
                    <a:cubicBezTo>
                      <a:pt x="6175393" y="5192371"/>
                      <a:pt x="5153283" y="5230483"/>
                      <a:pt x="3498189" y="5261148"/>
                    </a:cubicBezTo>
                    <a:lnTo>
                      <a:pt x="3498189" y="5259827"/>
                    </a:lnTo>
                    <a:cubicBezTo>
                      <a:pt x="3498189" y="5259827"/>
                      <a:pt x="3498189" y="5261148"/>
                      <a:pt x="3498189" y="5261148"/>
                    </a:cubicBezTo>
                    <a:cubicBezTo>
                      <a:pt x="3392626" y="5263115"/>
                      <a:pt x="3289060" y="5264071"/>
                      <a:pt x="3187827" y="5264071"/>
                    </a:cubicBezTo>
                    <a:close/>
                    <a:moveTo>
                      <a:pt x="1569262" y="1975320"/>
                    </a:moveTo>
                    <a:cubicBezTo>
                      <a:pt x="1474609" y="2141063"/>
                      <a:pt x="1415866" y="2271701"/>
                      <a:pt x="1407177" y="2336992"/>
                    </a:cubicBezTo>
                    <a:cubicBezTo>
                      <a:pt x="1404084" y="2360265"/>
                      <a:pt x="1407430" y="2374430"/>
                      <a:pt x="1417132" y="2379152"/>
                    </a:cubicBezTo>
                    <a:cubicBezTo>
                      <a:pt x="1434313" y="2387500"/>
                      <a:pt x="1480711" y="2370973"/>
                      <a:pt x="1604215" y="2244691"/>
                    </a:cubicBezTo>
                    <a:cubicBezTo>
                      <a:pt x="1882098" y="1960592"/>
                      <a:pt x="1897367" y="1880039"/>
                      <a:pt x="1881732" y="1857302"/>
                    </a:cubicBezTo>
                    <a:cubicBezTo>
                      <a:pt x="1868657" y="1838274"/>
                      <a:pt x="1825211" y="1843979"/>
                      <a:pt x="1756120" y="1873800"/>
                    </a:cubicBezTo>
                    <a:cubicBezTo>
                      <a:pt x="1703704" y="1896426"/>
                      <a:pt x="1640321" y="1930884"/>
                      <a:pt x="1569290" y="1975320"/>
                    </a:cubicBezTo>
                    <a:close/>
                  </a:path>
                </a:pathLst>
              </a:custGeom>
              <a:grpFill/>
              <a:ln w="281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</p:grpSp>
        <p:grpSp>
          <p:nvGrpSpPr>
            <p:cNvPr id="58" name="Graphic 32">
              <a:extLst>
                <a:ext uri="{FF2B5EF4-FFF2-40B4-BE49-F238E27FC236}">
                  <a16:creationId xmlns:a16="http://schemas.microsoft.com/office/drawing/2014/main" id="{C35F8CD2-CAFE-124C-91A5-2CF058154A1C}"/>
                </a:ext>
              </a:extLst>
            </p:cNvPr>
            <p:cNvGrpSpPr/>
            <p:nvPr/>
          </p:nvGrpSpPr>
          <p:grpSpPr>
            <a:xfrm>
              <a:off x="-8998277" y="75232"/>
              <a:ext cx="6122400" cy="6857480"/>
              <a:chOff x="3035255" y="0"/>
              <a:chExt cx="6122400" cy="6857480"/>
            </a:xfrm>
            <a:grpFill/>
          </p:grpSpPr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1C379AD0-9C57-4D76-73BE-4CDDAEB04E04}"/>
                  </a:ext>
                </a:extLst>
              </p:cNvPr>
              <p:cNvSpPr/>
              <p:nvPr/>
            </p:nvSpPr>
            <p:spPr>
              <a:xfrm>
                <a:off x="3035255" y="0"/>
                <a:ext cx="6005194" cy="6857480"/>
              </a:xfrm>
              <a:custGeom>
                <a:avLst/>
                <a:gdLst>
                  <a:gd name="connsiteX0" fmla="*/ 3103350 w 6005194"/>
                  <a:gd name="connsiteY0" fmla="*/ 6857458 h 6857480"/>
                  <a:gd name="connsiteX1" fmla="*/ 2990429 w 6005194"/>
                  <a:gd name="connsiteY1" fmla="*/ 6820044 h 6857480"/>
                  <a:gd name="connsiteX2" fmla="*/ 3001567 w 6005194"/>
                  <a:gd name="connsiteY2" fmla="*/ 6409221 h 6857480"/>
                  <a:gd name="connsiteX3" fmla="*/ 3245001 w 6005194"/>
                  <a:gd name="connsiteY3" fmla="*/ 5300194 h 6857480"/>
                  <a:gd name="connsiteX4" fmla="*/ 3081346 w 6005194"/>
                  <a:gd name="connsiteY4" fmla="*/ 4633270 h 6857480"/>
                  <a:gd name="connsiteX5" fmla="*/ 2386634 w 6005194"/>
                  <a:gd name="connsiteY5" fmla="*/ 4220545 h 6857480"/>
                  <a:gd name="connsiteX6" fmla="*/ 1435132 w 6005194"/>
                  <a:gd name="connsiteY6" fmla="*/ 4128879 h 6857480"/>
                  <a:gd name="connsiteX7" fmla="*/ 438805 w 6005194"/>
                  <a:gd name="connsiteY7" fmla="*/ 4007631 h 6857480"/>
                  <a:gd name="connsiteX8" fmla="*/ 119691 w 6005194"/>
                  <a:gd name="connsiteY8" fmla="*/ 3797907 h 6857480"/>
                  <a:gd name="connsiteX9" fmla="*/ 0 w 6005194"/>
                  <a:gd name="connsiteY9" fmla="*/ 3408721 h 6857480"/>
                  <a:gd name="connsiteX10" fmla="*/ 35520 w 6005194"/>
                  <a:gd name="connsiteY10" fmla="*/ 3208572 h 6857480"/>
                  <a:gd name="connsiteX11" fmla="*/ 136443 w 6005194"/>
                  <a:gd name="connsiteY11" fmla="*/ 3067745 h 6857480"/>
                  <a:gd name="connsiteX12" fmla="*/ 1665593 w 6005194"/>
                  <a:gd name="connsiteY12" fmla="*/ 3011908 h 6857480"/>
                  <a:gd name="connsiteX13" fmla="*/ 2805924 w 6005194"/>
                  <a:gd name="connsiteY13" fmla="*/ 3110183 h 6857480"/>
                  <a:gd name="connsiteX14" fmla="*/ 3583358 w 6005194"/>
                  <a:gd name="connsiteY14" fmla="*/ 2799785 h 6857480"/>
                  <a:gd name="connsiteX15" fmla="*/ 3001680 w 6005194"/>
                  <a:gd name="connsiteY15" fmla="*/ 408380 h 6857480"/>
                  <a:gd name="connsiteX16" fmla="*/ 2915835 w 6005194"/>
                  <a:gd name="connsiteY16" fmla="*/ 31348 h 6857480"/>
                  <a:gd name="connsiteX17" fmla="*/ 3162256 w 6005194"/>
                  <a:gd name="connsiteY17" fmla="*/ 36622 h 6857480"/>
                  <a:gd name="connsiteX18" fmla="*/ 3924816 w 6005194"/>
                  <a:gd name="connsiteY18" fmla="*/ 509552 h 6857480"/>
                  <a:gd name="connsiteX19" fmla="*/ 4866607 w 6005194"/>
                  <a:gd name="connsiteY19" fmla="*/ 1367029 h 6857480"/>
                  <a:gd name="connsiteX20" fmla="*/ 5304528 w 6005194"/>
                  <a:gd name="connsiteY20" fmla="*/ 1875358 h 6857480"/>
                  <a:gd name="connsiteX21" fmla="*/ 5666996 w 6005194"/>
                  <a:gd name="connsiteY21" fmla="*/ 2402293 h 6857480"/>
                  <a:gd name="connsiteX22" fmla="*/ 6005194 w 6005194"/>
                  <a:gd name="connsiteY22" fmla="*/ 3408744 h 6857480"/>
                  <a:gd name="connsiteX23" fmla="*/ 5705391 w 6005194"/>
                  <a:gd name="connsiteY23" fmla="*/ 4389891 h 6857480"/>
                  <a:gd name="connsiteX24" fmla="*/ 4983875 w 6005194"/>
                  <a:gd name="connsiteY24" fmla="*/ 5413634 h 6857480"/>
                  <a:gd name="connsiteX25" fmla="*/ 4107125 w 6005194"/>
                  <a:gd name="connsiteY25" fmla="*/ 6281522 h 6857480"/>
                  <a:gd name="connsiteX26" fmla="*/ 3341418 w 6005194"/>
                  <a:gd name="connsiteY26" fmla="*/ 6794989 h 6857480"/>
                  <a:gd name="connsiteX27" fmla="*/ 3128978 w 6005194"/>
                  <a:gd name="connsiteY27" fmla="*/ 6856394 h 6857480"/>
                  <a:gd name="connsiteX28" fmla="*/ 3103396 w 6005194"/>
                  <a:gd name="connsiteY28" fmla="*/ 6857480 h 6857480"/>
                  <a:gd name="connsiteX29" fmla="*/ 721154 w 6005194"/>
                  <a:gd name="connsiteY29" fmla="*/ 2921260 h 6857480"/>
                  <a:gd name="connsiteX30" fmla="*/ 137824 w 6005194"/>
                  <a:gd name="connsiteY30" fmla="*/ 3069352 h 6857480"/>
                  <a:gd name="connsiteX31" fmla="*/ 2128 w 6005194"/>
                  <a:gd name="connsiteY31" fmla="*/ 3408721 h 6857480"/>
                  <a:gd name="connsiteX32" fmla="*/ 439529 w 6005194"/>
                  <a:gd name="connsiteY32" fmla="*/ 4005593 h 6857480"/>
                  <a:gd name="connsiteX33" fmla="*/ 1435222 w 6005194"/>
                  <a:gd name="connsiteY33" fmla="*/ 4126729 h 6857480"/>
                  <a:gd name="connsiteX34" fmla="*/ 2387109 w 6005194"/>
                  <a:gd name="connsiteY34" fmla="*/ 4218463 h 6857480"/>
                  <a:gd name="connsiteX35" fmla="*/ 2786975 w 6005194"/>
                  <a:gd name="connsiteY35" fmla="*/ 4365016 h 6857480"/>
                  <a:gd name="connsiteX36" fmla="*/ 3083112 w 6005194"/>
                  <a:gd name="connsiteY36" fmla="*/ 4632048 h 6857480"/>
                  <a:gd name="connsiteX37" fmla="*/ 3208892 w 6005194"/>
                  <a:gd name="connsiteY37" fmla="*/ 4918183 h 6857480"/>
                  <a:gd name="connsiteX38" fmla="*/ 3247128 w 6005194"/>
                  <a:gd name="connsiteY38" fmla="*/ 5300239 h 6857480"/>
                  <a:gd name="connsiteX39" fmla="*/ 3183469 w 6005194"/>
                  <a:gd name="connsiteY39" fmla="*/ 5792657 h 6857480"/>
                  <a:gd name="connsiteX40" fmla="*/ 3003559 w 6005194"/>
                  <a:gd name="connsiteY40" fmla="*/ 6409945 h 6857480"/>
                  <a:gd name="connsiteX41" fmla="*/ 2991855 w 6005194"/>
                  <a:gd name="connsiteY41" fmla="*/ 6818483 h 6857480"/>
                  <a:gd name="connsiteX42" fmla="*/ 3128751 w 6005194"/>
                  <a:gd name="connsiteY42" fmla="*/ 6854244 h 6857480"/>
                  <a:gd name="connsiteX43" fmla="*/ 3340513 w 6005194"/>
                  <a:gd name="connsiteY43" fmla="*/ 6793020 h 6857480"/>
                  <a:gd name="connsiteX44" fmla="*/ 4982200 w 6005194"/>
                  <a:gd name="connsiteY44" fmla="*/ 5412230 h 6857480"/>
                  <a:gd name="connsiteX45" fmla="*/ 6002976 w 6005194"/>
                  <a:gd name="connsiteY45" fmla="*/ 3408744 h 6857480"/>
                  <a:gd name="connsiteX46" fmla="*/ 5665071 w 6005194"/>
                  <a:gd name="connsiteY46" fmla="*/ 2403379 h 6857480"/>
                  <a:gd name="connsiteX47" fmla="*/ 4864954 w 6005194"/>
                  <a:gd name="connsiteY47" fmla="*/ 1368500 h 6857480"/>
                  <a:gd name="connsiteX48" fmla="*/ 3923413 w 6005194"/>
                  <a:gd name="connsiteY48" fmla="*/ 511250 h 6857480"/>
                  <a:gd name="connsiteX49" fmla="*/ 3161419 w 6005194"/>
                  <a:gd name="connsiteY49" fmla="*/ 38636 h 6857480"/>
                  <a:gd name="connsiteX50" fmla="*/ 2917352 w 6005194"/>
                  <a:gd name="connsiteY50" fmla="*/ 32774 h 6857480"/>
                  <a:gd name="connsiteX51" fmla="*/ 2902183 w 6005194"/>
                  <a:gd name="connsiteY51" fmla="*/ 163099 h 6857480"/>
                  <a:gd name="connsiteX52" fmla="*/ 3003446 w 6005194"/>
                  <a:gd name="connsiteY52" fmla="*/ 407384 h 6857480"/>
                  <a:gd name="connsiteX53" fmla="*/ 3585010 w 6005194"/>
                  <a:gd name="connsiteY53" fmla="*/ 2801007 h 6857480"/>
                  <a:gd name="connsiteX54" fmla="*/ 3267526 w 6005194"/>
                  <a:gd name="connsiteY54" fmla="*/ 3034134 h 6857480"/>
                  <a:gd name="connsiteX55" fmla="*/ 2805902 w 6005194"/>
                  <a:gd name="connsiteY55" fmla="*/ 3112311 h 6857480"/>
                  <a:gd name="connsiteX56" fmla="*/ 1665208 w 6005194"/>
                  <a:gd name="connsiteY56" fmla="*/ 3014013 h 6857480"/>
                  <a:gd name="connsiteX57" fmla="*/ 721086 w 6005194"/>
                  <a:gd name="connsiteY57" fmla="*/ 2921260 h 6857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005194" h="6857480">
                    <a:moveTo>
                      <a:pt x="3103350" y="6857458"/>
                    </a:moveTo>
                    <a:cubicBezTo>
                      <a:pt x="3054994" y="6857458"/>
                      <a:pt x="3017097" y="6844919"/>
                      <a:pt x="2990429" y="6820044"/>
                    </a:cubicBezTo>
                    <a:cubicBezTo>
                      <a:pt x="2923328" y="6757440"/>
                      <a:pt x="2927063" y="6619216"/>
                      <a:pt x="3001567" y="6409221"/>
                    </a:cubicBezTo>
                    <a:cubicBezTo>
                      <a:pt x="3155963" y="5973953"/>
                      <a:pt x="3237869" y="5600837"/>
                      <a:pt x="3245001" y="5300194"/>
                    </a:cubicBezTo>
                    <a:cubicBezTo>
                      <a:pt x="3251566" y="5023475"/>
                      <a:pt x="3198025" y="4805332"/>
                      <a:pt x="3081346" y="4633270"/>
                    </a:cubicBezTo>
                    <a:cubicBezTo>
                      <a:pt x="2943884" y="4430586"/>
                      <a:pt x="2716637" y="4295576"/>
                      <a:pt x="2386634" y="4220545"/>
                    </a:cubicBezTo>
                    <a:cubicBezTo>
                      <a:pt x="2094573" y="4154161"/>
                      <a:pt x="1759340" y="4141305"/>
                      <a:pt x="1435132" y="4128879"/>
                    </a:cubicBezTo>
                    <a:cubicBezTo>
                      <a:pt x="1059398" y="4114484"/>
                      <a:pt x="704515" y="4100858"/>
                      <a:pt x="438805" y="4007631"/>
                    </a:cubicBezTo>
                    <a:cubicBezTo>
                      <a:pt x="296272" y="3957610"/>
                      <a:pt x="191885" y="3889007"/>
                      <a:pt x="119691" y="3797907"/>
                    </a:cubicBezTo>
                    <a:cubicBezTo>
                      <a:pt x="39165" y="3696259"/>
                      <a:pt x="0" y="3568967"/>
                      <a:pt x="0" y="3408721"/>
                    </a:cubicBezTo>
                    <a:cubicBezTo>
                      <a:pt x="0" y="3333147"/>
                      <a:pt x="11953" y="3265812"/>
                      <a:pt x="35520" y="3208572"/>
                    </a:cubicBezTo>
                    <a:cubicBezTo>
                      <a:pt x="58068" y="3153798"/>
                      <a:pt x="92026" y="3106403"/>
                      <a:pt x="136443" y="3067745"/>
                    </a:cubicBezTo>
                    <a:cubicBezTo>
                      <a:pt x="401813" y="2836701"/>
                      <a:pt x="1015683" y="2921803"/>
                      <a:pt x="1665593" y="3011908"/>
                    </a:cubicBezTo>
                    <a:cubicBezTo>
                      <a:pt x="2057287" y="3066206"/>
                      <a:pt x="2462315" y="3122360"/>
                      <a:pt x="2805924" y="3110183"/>
                    </a:cubicBezTo>
                    <a:cubicBezTo>
                      <a:pt x="3193860" y="3096444"/>
                      <a:pt x="3448160" y="2994910"/>
                      <a:pt x="3583358" y="2799785"/>
                    </a:cubicBezTo>
                    <a:cubicBezTo>
                      <a:pt x="3853482" y="2409898"/>
                      <a:pt x="3663204" y="1627655"/>
                      <a:pt x="3001680" y="408380"/>
                    </a:cubicBezTo>
                    <a:cubicBezTo>
                      <a:pt x="2896207" y="213979"/>
                      <a:pt x="2867320" y="87118"/>
                      <a:pt x="2915835" y="31348"/>
                    </a:cubicBezTo>
                    <a:cubicBezTo>
                      <a:pt x="2953686" y="-12154"/>
                      <a:pt x="3036589" y="-10365"/>
                      <a:pt x="3162256" y="36622"/>
                    </a:cubicBezTo>
                    <a:cubicBezTo>
                      <a:pt x="3350270" y="106922"/>
                      <a:pt x="3621074" y="274887"/>
                      <a:pt x="3924816" y="509552"/>
                    </a:cubicBezTo>
                    <a:cubicBezTo>
                      <a:pt x="4246263" y="757912"/>
                      <a:pt x="4571942" y="1054413"/>
                      <a:pt x="4866607" y="1367029"/>
                    </a:cubicBezTo>
                    <a:cubicBezTo>
                      <a:pt x="5026345" y="1536510"/>
                      <a:pt x="5173700" y="1707530"/>
                      <a:pt x="5304528" y="1875358"/>
                    </a:cubicBezTo>
                    <a:cubicBezTo>
                      <a:pt x="5445182" y="2055771"/>
                      <a:pt x="5567137" y="2233061"/>
                      <a:pt x="5666996" y="2402293"/>
                    </a:cubicBezTo>
                    <a:cubicBezTo>
                      <a:pt x="5891413" y="2782538"/>
                      <a:pt x="6005194" y="3121160"/>
                      <a:pt x="6005194" y="3408744"/>
                    </a:cubicBezTo>
                    <a:cubicBezTo>
                      <a:pt x="6005194" y="3696327"/>
                      <a:pt x="5904340" y="4018789"/>
                      <a:pt x="5705391" y="4389891"/>
                    </a:cubicBezTo>
                    <a:cubicBezTo>
                      <a:pt x="5532387" y="4712624"/>
                      <a:pt x="5282886" y="5066637"/>
                      <a:pt x="4983875" y="5413634"/>
                    </a:cubicBezTo>
                    <a:cubicBezTo>
                      <a:pt x="4712007" y="5729124"/>
                      <a:pt x="4408831" y="6029247"/>
                      <a:pt x="4107125" y="6281522"/>
                    </a:cubicBezTo>
                    <a:cubicBezTo>
                      <a:pt x="3816921" y="6524177"/>
                      <a:pt x="3544985" y="6706537"/>
                      <a:pt x="3341418" y="6794989"/>
                    </a:cubicBezTo>
                    <a:cubicBezTo>
                      <a:pt x="3258697" y="6830931"/>
                      <a:pt x="3187227" y="6851595"/>
                      <a:pt x="3128978" y="6856394"/>
                    </a:cubicBezTo>
                    <a:cubicBezTo>
                      <a:pt x="3120148" y="6857119"/>
                      <a:pt x="3111614" y="6857480"/>
                      <a:pt x="3103396" y="6857480"/>
                    </a:cubicBezTo>
                    <a:close/>
                    <a:moveTo>
                      <a:pt x="721154" y="2921260"/>
                    </a:moveTo>
                    <a:cubicBezTo>
                      <a:pt x="469910" y="2921260"/>
                      <a:pt x="264148" y="2959352"/>
                      <a:pt x="137824" y="3069352"/>
                    </a:cubicBezTo>
                    <a:cubicBezTo>
                      <a:pt x="46522" y="3148864"/>
                      <a:pt x="2128" y="3259860"/>
                      <a:pt x="2128" y="3408721"/>
                    </a:cubicBezTo>
                    <a:cubicBezTo>
                      <a:pt x="2128" y="3711220"/>
                      <a:pt x="141107" y="3900867"/>
                      <a:pt x="439529" y="4005593"/>
                    </a:cubicBezTo>
                    <a:cubicBezTo>
                      <a:pt x="704922" y="4098731"/>
                      <a:pt x="1059670" y="4112334"/>
                      <a:pt x="1435222" y="4126729"/>
                    </a:cubicBezTo>
                    <a:cubicBezTo>
                      <a:pt x="1759521" y="4139155"/>
                      <a:pt x="2094867" y="4152010"/>
                      <a:pt x="2387109" y="4218463"/>
                    </a:cubicBezTo>
                    <a:cubicBezTo>
                      <a:pt x="2545014" y="4254360"/>
                      <a:pt x="2675820" y="4302298"/>
                      <a:pt x="2786975" y="4365016"/>
                    </a:cubicBezTo>
                    <a:cubicBezTo>
                      <a:pt x="2912394" y="4435791"/>
                      <a:pt x="3009264" y="4523135"/>
                      <a:pt x="3083112" y="4632048"/>
                    </a:cubicBezTo>
                    <a:cubicBezTo>
                      <a:pt x="3139369" y="4715000"/>
                      <a:pt x="3181703" y="4811284"/>
                      <a:pt x="3208892" y="4918183"/>
                    </a:cubicBezTo>
                    <a:cubicBezTo>
                      <a:pt x="3237598" y="5031012"/>
                      <a:pt x="3250479" y="5159548"/>
                      <a:pt x="3247128" y="5300239"/>
                    </a:cubicBezTo>
                    <a:cubicBezTo>
                      <a:pt x="3243620" y="5447720"/>
                      <a:pt x="3222203" y="5613399"/>
                      <a:pt x="3183469" y="5792657"/>
                    </a:cubicBezTo>
                    <a:cubicBezTo>
                      <a:pt x="3143059" y="5979634"/>
                      <a:pt x="3082523" y="6187320"/>
                      <a:pt x="3003559" y="6409945"/>
                    </a:cubicBezTo>
                    <a:cubicBezTo>
                      <a:pt x="2929373" y="6619057"/>
                      <a:pt x="2925433" y="6756534"/>
                      <a:pt x="2991855" y="6818483"/>
                    </a:cubicBezTo>
                    <a:cubicBezTo>
                      <a:pt x="3022599" y="6847159"/>
                      <a:pt x="3068645" y="6859201"/>
                      <a:pt x="3128751" y="6854244"/>
                    </a:cubicBezTo>
                    <a:cubicBezTo>
                      <a:pt x="3186774" y="6849468"/>
                      <a:pt x="3258018" y="6828849"/>
                      <a:pt x="3340513" y="6793020"/>
                    </a:cubicBezTo>
                    <a:cubicBezTo>
                      <a:pt x="3765802" y="6608216"/>
                      <a:pt x="4440887" y="6040428"/>
                      <a:pt x="4982200" y="5412230"/>
                    </a:cubicBezTo>
                    <a:cubicBezTo>
                      <a:pt x="5363434" y="4969810"/>
                      <a:pt x="6002976" y="4121229"/>
                      <a:pt x="6002976" y="3408744"/>
                    </a:cubicBezTo>
                    <a:cubicBezTo>
                      <a:pt x="6002976" y="3121523"/>
                      <a:pt x="5889285" y="2783285"/>
                      <a:pt x="5665071" y="2403379"/>
                    </a:cubicBezTo>
                    <a:cubicBezTo>
                      <a:pt x="5472937" y="2077816"/>
                      <a:pt x="5196271" y="1719955"/>
                      <a:pt x="4864954" y="1368500"/>
                    </a:cubicBezTo>
                    <a:cubicBezTo>
                      <a:pt x="4570357" y="1055974"/>
                      <a:pt x="4244791" y="759541"/>
                      <a:pt x="3923413" y="511250"/>
                    </a:cubicBezTo>
                    <a:cubicBezTo>
                      <a:pt x="3619851" y="276720"/>
                      <a:pt x="3349229" y="108869"/>
                      <a:pt x="3161419" y="38636"/>
                    </a:cubicBezTo>
                    <a:cubicBezTo>
                      <a:pt x="3036657" y="-8012"/>
                      <a:pt x="2954547" y="-10003"/>
                      <a:pt x="2917352" y="32774"/>
                    </a:cubicBezTo>
                    <a:cubicBezTo>
                      <a:pt x="2894351" y="59210"/>
                      <a:pt x="2889234" y="103074"/>
                      <a:pt x="2902183" y="163099"/>
                    </a:cubicBezTo>
                    <a:cubicBezTo>
                      <a:pt x="2915880" y="226609"/>
                      <a:pt x="2949951" y="308814"/>
                      <a:pt x="3003446" y="407384"/>
                    </a:cubicBezTo>
                    <a:cubicBezTo>
                      <a:pt x="3665400" y="1627429"/>
                      <a:pt x="3855633" y="2410395"/>
                      <a:pt x="3585010" y="2801007"/>
                    </a:cubicBezTo>
                    <a:cubicBezTo>
                      <a:pt x="3512318" y="2905937"/>
                      <a:pt x="3408474" y="2982190"/>
                      <a:pt x="3267526" y="3034134"/>
                    </a:cubicBezTo>
                    <a:cubicBezTo>
                      <a:pt x="3142606" y="3080171"/>
                      <a:pt x="2991606" y="3105747"/>
                      <a:pt x="2805902" y="3112311"/>
                    </a:cubicBezTo>
                    <a:cubicBezTo>
                      <a:pt x="2462111" y="3124487"/>
                      <a:pt x="2056992" y="3068311"/>
                      <a:pt x="1665208" y="3014013"/>
                    </a:cubicBezTo>
                    <a:cubicBezTo>
                      <a:pt x="1325787" y="2966957"/>
                      <a:pt x="996168" y="2921260"/>
                      <a:pt x="721086" y="292126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D5E5D6EC-AEDB-25B3-12B6-AF185D7DE0C6}"/>
                  </a:ext>
                </a:extLst>
              </p:cNvPr>
              <p:cNvSpPr/>
              <p:nvPr/>
            </p:nvSpPr>
            <p:spPr>
              <a:xfrm>
                <a:off x="3080283" y="15112"/>
                <a:ext cx="5931734" cy="6777906"/>
              </a:xfrm>
              <a:custGeom>
                <a:avLst/>
                <a:gdLst>
                  <a:gd name="connsiteX0" fmla="*/ 3058073 w 5931734"/>
                  <a:gd name="connsiteY0" fmla="*/ 6777906 h 6777906"/>
                  <a:gd name="connsiteX1" fmla="*/ 2938587 w 5931734"/>
                  <a:gd name="connsiteY1" fmla="*/ 6738841 h 6777906"/>
                  <a:gd name="connsiteX2" fmla="*/ 2956516 w 5931734"/>
                  <a:gd name="connsiteY2" fmla="*/ 6364389 h 6777906"/>
                  <a:gd name="connsiteX3" fmla="*/ 3222113 w 5931734"/>
                  <a:gd name="connsiteY3" fmla="*/ 5333629 h 6777906"/>
                  <a:gd name="connsiteX4" fmla="*/ 3088839 w 5931734"/>
                  <a:gd name="connsiteY4" fmla="*/ 4694138 h 6777906"/>
                  <a:gd name="connsiteX5" fmla="*/ 2413868 w 5931734"/>
                  <a:gd name="connsiteY5" fmla="*/ 4257557 h 6777906"/>
                  <a:gd name="connsiteX6" fmla="*/ 1461619 w 5931734"/>
                  <a:gd name="connsiteY6" fmla="*/ 4125399 h 6777906"/>
                  <a:gd name="connsiteX7" fmla="*/ 0 w 5931734"/>
                  <a:gd name="connsiteY7" fmla="*/ 3341550 h 6777906"/>
                  <a:gd name="connsiteX8" fmla="*/ 35475 w 5931734"/>
                  <a:gd name="connsiteY8" fmla="*/ 3140088 h 6777906"/>
                  <a:gd name="connsiteX9" fmla="*/ 136239 w 5931734"/>
                  <a:gd name="connsiteY9" fmla="*/ 2998763 h 6777906"/>
                  <a:gd name="connsiteX10" fmla="*/ 1619591 w 5931734"/>
                  <a:gd name="connsiteY10" fmla="*/ 2937766 h 6777906"/>
                  <a:gd name="connsiteX11" fmla="*/ 2738529 w 5931734"/>
                  <a:gd name="connsiteY11" fmla="*/ 3029500 h 6777906"/>
                  <a:gd name="connsiteX12" fmla="*/ 3513382 w 5931734"/>
                  <a:gd name="connsiteY12" fmla="*/ 2716476 h 6777906"/>
                  <a:gd name="connsiteX13" fmla="*/ 3029164 w 5931734"/>
                  <a:gd name="connsiteY13" fmla="*/ 393244 h 6777906"/>
                  <a:gd name="connsiteX14" fmla="*/ 2954366 w 5931734"/>
                  <a:gd name="connsiteY14" fmla="*/ 28819 h 6777906"/>
                  <a:gd name="connsiteX15" fmla="*/ 3152612 w 5931734"/>
                  <a:gd name="connsiteY15" fmla="*/ 25107 h 6777906"/>
                  <a:gd name="connsiteX16" fmla="*/ 3866590 w 5931734"/>
                  <a:gd name="connsiteY16" fmla="*/ 478867 h 6777906"/>
                  <a:gd name="connsiteX17" fmla="*/ 4776369 w 5931734"/>
                  <a:gd name="connsiteY17" fmla="*/ 1336502 h 6777906"/>
                  <a:gd name="connsiteX18" fmla="*/ 5568789 w 5931734"/>
                  <a:gd name="connsiteY18" fmla="*/ 2380525 h 6777906"/>
                  <a:gd name="connsiteX19" fmla="*/ 5930419 w 5931734"/>
                  <a:gd name="connsiteY19" fmla="*/ 3393585 h 6777906"/>
                  <a:gd name="connsiteX20" fmla="*/ 5675168 w 5931734"/>
                  <a:gd name="connsiteY20" fmla="*/ 4379598 h 6777906"/>
                  <a:gd name="connsiteX21" fmla="*/ 5372037 w 5931734"/>
                  <a:gd name="connsiteY21" fmla="*/ 4881115 h 6777906"/>
                  <a:gd name="connsiteX22" fmla="*/ 4994085 w 5931734"/>
                  <a:gd name="connsiteY22" fmla="*/ 5362216 h 6777906"/>
                  <a:gd name="connsiteX23" fmla="*/ 4140246 w 5931734"/>
                  <a:gd name="connsiteY23" fmla="*/ 6184927 h 6777906"/>
                  <a:gd name="connsiteX24" fmla="*/ 3366547 w 5931734"/>
                  <a:gd name="connsiteY24" fmla="*/ 6691083 h 6777906"/>
                  <a:gd name="connsiteX25" fmla="*/ 3058028 w 5931734"/>
                  <a:gd name="connsiteY25" fmla="*/ 6777906 h 6777906"/>
                  <a:gd name="connsiteX26" fmla="*/ 715336 w 5931734"/>
                  <a:gd name="connsiteY26" fmla="*/ 2853365 h 6777906"/>
                  <a:gd name="connsiteX27" fmla="*/ 137734 w 5931734"/>
                  <a:gd name="connsiteY27" fmla="*/ 3000416 h 6777906"/>
                  <a:gd name="connsiteX28" fmla="*/ 2264 w 5931734"/>
                  <a:gd name="connsiteY28" fmla="*/ 3341550 h 6777906"/>
                  <a:gd name="connsiteX29" fmla="*/ 1461845 w 5931734"/>
                  <a:gd name="connsiteY29" fmla="*/ 4123181 h 6777906"/>
                  <a:gd name="connsiteX30" fmla="*/ 2414479 w 5931734"/>
                  <a:gd name="connsiteY30" fmla="*/ 4255407 h 6777906"/>
                  <a:gd name="connsiteX31" fmla="*/ 2807645 w 5931734"/>
                  <a:gd name="connsiteY31" fmla="*/ 4417170 h 6777906"/>
                  <a:gd name="connsiteX32" fmla="*/ 3090741 w 5931734"/>
                  <a:gd name="connsiteY32" fmla="*/ 4692961 h 6777906"/>
                  <a:gd name="connsiteX33" fmla="*/ 3200674 w 5931734"/>
                  <a:gd name="connsiteY33" fmla="*/ 4970767 h 6777906"/>
                  <a:gd name="connsiteX34" fmla="*/ 3224332 w 5931734"/>
                  <a:gd name="connsiteY34" fmla="*/ 5333743 h 6777906"/>
                  <a:gd name="connsiteX35" fmla="*/ 3148152 w 5931734"/>
                  <a:gd name="connsiteY35" fmla="*/ 5794360 h 6777906"/>
                  <a:gd name="connsiteX36" fmla="*/ 2958576 w 5931734"/>
                  <a:gd name="connsiteY36" fmla="*/ 6365181 h 6777906"/>
                  <a:gd name="connsiteX37" fmla="*/ 2940126 w 5931734"/>
                  <a:gd name="connsiteY37" fmla="*/ 6737211 h 6777906"/>
                  <a:gd name="connsiteX38" fmla="*/ 3365687 w 5931734"/>
                  <a:gd name="connsiteY38" fmla="*/ 6689047 h 6777906"/>
                  <a:gd name="connsiteX39" fmla="*/ 4992477 w 5931734"/>
                  <a:gd name="connsiteY39" fmla="*/ 5360745 h 6777906"/>
                  <a:gd name="connsiteX40" fmla="*/ 5928269 w 5931734"/>
                  <a:gd name="connsiteY40" fmla="*/ 3393653 h 6777906"/>
                  <a:gd name="connsiteX41" fmla="*/ 5566933 w 5931734"/>
                  <a:gd name="connsiteY41" fmla="*/ 2381634 h 6777906"/>
                  <a:gd name="connsiteX42" fmla="*/ 4774784 w 5931734"/>
                  <a:gd name="connsiteY42" fmla="*/ 1337973 h 6777906"/>
                  <a:gd name="connsiteX43" fmla="*/ 3865254 w 5931734"/>
                  <a:gd name="connsiteY43" fmla="*/ 480565 h 6777906"/>
                  <a:gd name="connsiteX44" fmla="*/ 3151933 w 5931734"/>
                  <a:gd name="connsiteY44" fmla="*/ 27167 h 6777906"/>
                  <a:gd name="connsiteX45" fmla="*/ 2956086 w 5931734"/>
                  <a:gd name="connsiteY45" fmla="*/ 30245 h 6777906"/>
                  <a:gd name="connsiteX46" fmla="*/ 2939968 w 5931734"/>
                  <a:gd name="connsiteY46" fmla="*/ 155477 h 6777906"/>
                  <a:gd name="connsiteX47" fmla="*/ 3031201 w 5931734"/>
                  <a:gd name="connsiteY47" fmla="*/ 392225 h 6777906"/>
                  <a:gd name="connsiteX48" fmla="*/ 3515238 w 5931734"/>
                  <a:gd name="connsiteY48" fmla="*/ 2717744 h 6777906"/>
                  <a:gd name="connsiteX49" fmla="*/ 3195830 w 5931734"/>
                  <a:gd name="connsiteY49" fmla="*/ 2951482 h 6777906"/>
                  <a:gd name="connsiteX50" fmla="*/ 2738665 w 5931734"/>
                  <a:gd name="connsiteY50" fmla="*/ 3031695 h 6777906"/>
                  <a:gd name="connsiteX51" fmla="*/ 2625969 w 5931734"/>
                  <a:gd name="connsiteY51" fmla="*/ 3033913 h 6777906"/>
                  <a:gd name="connsiteX52" fmla="*/ 1619342 w 5931734"/>
                  <a:gd name="connsiteY52" fmla="*/ 2939938 h 6777906"/>
                  <a:gd name="connsiteX53" fmla="*/ 715336 w 5931734"/>
                  <a:gd name="connsiteY53" fmla="*/ 2853365 h 6777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5931734" h="6777906">
                    <a:moveTo>
                      <a:pt x="3058073" y="6777906"/>
                    </a:moveTo>
                    <a:cubicBezTo>
                      <a:pt x="3006140" y="6777906"/>
                      <a:pt x="2965979" y="6764915"/>
                      <a:pt x="2938587" y="6738841"/>
                    </a:cubicBezTo>
                    <a:cubicBezTo>
                      <a:pt x="2875493" y="6678748"/>
                      <a:pt x="2881514" y="6552769"/>
                      <a:pt x="2956516" y="6364389"/>
                    </a:cubicBezTo>
                    <a:cubicBezTo>
                      <a:pt x="3116187" y="5963276"/>
                      <a:pt x="3205564" y="5616482"/>
                      <a:pt x="3222113" y="5333629"/>
                    </a:cubicBezTo>
                    <a:cubicBezTo>
                      <a:pt x="3237417" y="5072460"/>
                      <a:pt x="3193815" y="4863280"/>
                      <a:pt x="3088839" y="4694138"/>
                    </a:cubicBezTo>
                    <a:cubicBezTo>
                      <a:pt x="2961225" y="4488534"/>
                      <a:pt x="2740453" y="4345715"/>
                      <a:pt x="2413868" y="4257557"/>
                    </a:cubicBezTo>
                    <a:cubicBezTo>
                      <a:pt x="2124433" y="4179403"/>
                      <a:pt x="1787479" y="4151948"/>
                      <a:pt x="1461619" y="4125399"/>
                    </a:cubicBezTo>
                    <a:cubicBezTo>
                      <a:pt x="709971" y="4064130"/>
                      <a:pt x="0" y="4006278"/>
                      <a:pt x="0" y="3341550"/>
                    </a:cubicBezTo>
                    <a:cubicBezTo>
                      <a:pt x="0" y="3265411"/>
                      <a:pt x="11931" y="3197623"/>
                      <a:pt x="35475" y="3140088"/>
                    </a:cubicBezTo>
                    <a:cubicBezTo>
                      <a:pt x="57978" y="3085043"/>
                      <a:pt x="91890" y="3037490"/>
                      <a:pt x="136239" y="2998763"/>
                    </a:cubicBezTo>
                    <a:cubicBezTo>
                      <a:pt x="395769" y="2772065"/>
                      <a:pt x="990237" y="2852550"/>
                      <a:pt x="1619591" y="2937766"/>
                    </a:cubicBezTo>
                    <a:cubicBezTo>
                      <a:pt x="2003113" y="2989687"/>
                      <a:pt x="2399674" y="3043397"/>
                      <a:pt x="2738529" y="3029500"/>
                    </a:cubicBezTo>
                    <a:cubicBezTo>
                      <a:pt x="3121371" y="3013815"/>
                      <a:pt x="3374833" y="2911420"/>
                      <a:pt x="3513382" y="2716476"/>
                    </a:cubicBezTo>
                    <a:cubicBezTo>
                      <a:pt x="3786381" y="2332361"/>
                      <a:pt x="3628001" y="1572435"/>
                      <a:pt x="3029164" y="393244"/>
                    </a:cubicBezTo>
                    <a:cubicBezTo>
                      <a:pt x="2933221" y="204321"/>
                      <a:pt x="2908070" y="81714"/>
                      <a:pt x="2954366" y="28819"/>
                    </a:cubicBezTo>
                    <a:cubicBezTo>
                      <a:pt x="2986897" y="-8323"/>
                      <a:pt x="3053591" y="-9567"/>
                      <a:pt x="3152612" y="25107"/>
                    </a:cubicBezTo>
                    <a:cubicBezTo>
                      <a:pt x="3321519" y="84272"/>
                      <a:pt x="3575072" y="245423"/>
                      <a:pt x="3866590" y="478867"/>
                    </a:cubicBezTo>
                    <a:cubicBezTo>
                      <a:pt x="4168159" y="720368"/>
                      <a:pt x="4491258" y="1024949"/>
                      <a:pt x="4776369" y="1336502"/>
                    </a:cubicBezTo>
                    <a:cubicBezTo>
                      <a:pt x="5100305" y="1690470"/>
                      <a:pt x="5374324" y="2051499"/>
                      <a:pt x="5568789" y="2380525"/>
                    </a:cubicBezTo>
                    <a:cubicBezTo>
                      <a:pt x="5795787" y="2764596"/>
                      <a:pt x="5917447" y="3105436"/>
                      <a:pt x="5930419" y="3393585"/>
                    </a:cubicBezTo>
                    <a:cubicBezTo>
                      <a:pt x="5943595" y="3686442"/>
                      <a:pt x="5857726" y="4018184"/>
                      <a:pt x="5675168" y="4379598"/>
                    </a:cubicBezTo>
                    <a:cubicBezTo>
                      <a:pt x="5593081" y="4542085"/>
                      <a:pt x="5491093" y="4710819"/>
                      <a:pt x="5372037" y="4881115"/>
                    </a:cubicBezTo>
                    <a:cubicBezTo>
                      <a:pt x="5260565" y="5040546"/>
                      <a:pt x="5133403" y="5202400"/>
                      <a:pt x="4994085" y="5362216"/>
                    </a:cubicBezTo>
                    <a:cubicBezTo>
                      <a:pt x="4736842" y="5657314"/>
                      <a:pt x="4441589" y="5941796"/>
                      <a:pt x="4140246" y="6184927"/>
                    </a:cubicBezTo>
                    <a:cubicBezTo>
                      <a:pt x="3857897" y="6412712"/>
                      <a:pt x="3583131" y="6592469"/>
                      <a:pt x="3366547" y="6691083"/>
                    </a:cubicBezTo>
                    <a:cubicBezTo>
                      <a:pt x="3239703" y="6748845"/>
                      <a:pt x="3135701" y="6777906"/>
                      <a:pt x="3058028" y="6777906"/>
                    </a:cubicBezTo>
                    <a:close/>
                    <a:moveTo>
                      <a:pt x="715336" y="2853365"/>
                    </a:moveTo>
                    <a:cubicBezTo>
                      <a:pt x="466922" y="2853365"/>
                      <a:pt x="263061" y="2890959"/>
                      <a:pt x="137734" y="3000416"/>
                    </a:cubicBezTo>
                    <a:cubicBezTo>
                      <a:pt x="46568" y="3080041"/>
                      <a:pt x="2264" y="3191625"/>
                      <a:pt x="2264" y="3341550"/>
                    </a:cubicBezTo>
                    <a:cubicBezTo>
                      <a:pt x="2264" y="4004241"/>
                      <a:pt x="711238" y="4062025"/>
                      <a:pt x="1461845" y="4123181"/>
                    </a:cubicBezTo>
                    <a:cubicBezTo>
                      <a:pt x="1787796" y="4149753"/>
                      <a:pt x="2124863" y="4177208"/>
                      <a:pt x="2414479" y="4255407"/>
                    </a:cubicBezTo>
                    <a:cubicBezTo>
                      <a:pt x="2570890" y="4297642"/>
                      <a:pt x="2699477" y="4350536"/>
                      <a:pt x="2807645" y="4417170"/>
                    </a:cubicBezTo>
                    <a:cubicBezTo>
                      <a:pt x="2929576" y="4492268"/>
                      <a:pt x="3022168" y="4582486"/>
                      <a:pt x="3090741" y="4692961"/>
                    </a:cubicBezTo>
                    <a:cubicBezTo>
                      <a:pt x="3141406" y="4774601"/>
                      <a:pt x="3178398" y="4868078"/>
                      <a:pt x="3200674" y="4970767"/>
                    </a:cubicBezTo>
                    <a:cubicBezTo>
                      <a:pt x="3224150" y="5078955"/>
                      <a:pt x="3232096" y="5201065"/>
                      <a:pt x="3224332" y="5333743"/>
                    </a:cubicBezTo>
                    <a:cubicBezTo>
                      <a:pt x="3216204" y="5472623"/>
                      <a:pt x="3190577" y="5627596"/>
                      <a:pt x="3148152" y="5794360"/>
                    </a:cubicBezTo>
                    <a:cubicBezTo>
                      <a:pt x="3103984" y="5968074"/>
                      <a:pt x="3040189" y="6160121"/>
                      <a:pt x="2958576" y="6365181"/>
                    </a:cubicBezTo>
                    <a:cubicBezTo>
                      <a:pt x="2883960" y="6552633"/>
                      <a:pt x="2877757" y="6677798"/>
                      <a:pt x="2940126" y="6737211"/>
                    </a:cubicBezTo>
                    <a:cubicBezTo>
                      <a:pt x="3007793" y="6801649"/>
                      <a:pt x="3154944" y="6784990"/>
                      <a:pt x="3365687" y="6689047"/>
                    </a:cubicBezTo>
                    <a:cubicBezTo>
                      <a:pt x="3830685" y="6477331"/>
                      <a:pt x="4484444" y="5943516"/>
                      <a:pt x="4992477" y="5360745"/>
                    </a:cubicBezTo>
                    <a:cubicBezTo>
                      <a:pt x="5620609" y="4640180"/>
                      <a:pt x="5952944" y="3941591"/>
                      <a:pt x="5928269" y="3393653"/>
                    </a:cubicBezTo>
                    <a:cubicBezTo>
                      <a:pt x="5915319" y="3105866"/>
                      <a:pt x="5793750" y="2765388"/>
                      <a:pt x="5566933" y="2381634"/>
                    </a:cubicBezTo>
                    <a:cubicBezTo>
                      <a:pt x="5372535" y="2052721"/>
                      <a:pt x="5098630" y="1691828"/>
                      <a:pt x="4774784" y="1337973"/>
                    </a:cubicBezTo>
                    <a:cubicBezTo>
                      <a:pt x="4489741" y="1026511"/>
                      <a:pt x="4166733" y="721998"/>
                      <a:pt x="3865254" y="480565"/>
                    </a:cubicBezTo>
                    <a:cubicBezTo>
                      <a:pt x="3573940" y="247279"/>
                      <a:pt x="3320614" y="86264"/>
                      <a:pt x="3151933" y="27167"/>
                    </a:cubicBezTo>
                    <a:cubicBezTo>
                      <a:pt x="3053840" y="-7191"/>
                      <a:pt x="2987961" y="-6150"/>
                      <a:pt x="2956086" y="30245"/>
                    </a:cubicBezTo>
                    <a:cubicBezTo>
                      <a:pt x="2934127" y="55323"/>
                      <a:pt x="2928694" y="97467"/>
                      <a:pt x="2939968" y="155477"/>
                    </a:cubicBezTo>
                    <a:cubicBezTo>
                      <a:pt x="2951876" y="216792"/>
                      <a:pt x="2982551" y="296462"/>
                      <a:pt x="3031201" y="392225"/>
                    </a:cubicBezTo>
                    <a:cubicBezTo>
                      <a:pt x="3630446" y="1572209"/>
                      <a:pt x="3788781" y="2332904"/>
                      <a:pt x="3515238" y="2717744"/>
                    </a:cubicBezTo>
                    <a:cubicBezTo>
                      <a:pt x="3440734" y="2822583"/>
                      <a:pt x="3336234" y="2899040"/>
                      <a:pt x="3195830" y="2951482"/>
                    </a:cubicBezTo>
                    <a:cubicBezTo>
                      <a:pt x="3071407" y="2997949"/>
                      <a:pt x="2921879" y="3024181"/>
                      <a:pt x="2738665" y="3031695"/>
                    </a:cubicBezTo>
                    <a:cubicBezTo>
                      <a:pt x="2701764" y="3033212"/>
                      <a:pt x="2664138" y="3033913"/>
                      <a:pt x="2625969" y="3033913"/>
                    </a:cubicBezTo>
                    <a:cubicBezTo>
                      <a:pt x="2313398" y="3033913"/>
                      <a:pt x="1961208" y="2986224"/>
                      <a:pt x="1619342" y="2939938"/>
                    </a:cubicBezTo>
                    <a:cubicBezTo>
                      <a:pt x="1295021" y="2896029"/>
                      <a:pt x="979914" y="2853365"/>
                      <a:pt x="715336" y="285336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E3E0661E-C5EB-2E10-2E07-E4E158F96B78}"/>
                  </a:ext>
                </a:extLst>
              </p:cNvPr>
              <p:cNvSpPr/>
              <p:nvPr/>
            </p:nvSpPr>
            <p:spPr>
              <a:xfrm>
                <a:off x="3125402" y="29346"/>
                <a:ext cx="5860931" cy="6701407"/>
              </a:xfrm>
              <a:custGeom>
                <a:avLst/>
                <a:gdLst>
                  <a:gd name="connsiteX0" fmla="*/ 3013973 w 5860931"/>
                  <a:gd name="connsiteY0" fmla="*/ 6701385 h 6701407"/>
                  <a:gd name="connsiteX1" fmla="*/ 2886223 w 5860931"/>
                  <a:gd name="connsiteY1" fmla="*/ 6660260 h 6701407"/>
                  <a:gd name="connsiteX2" fmla="*/ 2848462 w 5860931"/>
                  <a:gd name="connsiteY2" fmla="*/ 6535322 h 6701407"/>
                  <a:gd name="connsiteX3" fmla="*/ 2911397 w 5860931"/>
                  <a:gd name="connsiteY3" fmla="*/ 6320415 h 6701407"/>
                  <a:gd name="connsiteX4" fmla="*/ 3199112 w 5860931"/>
                  <a:gd name="connsiteY4" fmla="*/ 5369711 h 6701407"/>
                  <a:gd name="connsiteX5" fmla="*/ 3097216 w 5860931"/>
                  <a:gd name="connsiteY5" fmla="*/ 4760322 h 6701407"/>
                  <a:gd name="connsiteX6" fmla="*/ 1490483 w 5860931"/>
                  <a:gd name="connsiteY6" fmla="*/ 4127032 h 6701407"/>
                  <a:gd name="connsiteX7" fmla="*/ 459700 w 5860931"/>
                  <a:gd name="connsiteY7" fmla="*/ 3914525 h 6701407"/>
                  <a:gd name="connsiteX8" fmla="*/ 125826 w 5860931"/>
                  <a:gd name="connsiteY8" fmla="*/ 3675309 h 6701407"/>
                  <a:gd name="connsiteX9" fmla="*/ 32803 w 5860931"/>
                  <a:gd name="connsiteY9" fmla="*/ 3498722 h 6701407"/>
                  <a:gd name="connsiteX10" fmla="*/ 0 w 5860931"/>
                  <a:gd name="connsiteY10" fmla="*/ 3275237 h 6701407"/>
                  <a:gd name="connsiteX11" fmla="*/ 35429 w 5860931"/>
                  <a:gd name="connsiteY11" fmla="*/ 3072258 h 6701407"/>
                  <a:gd name="connsiteX12" fmla="*/ 136058 w 5860931"/>
                  <a:gd name="connsiteY12" fmla="*/ 2930300 h 6701407"/>
                  <a:gd name="connsiteX13" fmla="*/ 1573748 w 5860931"/>
                  <a:gd name="connsiteY13" fmla="*/ 2863485 h 6701407"/>
                  <a:gd name="connsiteX14" fmla="*/ 2671156 w 5860931"/>
                  <a:gd name="connsiteY14" fmla="*/ 2948044 h 6701407"/>
                  <a:gd name="connsiteX15" fmla="*/ 3443858 w 5860931"/>
                  <a:gd name="connsiteY15" fmla="*/ 2632124 h 6701407"/>
                  <a:gd name="connsiteX16" fmla="*/ 3563843 w 5860931"/>
                  <a:gd name="connsiteY16" fmla="*/ 1847460 h 6701407"/>
                  <a:gd name="connsiteX17" fmla="*/ 3056692 w 5860931"/>
                  <a:gd name="connsiteY17" fmla="*/ 378920 h 6701407"/>
                  <a:gd name="connsiteX18" fmla="*/ 2993146 w 5860931"/>
                  <a:gd name="connsiteY18" fmla="*/ 26491 h 6701407"/>
                  <a:gd name="connsiteX19" fmla="*/ 3156868 w 5860931"/>
                  <a:gd name="connsiteY19" fmla="*/ 17958 h 6701407"/>
                  <a:gd name="connsiteX20" fmla="*/ 3825523 w 5860931"/>
                  <a:gd name="connsiteY20" fmla="*/ 457097 h 6701407"/>
                  <a:gd name="connsiteX21" fmla="*/ 4699443 w 5860931"/>
                  <a:gd name="connsiteY21" fmla="*/ 1314799 h 6701407"/>
                  <a:gd name="connsiteX22" fmla="*/ 5476831 w 5860931"/>
                  <a:gd name="connsiteY22" fmla="*/ 2364390 h 6701407"/>
                  <a:gd name="connsiteX23" fmla="*/ 5855666 w 5860931"/>
                  <a:gd name="connsiteY23" fmla="*/ 3379284 h 6701407"/>
                  <a:gd name="connsiteX24" fmla="*/ 5647187 w 5860931"/>
                  <a:gd name="connsiteY24" fmla="*/ 4366360 h 6701407"/>
                  <a:gd name="connsiteX25" fmla="*/ 5013328 w 5860931"/>
                  <a:gd name="connsiteY25" fmla="*/ 5307808 h 6701407"/>
                  <a:gd name="connsiteX26" fmla="*/ 4189960 w 5860931"/>
                  <a:gd name="connsiteY26" fmla="*/ 6086066 h 6701407"/>
                  <a:gd name="connsiteX27" fmla="*/ 3412753 w 5860931"/>
                  <a:gd name="connsiteY27" fmla="*/ 6583441 h 6701407"/>
                  <a:gd name="connsiteX28" fmla="*/ 3013951 w 5860931"/>
                  <a:gd name="connsiteY28" fmla="*/ 6701408 h 6701407"/>
                  <a:gd name="connsiteX29" fmla="*/ 710763 w 5860931"/>
                  <a:gd name="connsiteY29" fmla="*/ 2785716 h 6701407"/>
                  <a:gd name="connsiteX30" fmla="*/ 137575 w 5860931"/>
                  <a:gd name="connsiteY30" fmla="*/ 2932043 h 6701407"/>
                  <a:gd name="connsiteX31" fmla="*/ 2287 w 5860931"/>
                  <a:gd name="connsiteY31" fmla="*/ 3275259 h 6701407"/>
                  <a:gd name="connsiteX32" fmla="*/ 460583 w 5860931"/>
                  <a:gd name="connsiteY32" fmla="*/ 3912442 h 6701407"/>
                  <a:gd name="connsiteX33" fmla="*/ 1490755 w 5860931"/>
                  <a:gd name="connsiteY33" fmla="*/ 4124791 h 6701407"/>
                  <a:gd name="connsiteX34" fmla="*/ 3099185 w 5860931"/>
                  <a:gd name="connsiteY34" fmla="*/ 4759213 h 6701407"/>
                  <a:gd name="connsiteX35" fmla="*/ 3192683 w 5860931"/>
                  <a:gd name="connsiteY35" fmla="*/ 5027308 h 6701407"/>
                  <a:gd name="connsiteX36" fmla="*/ 3201376 w 5860931"/>
                  <a:gd name="connsiteY36" fmla="*/ 5369960 h 6701407"/>
                  <a:gd name="connsiteX37" fmla="*/ 3112564 w 5860931"/>
                  <a:gd name="connsiteY37" fmla="*/ 5797759 h 6701407"/>
                  <a:gd name="connsiteX38" fmla="*/ 2913480 w 5860931"/>
                  <a:gd name="connsiteY38" fmla="*/ 6321388 h 6701407"/>
                  <a:gd name="connsiteX39" fmla="*/ 2850749 w 5860931"/>
                  <a:gd name="connsiteY39" fmla="*/ 6535480 h 6701407"/>
                  <a:gd name="connsiteX40" fmla="*/ 2887831 w 5860931"/>
                  <a:gd name="connsiteY40" fmla="*/ 6658652 h 6701407"/>
                  <a:gd name="connsiteX41" fmla="*/ 3411802 w 5860931"/>
                  <a:gd name="connsiteY41" fmla="*/ 6581381 h 6701407"/>
                  <a:gd name="connsiteX42" fmla="*/ 5011653 w 5860931"/>
                  <a:gd name="connsiteY42" fmla="*/ 5306336 h 6701407"/>
                  <a:gd name="connsiteX43" fmla="*/ 5853448 w 5860931"/>
                  <a:gd name="connsiteY43" fmla="*/ 3379510 h 6701407"/>
                  <a:gd name="connsiteX44" fmla="*/ 4697767 w 5860931"/>
                  <a:gd name="connsiteY44" fmla="*/ 1316361 h 6701407"/>
                  <a:gd name="connsiteX45" fmla="*/ 3824097 w 5860931"/>
                  <a:gd name="connsiteY45" fmla="*/ 458907 h 6701407"/>
                  <a:gd name="connsiteX46" fmla="*/ 3156189 w 5860931"/>
                  <a:gd name="connsiteY46" fmla="*/ 20199 h 6701407"/>
                  <a:gd name="connsiteX47" fmla="*/ 2994911 w 5860931"/>
                  <a:gd name="connsiteY47" fmla="*/ 28075 h 6701407"/>
                  <a:gd name="connsiteX48" fmla="*/ 3058798 w 5860931"/>
                  <a:gd name="connsiteY48" fmla="*/ 378015 h 6701407"/>
                  <a:gd name="connsiteX49" fmla="*/ 3402701 w 5860931"/>
                  <a:gd name="connsiteY49" fmla="*/ 1210051 h 6701407"/>
                  <a:gd name="connsiteX50" fmla="*/ 3566130 w 5860931"/>
                  <a:gd name="connsiteY50" fmla="*/ 1847211 h 6701407"/>
                  <a:gd name="connsiteX51" fmla="*/ 3572649 w 5860931"/>
                  <a:gd name="connsiteY51" fmla="*/ 2313668 h 6701407"/>
                  <a:gd name="connsiteX52" fmla="*/ 3445715 w 5860931"/>
                  <a:gd name="connsiteY52" fmla="*/ 2633550 h 6701407"/>
                  <a:gd name="connsiteX53" fmla="*/ 3124065 w 5860931"/>
                  <a:gd name="connsiteY53" fmla="*/ 2867967 h 6701407"/>
                  <a:gd name="connsiteX54" fmla="*/ 2671269 w 5860931"/>
                  <a:gd name="connsiteY54" fmla="*/ 2950421 h 6701407"/>
                  <a:gd name="connsiteX55" fmla="*/ 2542071 w 5860931"/>
                  <a:gd name="connsiteY55" fmla="*/ 2953341 h 6701407"/>
                  <a:gd name="connsiteX56" fmla="*/ 1573454 w 5860931"/>
                  <a:gd name="connsiteY56" fmla="*/ 2865839 h 6701407"/>
                  <a:gd name="connsiteX57" fmla="*/ 710763 w 5860931"/>
                  <a:gd name="connsiteY57" fmla="*/ 2785806 h 670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860931" h="6701407">
                    <a:moveTo>
                      <a:pt x="3013973" y="6701385"/>
                    </a:moveTo>
                    <a:cubicBezTo>
                      <a:pt x="2957377" y="6701385"/>
                      <a:pt x="2914227" y="6687760"/>
                      <a:pt x="2886223" y="6660260"/>
                    </a:cubicBezTo>
                    <a:cubicBezTo>
                      <a:pt x="2857812" y="6632330"/>
                      <a:pt x="2845089" y="6590299"/>
                      <a:pt x="2848462" y="6535322"/>
                    </a:cubicBezTo>
                    <a:cubicBezTo>
                      <a:pt x="2851971" y="6477810"/>
                      <a:pt x="2873138" y="6405518"/>
                      <a:pt x="2911397" y="6320415"/>
                    </a:cubicBezTo>
                    <a:cubicBezTo>
                      <a:pt x="3076184" y="5953818"/>
                      <a:pt x="3172987" y="5633959"/>
                      <a:pt x="3199112" y="5369711"/>
                    </a:cubicBezTo>
                    <a:cubicBezTo>
                      <a:pt x="3223335" y="5124860"/>
                      <a:pt x="3190011" y="4925525"/>
                      <a:pt x="3097216" y="4760322"/>
                    </a:cubicBezTo>
                    <a:cubicBezTo>
                      <a:pt x="2836486" y="4296173"/>
                      <a:pt x="2152233" y="4210188"/>
                      <a:pt x="1490483" y="4127032"/>
                    </a:cubicBezTo>
                    <a:cubicBezTo>
                      <a:pt x="1102977" y="4078347"/>
                      <a:pt x="736978" y="4032356"/>
                      <a:pt x="459700" y="3914525"/>
                    </a:cubicBezTo>
                    <a:cubicBezTo>
                      <a:pt x="310715" y="3851218"/>
                      <a:pt x="201507" y="3772974"/>
                      <a:pt x="125826" y="3675309"/>
                    </a:cubicBezTo>
                    <a:cubicBezTo>
                      <a:pt x="84895" y="3622505"/>
                      <a:pt x="53608" y="3563092"/>
                      <a:pt x="32803" y="3498722"/>
                    </a:cubicBezTo>
                    <a:cubicBezTo>
                      <a:pt x="11025" y="3431341"/>
                      <a:pt x="0" y="3356152"/>
                      <a:pt x="0" y="3275237"/>
                    </a:cubicBezTo>
                    <a:cubicBezTo>
                      <a:pt x="0" y="3194321"/>
                      <a:pt x="11931" y="3130155"/>
                      <a:pt x="35429" y="3072258"/>
                    </a:cubicBezTo>
                    <a:cubicBezTo>
                      <a:pt x="57910" y="3016896"/>
                      <a:pt x="91777" y="2969139"/>
                      <a:pt x="136058" y="2930300"/>
                    </a:cubicBezTo>
                    <a:cubicBezTo>
                      <a:pt x="389747" y="2707833"/>
                      <a:pt x="964859" y="2783430"/>
                      <a:pt x="1573748" y="2863485"/>
                    </a:cubicBezTo>
                    <a:cubicBezTo>
                      <a:pt x="1949006" y="2912804"/>
                      <a:pt x="2337033" y="2963820"/>
                      <a:pt x="2671156" y="2948044"/>
                    </a:cubicBezTo>
                    <a:cubicBezTo>
                      <a:pt x="3048950" y="2930186"/>
                      <a:pt x="3301688" y="2826864"/>
                      <a:pt x="3443858" y="2632124"/>
                    </a:cubicBezTo>
                    <a:cubicBezTo>
                      <a:pt x="3575955" y="2451190"/>
                      <a:pt x="3615210" y="2194525"/>
                      <a:pt x="3563843" y="1847460"/>
                    </a:cubicBezTo>
                    <a:cubicBezTo>
                      <a:pt x="3507609" y="1467554"/>
                      <a:pt x="3337004" y="973461"/>
                      <a:pt x="3056692" y="378920"/>
                    </a:cubicBezTo>
                    <a:cubicBezTo>
                      <a:pt x="2970077" y="195202"/>
                      <a:pt x="2948706" y="76625"/>
                      <a:pt x="2993146" y="26491"/>
                    </a:cubicBezTo>
                    <a:cubicBezTo>
                      <a:pt x="3021693" y="-5694"/>
                      <a:pt x="3076773" y="-8568"/>
                      <a:pt x="3156868" y="17958"/>
                    </a:cubicBezTo>
                    <a:cubicBezTo>
                      <a:pt x="3309589" y="68544"/>
                      <a:pt x="3547068" y="224513"/>
                      <a:pt x="3825523" y="457097"/>
                    </a:cubicBezTo>
                    <a:cubicBezTo>
                      <a:pt x="4111246" y="695746"/>
                      <a:pt x="4421621" y="1000350"/>
                      <a:pt x="4699443" y="1314799"/>
                    </a:cubicBezTo>
                    <a:cubicBezTo>
                      <a:pt x="5013441" y="1670193"/>
                      <a:pt x="5282275" y="2033124"/>
                      <a:pt x="5476831" y="2364390"/>
                    </a:cubicBezTo>
                    <a:cubicBezTo>
                      <a:pt x="5703670" y="2750588"/>
                      <a:pt x="5831126" y="3092040"/>
                      <a:pt x="5855666" y="3379284"/>
                    </a:cubicBezTo>
                    <a:cubicBezTo>
                      <a:pt x="5881633" y="3683209"/>
                      <a:pt x="5811475" y="4015312"/>
                      <a:pt x="5647187" y="4366360"/>
                    </a:cubicBezTo>
                    <a:cubicBezTo>
                      <a:pt x="5502911" y="4674608"/>
                      <a:pt x="5289655" y="4991344"/>
                      <a:pt x="5013328" y="5307808"/>
                    </a:cubicBezTo>
                    <a:cubicBezTo>
                      <a:pt x="4772204" y="5583961"/>
                      <a:pt x="4487477" y="5853075"/>
                      <a:pt x="4189960" y="6086066"/>
                    </a:cubicBezTo>
                    <a:cubicBezTo>
                      <a:pt x="3918047" y="6298981"/>
                      <a:pt x="3642037" y="6475614"/>
                      <a:pt x="3412753" y="6583441"/>
                    </a:cubicBezTo>
                    <a:cubicBezTo>
                      <a:pt x="3246404" y="6661663"/>
                      <a:pt x="3110595" y="6701408"/>
                      <a:pt x="3013951" y="6701408"/>
                    </a:cubicBezTo>
                    <a:close/>
                    <a:moveTo>
                      <a:pt x="710763" y="2785716"/>
                    </a:moveTo>
                    <a:cubicBezTo>
                      <a:pt x="464590" y="2785716"/>
                      <a:pt x="262110" y="2822835"/>
                      <a:pt x="137575" y="2932043"/>
                    </a:cubicBezTo>
                    <a:cubicBezTo>
                      <a:pt x="46545" y="3011872"/>
                      <a:pt x="2287" y="3124134"/>
                      <a:pt x="2287" y="3275259"/>
                    </a:cubicBezTo>
                    <a:cubicBezTo>
                      <a:pt x="2287" y="3577102"/>
                      <a:pt x="147921" y="3779583"/>
                      <a:pt x="460583" y="3912442"/>
                    </a:cubicBezTo>
                    <a:cubicBezTo>
                      <a:pt x="737567" y="4030137"/>
                      <a:pt x="1103407" y="4076106"/>
                      <a:pt x="1490755" y="4124791"/>
                    </a:cubicBezTo>
                    <a:cubicBezTo>
                      <a:pt x="2153048" y="4208015"/>
                      <a:pt x="2837890" y="4294069"/>
                      <a:pt x="3099185" y="4759213"/>
                    </a:cubicBezTo>
                    <a:cubicBezTo>
                      <a:pt x="3144032" y="4839042"/>
                      <a:pt x="3175477" y="4929237"/>
                      <a:pt x="3192683" y="5027308"/>
                    </a:cubicBezTo>
                    <a:cubicBezTo>
                      <a:pt x="3210748" y="5130382"/>
                      <a:pt x="3213691" y="5245679"/>
                      <a:pt x="3201376" y="5369960"/>
                    </a:cubicBezTo>
                    <a:cubicBezTo>
                      <a:pt x="3188517" y="5499809"/>
                      <a:pt x="3158634" y="5643759"/>
                      <a:pt x="3112564" y="5797759"/>
                    </a:cubicBezTo>
                    <a:cubicBezTo>
                      <a:pt x="3064639" y="5957937"/>
                      <a:pt x="2997651" y="6134117"/>
                      <a:pt x="2913480" y="6321388"/>
                    </a:cubicBezTo>
                    <a:cubicBezTo>
                      <a:pt x="2875357" y="6406220"/>
                      <a:pt x="2854235" y="6478262"/>
                      <a:pt x="2850749" y="6535480"/>
                    </a:cubicBezTo>
                    <a:cubicBezTo>
                      <a:pt x="2847421" y="6589756"/>
                      <a:pt x="2859917" y="6631198"/>
                      <a:pt x="2887831" y="6658652"/>
                    </a:cubicBezTo>
                    <a:cubicBezTo>
                      <a:pt x="2962900" y="6732416"/>
                      <a:pt x="3148990" y="6704984"/>
                      <a:pt x="3411802" y="6581381"/>
                    </a:cubicBezTo>
                    <a:cubicBezTo>
                      <a:pt x="3913225" y="6345607"/>
                      <a:pt x="4541199" y="5845131"/>
                      <a:pt x="5011653" y="5306336"/>
                    </a:cubicBezTo>
                    <a:cubicBezTo>
                      <a:pt x="5429856" y="4827386"/>
                      <a:pt x="5915364" y="4104330"/>
                      <a:pt x="5853448" y="3379510"/>
                    </a:cubicBezTo>
                    <a:cubicBezTo>
                      <a:pt x="5808058" y="2848207"/>
                      <a:pt x="5386843" y="2096204"/>
                      <a:pt x="4697767" y="1316361"/>
                    </a:cubicBezTo>
                    <a:cubicBezTo>
                      <a:pt x="4420014" y="1002002"/>
                      <a:pt x="4109729" y="697489"/>
                      <a:pt x="3824097" y="458907"/>
                    </a:cubicBezTo>
                    <a:cubicBezTo>
                      <a:pt x="3545845" y="226505"/>
                      <a:pt x="3308638" y="70695"/>
                      <a:pt x="3156189" y="20199"/>
                    </a:cubicBezTo>
                    <a:cubicBezTo>
                      <a:pt x="3077044" y="-6011"/>
                      <a:pt x="3022780" y="-3363"/>
                      <a:pt x="2994911" y="28075"/>
                    </a:cubicBezTo>
                    <a:cubicBezTo>
                      <a:pt x="2951128" y="77462"/>
                      <a:pt x="2972635" y="195202"/>
                      <a:pt x="3058798" y="378015"/>
                    </a:cubicBezTo>
                    <a:cubicBezTo>
                      <a:pt x="3202349" y="682528"/>
                      <a:pt x="3318055" y="962461"/>
                      <a:pt x="3402701" y="1210051"/>
                    </a:cubicBezTo>
                    <a:cubicBezTo>
                      <a:pt x="3483612" y="1446731"/>
                      <a:pt x="3538601" y="1661094"/>
                      <a:pt x="3566130" y="1847211"/>
                    </a:cubicBezTo>
                    <a:cubicBezTo>
                      <a:pt x="3592300" y="2024093"/>
                      <a:pt x="3594496" y="2181035"/>
                      <a:pt x="3572649" y="2313668"/>
                    </a:cubicBezTo>
                    <a:cubicBezTo>
                      <a:pt x="3552048" y="2438787"/>
                      <a:pt x="3509329" y="2546410"/>
                      <a:pt x="3445715" y="2633550"/>
                    </a:cubicBezTo>
                    <a:cubicBezTo>
                      <a:pt x="3369241" y="2738276"/>
                      <a:pt x="3264040" y="2814959"/>
                      <a:pt x="3124065" y="2867967"/>
                    </a:cubicBezTo>
                    <a:cubicBezTo>
                      <a:pt x="3000096" y="2914909"/>
                      <a:pt x="2851994" y="2941865"/>
                      <a:pt x="2671269" y="2950421"/>
                    </a:cubicBezTo>
                    <a:cubicBezTo>
                      <a:pt x="2629026" y="2952413"/>
                      <a:pt x="2585877" y="2953341"/>
                      <a:pt x="2542071" y="2953341"/>
                    </a:cubicBezTo>
                    <a:cubicBezTo>
                      <a:pt x="2239030" y="2953341"/>
                      <a:pt x="1901397" y="2908956"/>
                      <a:pt x="1573454" y="2865839"/>
                    </a:cubicBezTo>
                    <a:cubicBezTo>
                      <a:pt x="1264663" y="2825257"/>
                      <a:pt x="964519" y="2785806"/>
                      <a:pt x="710763" y="278580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F1BF3769-BA53-9F6B-16AB-7A0E4415B262}"/>
                  </a:ext>
                </a:extLst>
              </p:cNvPr>
              <p:cNvSpPr/>
              <p:nvPr/>
            </p:nvSpPr>
            <p:spPr>
              <a:xfrm>
                <a:off x="3170475" y="42676"/>
                <a:ext cx="5793011" cy="6628777"/>
              </a:xfrm>
              <a:custGeom>
                <a:avLst/>
                <a:gdLst>
                  <a:gd name="connsiteX0" fmla="*/ 2970598 w 5793011"/>
                  <a:gd name="connsiteY0" fmla="*/ 6628777 h 6628777"/>
                  <a:gd name="connsiteX1" fmla="*/ 2833340 w 5793011"/>
                  <a:gd name="connsiteY1" fmla="*/ 6584619 h 6628777"/>
                  <a:gd name="connsiteX2" fmla="*/ 2801011 w 5793011"/>
                  <a:gd name="connsiteY2" fmla="*/ 6469142 h 6628777"/>
                  <a:gd name="connsiteX3" fmla="*/ 2866301 w 5793011"/>
                  <a:gd name="connsiteY3" fmla="*/ 6277344 h 6628777"/>
                  <a:gd name="connsiteX4" fmla="*/ 3175613 w 5793011"/>
                  <a:gd name="connsiteY4" fmla="*/ 5408506 h 6628777"/>
                  <a:gd name="connsiteX5" fmla="*/ 3105728 w 5793011"/>
                  <a:gd name="connsiteY5" fmla="*/ 4832185 h 6628777"/>
                  <a:gd name="connsiteX6" fmla="*/ 1521747 w 5793011"/>
                  <a:gd name="connsiteY6" fmla="*/ 4134592 h 6628777"/>
                  <a:gd name="connsiteX7" fmla="*/ 471563 w 5793011"/>
                  <a:gd name="connsiteY7" fmla="*/ 3872042 h 6628777"/>
                  <a:gd name="connsiteX8" fmla="*/ 129289 w 5793011"/>
                  <a:gd name="connsiteY8" fmla="*/ 3616259 h 6628777"/>
                  <a:gd name="connsiteX9" fmla="*/ 33732 w 5793011"/>
                  <a:gd name="connsiteY9" fmla="*/ 3435009 h 6628777"/>
                  <a:gd name="connsiteX10" fmla="*/ 0 w 5793011"/>
                  <a:gd name="connsiteY10" fmla="*/ 3209872 h 6628777"/>
                  <a:gd name="connsiteX11" fmla="*/ 35429 w 5793011"/>
                  <a:gd name="connsiteY11" fmla="*/ 3005195 h 6628777"/>
                  <a:gd name="connsiteX12" fmla="*/ 135968 w 5793011"/>
                  <a:gd name="connsiteY12" fmla="*/ 2862445 h 6628777"/>
                  <a:gd name="connsiteX13" fmla="*/ 1528358 w 5793011"/>
                  <a:gd name="connsiteY13" fmla="*/ 2788976 h 6628777"/>
                  <a:gd name="connsiteX14" fmla="*/ 2604146 w 5793011"/>
                  <a:gd name="connsiteY14" fmla="*/ 2865568 h 6628777"/>
                  <a:gd name="connsiteX15" fmla="*/ 3375150 w 5793011"/>
                  <a:gd name="connsiteY15" fmla="*/ 2546434 h 6628777"/>
                  <a:gd name="connsiteX16" fmla="*/ 3518792 w 5793011"/>
                  <a:gd name="connsiteY16" fmla="*/ 1782231 h 6628777"/>
                  <a:gd name="connsiteX17" fmla="*/ 3084289 w 5793011"/>
                  <a:gd name="connsiteY17" fmla="*/ 365544 h 6628777"/>
                  <a:gd name="connsiteX18" fmla="*/ 3032152 w 5793011"/>
                  <a:gd name="connsiteY18" fmla="*/ 24364 h 6628777"/>
                  <a:gd name="connsiteX19" fmla="*/ 3170361 w 5793011"/>
                  <a:gd name="connsiteY19" fmla="*/ 13364 h 6628777"/>
                  <a:gd name="connsiteX20" fmla="*/ 3796931 w 5793011"/>
                  <a:gd name="connsiteY20" fmla="*/ 441435 h 6628777"/>
                  <a:gd name="connsiteX21" fmla="*/ 4632704 w 5793011"/>
                  <a:gd name="connsiteY21" fmla="*/ 1299364 h 6628777"/>
                  <a:gd name="connsiteX22" fmla="*/ 5390057 w 5793011"/>
                  <a:gd name="connsiteY22" fmla="*/ 2352418 h 6628777"/>
                  <a:gd name="connsiteX23" fmla="*/ 5781050 w 5793011"/>
                  <a:gd name="connsiteY23" fmla="*/ 3365908 h 6628777"/>
                  <a:gd name="connsiteX24" fmla="*/ 5040155 w 5793011"/>
                  <a:gd name="connsiteY24" fmla="*/ 5251247 h 6628777"/>
                  <a:gd name="connsiteX25" fmla="*/ 4255114 w 5793011"/>
                  <a:gd name="connsiteY25" fmla="*/ 5986682 h 6628777"/>
                  <a:gd name="connsiteX26" fmla="*/ 3481189 w 5793011"/>
                  <a:gd name="connsiteY26" fmla="*/ 6472944 h 6628777"/>
                  <a:gd name="connsiteX27" fmla="*/ 3071702 w 5793011"/>
                  <a:gd name="connsiteY27" fmla="*/ 6618660 h 6628777"/>
                  <a:gd name="connsiteX28" fmla="*/ 2970665 w 5793011"/>
                  <a:gd name="connsiteY28" fmla="*/ 6628777 h 6628777"/>
                  <a:gd name="connsiteX29" fmla="*/ 708092 w 5793011"/>
                  <a:gd name="connsiteY29" fmla="*/ 2718246 h 6628777"/>
                  <a:gd name="connsiteX30" fmla="*/ 137507 w 5793011"/>
                  <a:gd name="connsiteY30" fmla="*/ 2864233 h 6628777"/>
                  <a:gd name="connsiteX31" fmla="*/ 2354 w 5793011"/>
                  <a:gd name="connsiteY31" fmla="*/ 3209872 h 6628777"/>
                  <a:gd name="connsiteX32" fmla="*/ 472536 w 5793011"/>
                  <a:gd name="connsiteY32" fmla="*/ 3869892 h 6628777"/>
                  <a:gd name="connsiteX33" fmla="*/ 1522132 w 5793011"/>
                  <a:gd name="connsiteY33" fmla="*/ 4132239 h 6628777"/>
                  <a:gd name="connsiteX34" fmla="*/ 3107833 w 5793011"/>
                  <a:gd name="connsiteY34" fmla="*/ 4831099 h 6628777"/>
                  <a:gd name="connsiteX35" fmla="*/ 3184397 w 5793011"/>
                  <a:gd name="connsiteY35" fmla="*/ 5087923 h 6628777"/>
                  <a:gd name="connsiteX36" fmla="*/ 3177945 w 5793011"/>
                  <a:gd name="connsiteY36" fmla="*/ 5408845 h 6628777"/>
                  <a:gd name="connsiteX37" fmla="*/ 3076569 w 5793011"/>
                  <a:gd name="connsiteY37" fmla="*/ 5802717 h 6628777"/>
                  <a:gd name="connsiteX38" fmla="*/ 2868384 w 5793011"/>
                  <a:gd name="connsiteY38" fmla="*/ 6278431 h 6628777"/>
                  <a:gd name="connsiteX39" fmla="*/ 2803343 w 5793011"/>
                  <a:gd name="connsiteY39" fmla="*/ 6469368 h 6628777"/>
                  <a:gd name="connsiteX40" fmla="*/ 2835015 w 5793011"/>
                  <a:gd name="connsiteY40" fmla="*/ 6582967 h 6628777"/>
                  <a:gd name="connsiteX41" fmla="*/ 3071204 w 5793011"/>
                  <a:gd name="connsiteY41" fmla="*/ 6616329 h 6628777"/>
                  <a:gd name="connsiteX42" fmla="*/ 3480080 w 5793011"/>
                  <a:gd name="connsiteY42" fmla="*/ 6470817 h 6628777"/>
                  <a:gd name="connsiteX43" fmla="*/ 5038275 w 5793011"/>
                  <a:gd name="connsiteY43" fmla="*/ 5249708 h 6628777"/>
                  <a:gd name="connsiteX44" fmla="*/ 5778627 w 5793011"/>
                  <a:gd name="connsiteY44" fmla="*/ 3366202 h 6628777"/>
                  <a:gd name="connsiteX45" fmla="*/ 4630848 w 5793011"/>
                  <a:gd name="connsiteY45" fmla="*/ 1300903 h 6628777"/>
                  <a:gd name="connsiteX46" fmla="*/ 3795301 w 5793011"/>
                  <a:gd name="connsiteY46" fmla="*/ 443223 h 6628777"/>
                  <a:gd name="connsiteX47" fmla="*/ 3169591 w 5793011"/>
                  <a:gd name="connsiteY47" fmla="*/ 15628 h 6628777"/>
                  <a:gd name="connsiteX48" fmla="*/ 3033850 w 5793011"/>
                  <a:gd name="connsiteY48" fmla="*/ 25971 h 6628777"/>
                  <a:gd name="connsiteX49" fmla="*/ 3086417 w 5793011"/>
                  <a:gd name="connsiteY49" fmla="*/ 364616 h 6628777"/>
                  <a:gd name="connsiteX50" fmla="*/ 3386922 w 5793011"/>
                  <a:gd name="connsiteY50" fmla="*/ 1166142 h 6628777"/>
                  <a:gd name="connsiteX51" fmla="*/ 3521101 w 5793011"/>
                  <a:gd name="connsiteY51" fmla="*/ 1782004 h 6628777"/>
                  <a:gd name="connsiteX52" fmla="*/ 3510620 w 5793011"/>
                  <a:gd name="connsiteY52" fmla="*/ 2235017 h 6628777"/>
                  <a:gd name="connsiteX53" fmla="*/ 3377007 w 5793011"/>
                  <a:gd name="connsiteY53" fmla="*/ 2547905 h 6628777"/>
                  <a:gd name="connsiteX54" fmla="*/ 3052798 w 5793011"/>
                  <a:gd name="connsiteY54" fmla="*/ 2783046 h 6628777"/>
                  <a:gd name="connsiteX55" fmla="*/ 2604236 w 5793011"/>
                  <a:gd name="connsiteY55" fmla="*/ 2867967 h 6628777"/>
                  <a:gd name="connsiteX56" fmla="*/ 2456066 w 5793011"/>
                  <a:gd name="connsiteY56" fmla="*/ 2871793 h 6628777"/>
                  <a:gd name="connsiteX57" fmla="*/ 1527995 w 5793011"/>
                  <a:gd name="connsiteY57" fmla="*/ 2791330 h 6628777"/>
                  <a:gd name="connsiteX58" fmla="*/ 708069 w 5793011"/>
                  <a:gd name="connsiteY58" fmla="*/ 2718223 h 6628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5793011" h="6628777">
                    <a:moveTo>
                      <a:pt x="2970598" y="6628777"/>
                    </a:moveTo>
                    <a:cubicBezTo>
                      <a:pt x="2908002" y="6628777"/>
                      <a:pt x="2862023" y="6614020"/>
                      <a:pt x="2833340" y="6584619"/>
                    </a:cubicBezTo>
                    <a:cubicBezTo>
                      <a:pt x="2807214" y="6557821"/>
                      <a:pt x="2796325" y="6518981"/>
                      <a:pt x="2801011" y="6469142"/>
                    </a:cubicBezTo>
                    <a:cubicBezTo>
                      <a:pt x="2805902" y="6417062"/>
                      <a:pt x="2827861" y="6352533"/>
                      <a:pt x="2866301" y="6277344"/>
                    </a:cubicBezTo>
                    <a:cubicBezTo>
                      <a:pt x="3035819" y="5945648"/>
                      <a:pt x="3139889" y="5653334"/>
                      <a:pt x="3175613" y="5408506"/>
                    </a:cubicBezTo>
                    <a:cubicBezTo>
                      <a:pt x="3208824" y="5180811"/>
                      <a:pt x="3185982" y="4992295"/>
                      <a:pt x="3105728" y="4832185"/>
                    </a:cubicBezTo>
                    <a:cubicBezTo>
                      <a:pt x="2871803" y="4365433"/>
                      <a:pt x="2185467" y="4248078"/>
                      <a:pt x="1521747" y="4134592"/>
                    </a:cubicBezTo>
                    <a:cubicBezTo>
                      <a:pt x="1127654" y="4067212"/>
                      <a:pt x="755384" y="4003566"/>
                      <a:pt x="471563" y="3872042"/>
                    </a:cubicBezTo>
                    <a:cubicBezTo>
                      <a:pt x="318933" y="3801312"/>
                      <a:pt x="206985" y="3717658"/>
                      <a:pt x="129289" y="3616259"/>
                    </a:cubicBezTo>
                    <a:cubicBezTo>
                      <a:pt x="87249" y="3561395"/>
                      <a:pt x="55102" y="3500397"/>
                      <a:pt x="33732" y="3435009"/>
                    </a:cubicBezTo>
                    <a:cubicBezTo>
                      <a:pt x="11342" y="3366496"/>
                      <a:pt x="0" y="3290764"/>
                      <a:pt x="0" y="3209872"/>
                    </a:cubicBezTo>
                    <a:cubicBezTo>
                      <a:pt x="0" y="3128979"/>
                      <a:pt x="11908" y="3063500"/>
                      <a:pt x="35429" y="3005195"/>
                    </a:cubicBezTo>
                    <a:cubicBezTo>
                      <a:pt x="57887" y="2949471"/>
                      <a:pt x="91709" y="2901443"/>
                      <a:pt x="135968" y="2862445"/>
                    </a:cubicBezTo>
                    <a:cubicBezTo>
                      <a:pt x="383793" y="2644075"/>
                      <a:pt x="939753" y="2714466"/>
                      <a:pt x="1528358" y="2788976"/>
                    </a:cubicBezTo>
                    <a:cubicBezTo>
                      <a:pt x="1895307" y="2835420"/>
                      <a:pt x="2274731" y="2883471"/>
                      <a:pt x="2604146" y="2865568"/>
                    </a:cubicBezTo>
                    <a:cubicBezTo>
                      <a:pt x="2976914" y="2845311"/>
                      <a:pt x="3229108" y="2740925"/>
                      <a:pt x="3375150" y="2546434"/>
                    </a:cubicBezTo>
                    <a:cubicBezTo>
                      <a:pt x="3508718" y="2368533"/>
                      <a:pt x="3555716" y="2118567"/>
                      <a:pt x="3518792" y="1782231"/>
                    </a:cubicBezTo>
                    <a:cubicBezTo>
                      <a:pt x="3478405" y="1414252"/>
                      <a:pt x="3332205" y="937610"/>
                      <a:pt x="3084289" y="365544"/>
                    </a:cubicBezTo>
                    <a:cubicBezTo>
                      <a:pt x="3006774" y="186693"/>
                      <a:pt x="2989229" y="71895"/>
                      <a:pt x="3032152" y="24364"/>
                    </a:cubicBezTo>
                    <a:cubicBezTo>
                      <a:pt x="3057643" y="-3882"/>
                      <a:pt x="3104143" y="-7594"/>
                      <a:pt x="3170361" y="13364"/>
                    </a:cubicBezTo>
                    <a:cubicBezTo>
                      <a:pt x="3309317" y="57319"/>
                      <a:pt x="3531832" y="209327"/>
                      <a:pt x="3796931" y="441435"/>
                    </a:cubicBezTo>
                    <a:cubicBezTo>
                      <a:pt x="4066648" y="677595"/>
                      <a:pt x="4363463" y="982289"/>
                      <a:pt x="4632704" y="1299364"/>
                    </a:cubicBezTo>
                    <a:cubicBezTo>
                      <a:pt x="4935066" y="1655459"/>
                      <a:pt x="5196950" y="2019612"/>
                      <a:pt x="5390057" y="2352418"/>
                    </a:cubicBezTo>
                    <a:cubicBezTo>
                      <a:pt x="5614678" y="2739544"/>
                      <a:pt x="5746208" y="3080543"/>
                      <a:pt x="5781050" y="3365908"/>
                    </a:cubicBezTo>
                    <a:cubicBezTo>
                      <a:pt x="5871853" y="4109922"/>
                      <a:pt x="5428271" y="4801833"/>
                      <a:pt x="5040155" y="5251247"/>
                    </a:cubicBezTo>
                    <a:cubicBezTo>
                      <a:pt x="4816439" y="5510289"/>
                      <a:pt x="4544980" y="5764601"/>
                      <a:pt x="4255114" y="5986682"/>
                    </a:cubicBezTo>
                    <a:cubicBezTo>
                      <a:pt x="3992189" y="6188122"/>
                      <a:pt x="3724577" y="6356268"/>
                      <a:pt x="3481189" y="6472944"/>
                    </a:cubicBezTo>
                    <a:cubicBezTo>
                      <a:pt x="3323941" y="6548314"/>
                      <a:pt x="3182337" y="6598720"/>
                      <a:pt x="3071702" y="6618660"/>
                    </a:cubicBezTo>
                    <a:cubicBezTo>
                      <a:pt x="3034280" y="6625405"/>
                      <a:pt x="3000571" y="6628777"/>
                      <a:pt x="2970665" y="6628777"/>
                    </a:cubicBezTo>
                    <a:close/>
                    <a:moveTo>
                      <a:pt x="708092" y="2718246"/>
                    </a:moveTo>
                    <a:cubicBezTo>
                      <a:pt x="463368" y="2718246"/>
                      <a:pt x="261590" y="2754912"/>
                      <a:pt x="137507" y="2864233"/>
                    </a:cubicBezTo>
                    <a:cubicBezTo>
                      <a:pt x="46568" y="2944379"/>
                      <a:pt x="2354" y="3057434"/>
                      <a:pt x="2354" y="3209872"/>
                    </a:cubicBezTo>
                    <a:cubicBezTo>
                      <a:pt x="2354" y="3511533"/>
                      <a:pt x="151769" y="3721257"/>
                      <a:pt x="472536" y="3869892"/>
                    </a:cubicBezTo>
                    <a:cubicBezTo>
                      <a:pt x="756085" y="4001280"/>
                      <a:pt x="1128174" y="4064904"/>
                      <a:pt x="1522132" y="4132239"/>
                    </a:cubicBezTo>
                    <a:cubicBezTo>
                      <a:pt x="2186440" y="4245814"/>
                      <a:pt x="2873364" y="4363261"/>
                      <a:pt x="3107833" y="4831099"/>
                    </a:cubicBezTo>
                    <a:cubicBezTo>
                      <a:pt x="3146658" y="4908574"/>
                      <a:pt x="3172421" y="4994989"/>
                      <a:pt x="3184397" y="5087923"/>
                    </a:cubicBezTo>
                    <a:cubicBezTo>
                      <a:pt x="3196961" y="5185406"/>
                      <a:pt x="3194788" y="5293368"/>
                      <a:pt x="3177945" y="5408845"/>
                    </a:cubicBezTo>
                    <a:cubicBezTo>
                      <a:pt x="3160377" y="5529279"/>
                      <a:pt x="3126261" y="5661777"/>
                      <a:pt x="3076569" y="5802717"/>
                    </a:cubicBezTo>
                    <a:cubicBezTo>
                      <a:pt x="3024976" y="5949043"/>
                      <a:pt x="2954932" y="6109108"/>
                      <a:pt x="2868384" y="6278431"/>
                    </a:cubicBezTo>
                    <a:cubicBezTo>
                      <a:pt x="2830079" y="6353348"/>
                      <a:pt x="2808211" y="6417605"/>
                      <a:pt x="2803343" y="6469368"/>
                    </a:cubicBezTo>
                    <a:cubicBezTo>
                      <a:pt x="2798725" y="6518461"/>
                      <a:pt x="2809388" y="6556689"/>
                      <a:pt x="2835015" y="6582967"/>
                    </a:cubicBezTo>
                    <a:cubicBezTo>
                      <a:pt x="2876806" y="6625812"/>
                      <a:pt x="2956267" y="6637038"/>
                      <a:pt x="3071204" y="6616329"/>
                    </a:cubicBezTo>
                    <a:cubicBezTo>
                      <a:pt x="3181635" y="6596411"/>
                      <a:pt x="3323036" y="6546096"/>
                      <a:pt x="3480080" y="6470817"/>
                    </a:cubicBezTo>
                    <a:cubicBezTo>
                      <a:pt x="3895567" y="6271663"/>
                      <a:pt x="4523088" y="5846286"/>
                      <a:pt x="5038275" y="5249708"/>
                    </a:cubicBezTo>
                    <a:cubicBezTo>
                      <a:pt x="5426076" y="4800656"/>
                      <a:pt x="5869318" y="4109356"/>
                      <a:pt x="5778627" y="3366202"/>
                    </a:cubicBezTo>
                    <a:cubicBezTo>
                      <a:pt x="5713994" y="2836620"/>
                      <a:pt x="5295631" y="2083847"/>
                      <a:pt x="4630848" y="1300903"/>
                    </a:cubicBezTo>
                    <a:cubicBezTo>
                      <a:pt x="4361674" y="983896"/>
                      <a:pt x="4064950" y="679292"/>
                      <a:pt x="3795301" y="443223"/>
                    </a:cubicBezTo>
                    <a:cubicBezTo>
                      <a:pt x="3530474" y="211341"/>
                      <a:pt x="3308253" y="59492"/>
                      <a:pt x="3169591" y="15628"/>
                    </a:cubicBezTo>
                    <a:cubicBezTo>
                      <a:pt x="3104347" y="-5014"/>
                      <a:pt x="3058662" y="-1529"/>
                      <a:pt x="3033850" y="25971"/>
                    </a:cubicBezTo>
                    <a:cubicBezTo>
                      <a:pt x="2991629" y="72755"/>
                      <a:pt x="3009310" y="186693"/>
                      <a:pt x="3086417" y="364616"/>
                    </a:cubicBezTo>
                    <a:cubicBezTo>
                      <a:pt x="3213374" y="657586"/>
                      <a:pt x="3314501" y="927267"/>
                      <a:pt x="3386922" y="1166142"/>
                    </a:cubicBezTo>
                    <a:cubicBezTo>
                      <a:pt x="3456174" y="1394539"/>
                      <a:pt x="3501315" y="1601750"/>
                      <a:pt x="3521101" y="1782004"/>
                    </a:cubicBezTo>
                    <a:cubicBezTo>
                      <a:pt x="3539914" y="1953386"/>
                      <a:pt x="3536382" y="2105801"/>
                      <a:pt x="3510620" y="2235017"/>
                    </a:cubicBezTo>
                    <a:cubicBezTo>
                      <a:pt x="3486306" y="2356967"/>
                      <a:pt x="3441345" y="2462236"/>
                      <a:pt x="3377007" y="2547905"/>
                    </a:cubicBezTo>
                    <a:cubicBezTo>
                      <a:pt x="3299537" y="2651069"/>
                      <a:pt x="3190464" y="2730174"/>
                      <a:pt x="3052798" y="2783046"/>
                    </a:cubicBezTo>
                    <a:cubicBezTo>
                      <a:pt x="2929214" y="2830509"/>
                      <a:pt x="2782493" y="2858303"/>
                      <a:pt x="2604236" y="2867967"/>
                    </a:cubicBezTo>
                    <a:cubicBezTo>
                      <a:pt x="2555880" y="2870593"/>
                      <a:pt x="2506392" y="2871793"/>
                      <a:pt x="2456066" y="2871793"/>
                    </a:cubicBezTo>
                    <a:cubicBezTo>
                      <a:pt x="2163439" y="2871793"/>
                      <a:pt x="1841201" y="2830984"/>
                      <a:pt x="1527995" y="2791330"/>
                    </a:cubicBezTo>
                    <a:cubicBezTo>
                      <a:pt x="1235300" y="2754279"/>
                      <a:pt x="950597" y="2718223"/>
                      <a:pt x="708069" y="271822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E24E7529-24CF-6FC7-7E60-72A707BF27D2}"/>
                  </a:ext>
                </a:extLst>
              </p:cNvPr>
              <p:cNvSpPr/>
              <p:nvPr/>
            </p:nvSpPr>
            <p:spPr>
              <a:xfrm>
                <a:off x="3215549" y="54856"/>
                <a:ext cx="5727481" cy="6559990"/>
              </a:xfrm>
              <a:custGeom>
                <a:avLst/>
                <a:gdLst>
                  <a:gd name="connsiteX0" fmla="*/ 2930708 w 5727481"/>
                  <a:gd name="connsiteY0" fmla="*/ 6559990 h 6559990"/>
                  <a:gd name="connsiteX1" fmla="*/ 2779844 w 5727481"/>
                  <a:gd name="connsiteY1" fmla="*/ 6512573 h 6559990"/>
                  <a:gd name="connsiteX2" fmla="*/ 2753266 w 5727481"/>
                  <a:gd name="connsiteY2" fmla="*/ 6405945 h 6559990"/>
                  <a:gd name="connsiteX3" fmla="*/ 2821228 w 5727481"/>
                  <a:gd name="connsiteY3" fmla="*/ 6235423 h 6559990"/>
                  <a:gd name="connsiteX4" fmla="*/ 3113108 w 5727481"/>
                  <a:gd name="connsiteY4" fmla="*/ 4910064 h 6559990"/>
                  <a:gd name="connsiteX5" fmla="*/ 2509901 w 5727481"/>
                  <a:gd name="connsiteY5" fmla="*/ 4409679 h 6559990"/>
                  <a:gd name="connsiteX6" fmla="*/ 1555139 w 5727481"/>
                  <a:gd name="connsiteY6" fmla="*/ 4149052 h 6559990"/>
                  <a:gd name="connsiteX7" fmla="*/ 484331 w 5727481"/>
                  <a:gd name="connsiteY7" fmla="*/ 3832928 h 6559990"/>
                  <a:gd name="connsiteX8" fmla="*/ 133047 w 5727481"/>
                  <a:gd name="connsiteY8" fmla="*/ 3559106 h 6559990"/>
                  <a:gd name="connsiteX9" fmla="*/ 34750 w 5727481"/>
                  <a:gd name="connsiteY9" fmla="*/ 3372717 h 6559990"/>
                  <a:gd name="connsiteX10" fmla="*/ 0 w 5727481"/>
                  <a:gd name="connsiteY10" fmla="*/ 3145634 h 6559990"/>
                  <a:gd name="connsiteX11" fmla="*/ 35407 w 5727481"/>
                  <a:gd name="connsiteY11" fmla="*/ 2939034 h 6559990"/>
                  <a:gd name="connsiteX12" fmla="*/ 135900 w 5727481"/>
                  <a:gd name="connsiteY12" fmla="*/ 2795333 h 6559990"/>
                  <a:gd name="connsiteX13" fmla="*/ 1483737 w 5727481"/>
                  <a:gd name="connsiteY13" fmla="*/ 2714236 h 6559990"/>
                  <a:gd name="connsiteX14" fmla="*/ 2537950 w 5727481"/>
                  <a:gd name="connsiteY14" fmla="*/ 2781979 h 6559990"/>
                  <a:gd name="connsiteX15" fmla="*/ 3307687 w 5727481"/>
                  <a:gd name="connsiteY15" fmla="*/ 2459246 h 6559990"/>
                  <a:gd name="connsiteX16" fmla="*/ 3474715 w 5727481"/>
                  <a:gd name="connsiteY16" fmla="*/ 1716318 h 6559990"/>
                  <a:gd name="connsiteX17" fmla="*/ 3111795 w 5727481"/>
                  <a:gd name="connsiteY17" fmla="*/ 353274 h 6559990"/>
                  <a:gd name="connsiteX18" fmla="*/ 3071136 w 5727481"/>
                  <a:gd name="connsiteY18" fmla="*/ 22415 h 6559990"/>
                  <a:gd name="connsiteX19" fmla="*/ 3190034 w 5727481"/>
                  <a:gd name="connsiteY19" fmla="*/ 10283 h 6559990"/>
                  <a:gd name="connsiteX20" fmla="*/ 3777416 w 5727481"/>
                  <a:gd name="connsiteY20" fmla="*/ 430047 h 6559990"/>
                  <a:gd name="connsiteX21" fmla="*/ 4573685 w 5727481"/>
                  <a:gd name="connsiteY21" fmla="*/ 1288587 h 6559990"/>
                  <a:gd name="connsiteX22" fmla="*/ 5307268 w 5727481"/>
                  <a:gd name="connsiteY22" fmla="*/ 2343791 h 6559990"/>
                  <a:gd name="connsiteX23" fmla="*/ 5706297 w 5727481"/>
                  <a:gd name="connsiteY23" fmla="*/ 3353637 h 6559990"/>
                  <a:gd name="connsiteX24" fmla="*/ 5593896 w 5727481"/>
                  <a:gd name="connsiteY24" fmla="*/ 4331864 h 6559990"/>
                  <a:gd name="connsiteX25" fmla="*/ 5070083 w 5727481"/>
                  <a:gd name="connsiteY25" fmla="*/ 5196063 h 6559990"/>
                  <a:gd name="connsiteX26" fmla="*/ 4329573 w 5727481"/>
                  <a:gd name="connsiteY26" fmla="*/ 5891573 h 6559990"/>
                  <a:gd name="connsiteX27" fmla="*/ 3566922 w 5727481"/>
                  <a:gd name="connsiteY27" fmla="*/ 6363779 h 6559990"/>
                  <a:gd name="connsiteX28" fmla="*/ 3063982 w 5727481"/>
                  <a:gd name="connsiteY28" fmla="*/ 6545459 h 6559990"/>
                  <a:gd name="connsiteX29" fmla="*/ 2930708 w 5727481"/>
                  <a:gd name="connsiteY29" fmla="*/ 6559922 h 6559990"/>
                  <a:gd name="connsiteX30" fmla="*/ 707933 w 5727481"/>
                  <a:gd name="connsiteY30" fmla="*/ 2650975 h 6559990"/>
                  <a:gd name="connsiteX31" fmla="*/ 137507 w 5727481"/>
                  <a:gd name="connsiteY31" fmla="*/ 2797166 h 6559990"/>
                  <a:gd name="connsiteX32" fmla="*/ 2445 w 5727481"/>
                  <a:gd name="connsiteY32" fmla="*/ 3145634 h 6559990"/>
                  <a:gd name="connsiteX33" fmla="*/ 485418 w 5727481"/>
                  <a:gd name="connsiteY33" fmla="*/ 3830732 h 6559990"/>
                  <a:gd name="connsiteX34" fmla="*/ 1555637 w 5727481"/>
                  <a:gd name="connsiteY34" fmla="*/ 4146653 h 6559990"/>
                  <a:gd name="connsiteX35" fmla="*/ 2510807 w 5727481"/>
                  <a:gd name="connsiteY35" fmla="*/ 4407393 h 6559990"/>
                  <a:gd name="connsiteX36" fmla="*/ 2879613 w 5727481"/>
                  <a:gd name="connsiteY36" fmla="*/ 4613178 h 6559990"/>
                  <a:gd name="connsiteX37" fmla="*/ 3115326 w 5727481"/>
                  <a:gd name="connsiteY37" fmla="*/ 4909068 h 6559990"/>
                  <a:gd name="connsiteX38" fmla="*/ 3174753 w 5727481"/>
                  <a:gd name="connsiteY38" fmla="*/ 5152923 h 6559990"/>
                  <a:gd name="connsiteX39" fmla="*/ 3153223 w 5727481"/>
                  <a:gd name="connsiteY39" fmla="*/ 5450646 h 6559990"/>
                  <a:gd name="connsiteX40" fmla="*/ 2823311 w 5727481"/>
                  <a:gd name="connsiteY40" fmla="*/ 6236645 h 6559990"/>
                  <a:gd name="connsiteX41" fmla="*/ 2755666 w 5727481"/>
                  <a:gd name="connsiteY41" fmla="*/ 6406262 h 6559990"/>
                  <a:gd name="connsiteX42" fmla="*/ 2781610 w 5727481"/>
                  <a:gd name="connsiteY42" fmla="*/ 6510897 h 6559990"/>
                  <a:gd name="connsiteX43" fmla="*/ 3063461 w 5727481"/>
                  <a:gd name="connsiteY43" fmla="*/ 6543106 h 6559990"/>
                  <a:gd name="connsiteX44" fmla="*/ 3565813 w 5727481"/>
                  <a:gd name="connsiteY44" fmla="*/ 6361629 h 6559990"/>
                  <a:gd name="connsiteX45" fmla="*/ 5068159 w 5727481"/>
                  <a:gd name="connsiteY45" fmla="*/ 5194547 h 6559990"/>
                  <a:gd name="connsiteX46" fmla="*/ 5703829 w 5727481"/>
                  <a:gd name="connsiteY46" fmla="*/ 3354067 h 6559990"/>
                  <a:gd name="connsiteX47" fmla="*/ 4571739 w 5727481"/>
                  <a:gd name="connsiteY47" fmla="*/ 1290171 h 6559990"/>
                  <a:gd name="connsiteX48" fmla="*/ 3775718 w 5727481"/>
                  <a:gd name="connsiteY48" fmla="*/ 431903 h 6559990"/>
                  <a:gd name="connsiteX49" fmla="*/ 3189287 w 5727481"/>
                  <a:gd name="connsiteY49" fmla="*/ 12682 h 6559990"/>
                  <a:gd name="connsiteX50" fmla="*/ 3072902 w 5727481"/>
                  <a:gd name="connsiteY50" fmla="*/ 24135 h 6559990"/>
                  <a:gd name="connsiteX51" fmla="*/ 3114036 w 5727481"/>
                  <a:gd name="connsiteY51" fmla="*/ 352436 h 6559990"/>
                  <a:gd name="connsiteX52" fmla="*/ 3371777 w 5727481"/>
                  <a:gd name="connsiteY52" fmla="*/ 1122411 h 6559990"/>
                  <a:gd name="connsiteX53" fmla="*/ 3477115 w 5727481"/>
                  <a:gd name="connsiteY53" fmla="*/ 1716182 h 6559990"/>
                  <a:gd name="connsiteX54" fmla="*/ 3449812 w 5727481"/>
                  <a:gd name="connsiteY54" fmla="*/ 2155185 h 6559990"/>
                  <a:gd name="connsiteX55" fmla="*/ 3309589 w 5727481"/>
                  <a:gd name="connsiteY55" fmla="*/ 2460762 h 6559990"/>
                  <a:gd name="connsiteX56" fmla="*/ 2982528 w 5727481"/>
                  <a:gd name="connsiteY56" fmla="*/ 2696740 h 6559990"/>
                  <a:gd name="connsiteX57" fmla="*/ 2538064 w 5727481"/>
                  <a:gd name="connsiteY57" fmla="*/ 2784446 h 6559990"/>
                  <a:gd name="connsiteX58" fmla="*/ 2367844 w 5727481"/>
                  <a:gd name="connsiteY58" fmla="*/ 2789471 h 6559990"/>
                  <a:gd name="connsiteX59" fmla="*/ 1483397 w 5727481"/>
                  <a:gd name="connsiteY59" fmla="*/ 2716681 h 6559990"/>
                  <a:gd name="connsiteX60" fmla="*/ 707888 w 5727481"/>
                  <a:gd name="connsiteY60" fmla="*/ 2650975 h 6559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727481" h="6559990">
                    <a:moveTo>
                      <a:pt x="2930708" y="6559990"/>
                    </a:moveTo>
                    <a:cubicBezTo>
                      <a:pt x="2860189" y="6559990"/>
                      <a:pt x="2808935" y="6544079"/>
                      <a:pt x="2779844" y="6512573"/>
                    </a:cubicBezTo>
                    <a:cubicBezTo>
                      <a:pt x="2756119" y="6486861"/>
                      <a:pt x="2747154" y="6450986"/>
                      <a:pt x="2753266" y="6405945"/>
                    </a:cubicBezTo>
                    <a:cubicBezTo>
                      <a:pt x="2759628" y="6358913"/>
                      <a:pt x="2782493" y="6301536"/>
                      <a:pt x="2821228" y="6235423"/>
                    </a:cubicBezTo>
                    <a:cubicBezTo>
                      <a:pt x="3157208" y="5661728"/>
                      <a:pt x="3252698" y="5228203"/>
                      <a:pt x="3113108" y="4910064"/>
                    </a:cubicBezTo>
                    <a:cubicBezTo>
                      <a:pt x="3021376" y="4700997"/>
                      <a:pt x="2824058" y="4537310"/>
                      <a:pt x="2509901" y="4409679"/>
                    </a:cubicBezTo>
                    <a:cubicBezTo>
                      <a:pt x="2230019" y="4295967"/>
                      <a:pt x="1886931" y="4221299"/>
                      <a:pt x="1555139" y="4149052"/>
                    </a:cubicBezTo>
                    <a:cubicBezTo>
                      <a:pt x="1171708" y="4065579"/>
                      <a:pt x="775192" y="3979277"/>
                      <a:pt x="484331" y="3832928"/>
                    </a:cubicBezTo>
                    <a:cubicBezTo>
                      <a:pt x="327785" y="3754163"/>
                      <a:pt x="212871" y="3664601"/>
                      <a:pt x="133047" y="3559106"/>
                    </a:cubicBezTo>
                    <a:cubicBezTo>
                      <a:pt x="89807" y="3501956"/>
                      <a:pt x="56732" y="3439261"/>
                      <a:pt x="34750" y="3372717"/>
                    </a:cubicBezTo>
                    <a:cubicBezTo>
                      <a:pt x="11682" y="3302961"/>
                      <a:pt x="0" y="3226549"/>
                      <a:pt x="0" y="3145634"/>
                    </a:cubicBezTo>
                    <a:cubicBezTo>
                      <a:pt x="0" y="3064719"/>
                      <a:pt x="11908" y="2997836"/>
                      <a:pt x="35407" y="2939034"/>
                    </a:cubicBezTo>
                    <a:cubicBezTo>
                      <a:pt x="57842" y="2882880"/>
                      <a:pt x="91664" y="2834534"/>
                      <a:pt x="135900" y="2795333"/>
                    </a:cubicBezTo>
                    <a:cubicBezTo>
                      <a:pt x="377884" y="2580834"/>
                      <a:pt x="915054" y="2645634"/>
                      <a:pt x="1483737" y="2714236"/>
                    </a:cubicBezTo>
                    <a:cubicBezTo>
                      <a:pt x="1842355" y="2757489"/>
                      <a:pt x="2213199" y="2802236"/>
                      <a:pt x="2537950" y="2781979"/>
                    </a:cubicBezTo>
                    <a:cubicBezTo>
                      <a:pt x="2905761" y="2759051"/>
                      <a:pt x="3157525" y="2653488"/>
                      <a:pt x="3307687" y="2459246"/>
                    </a:cubicBezTo>
                    <a:cubicBezTo>
                      <a:pt x="3442726" y="2284559"/>
                      <a:pt x="3497376" y="2041541"/>
                      <a:pt x="3474715" y="1716318"/>
                    </a:cubicBezTo>
                    <a:cubicBezTo>
                      <a:pt x="3449948" y="1360743"/>
                      <a:pt x="3327835" y="902162"/>
                      <a:pt x="3111795" y="353274"/>
                    </a:cubicBezTo>
                    <a:cubicBezTo>
                      <a:pt x="3043132" y="178836"/>
                      <a:pt x="3029458" y="67524"/>
                      <a:pt x="3071136" y="22415"/>
                    </a:cubicBezTo>
                    <a:cubicBezTo>
                      <a:pt x="3094272" y="-2618"/>
                      <a:pt x="3134275" y="-6715"/>
                      <a:pt x="3190034" y="10283"/>
                    </a:cubicBezTo>
                    <a:cubicBezTo>
                      <a:pt x="3317218" y="49032"/>
                      <a:pt x="3525810" y="198097"/>
                      <a:pt x="3777416" y="430047"/>
                    </a:cubicBezTo>
                    <a:cubicBezTo>
                      <a:pt x="4031127" y="663943"/>
                      <a:pt x="4313907" y="968841"/>
                      <a:pt x="4573685" y="1288587"/>
                    </a:cubicBezTo>
                    <a:cubicBezTo>
                      <a:pt x="4863166" y="1644886"/>
                      <a:pt x="5116832" y="2009786"/>
                      <a:pt x="5307268" y="2343791"/>
                    </a:cubicBezTo>
                    <a:cubicBezTo>
                      <a:pt x="5528040" y="2731030"/>
                      <a:pt x="5662287" y="3070807"/>
                      <a:pt x="5706297" y="3353637"/>
                    </a:cubicBezTo>
                    <a:cubicBezTo>
                      <a:pt x="5755988" y="3672953"/>
                      <a:pt x="5718159" y="4002069"/>
                      <a:pt x="5593896" y="4331864"/>
                    </a:cubicBezTo>
                    <a:cubicBezTo>
                      <a:pt x="5484234" y="4622865"/>
                      <a:pt x="5307992" y="4913617"/>
                      <a:pt x="5070083" y="5196063"/>
                    </a:cubicBezTo>
                    <a:cubicBezTo>
                      <a:pt x="4861468" y="5443720"/>
                      <a:pt x="4612329" y="5677730"/>
                      <a:pt x="4329573" y="5891573"/>
                    </a:cubicBezTo>
                    <a:cubicBezTo>
                      <a:pt x="4080932" y="6079636"/>
                      <a:pt x="3817215" y="6242915"/>
                      <a:pt x="3566922" y="6363779"/>
                    </a:cubicBezTo>
                    <a:cubicBezTo>
                      <a:pt x="3376214" y="6455853"/>
                      <a:pt x="3202304" y="6518684"/>
                      <a:pt x="3063982" y="6545459"/>
                    </a:cubicBezTo>
                    <a:cubicBezTo>
                      <a:pt x="3014064" y="6555124"/>
                      <a:pt x="2969465" y="6559922"/>
                      <a:pt x="2930708" y="6559922"/>
                    </a:cubicBezTo>
                    <a:close/>
                    <a:moveTo>
                      <a:pt x="707933" y="2650975"/>
                    </a:moveTo>
                    <a:cubicBezTo>
                      <a:pt x="463594" y="2650975"/>
                      <a:pt x="261522" y="2687257"/>
                      <a:pt x="137507" y="2797166"/>
                    </a:cubicBezTo>
                    <a:cubicBezTo>
                      <a:pt x="46613" y="2877719"/>
                      <a:pt x="2445" y="2991702"/>
                      <a:pt x="2445" y="3145634"/>
                    </a:cubicBezTo>
                    <a:cubicBezTo>
                      <a:pt x="2445" y="3443131"/>
                      <a:pt x="160417" y="3667227"/>
                      <a:pt x="485418" y="3830732"/>
                    </a:cubicBezTo>
                    <a:cubicBezTo>
                      <a:pt x="776007" y="3976946"/>
                      <a:pt x="1172365" y="4063225"/>
                      <a:pt x="1555637" y="4146653"/>
                    </a:cubicBezTo>
                    <a:cubicBezTo>
                      <a:pt x="1887542" y="4218900"/>
                      <a:pt x="2230721" y="4293613"/>
                      <a:pt x="2510807" y="4407393"/>
                    </a:cubicBezTo>
                    <a:cubicBezTo>
                      <a:pt x="2661739" y="4468707"/>
                      <a:pt x="2782380" y="4536020"/>
                      <a:pt x="2879613" y="4613178"/>
                    </a:cubicBezTo>
                    <a:cubicBezTo>
                      <a:pt x="2988935" y="4699910"/>
                      <a:pt x="3066042" y="4796692"/>
                      <a:pt x="3115326" y="4909068"/>
                    </a:cubicBezTo>
                    <a:cubicBezTo>
                      <a:pt x="3148016" y="4983601"/>
                      <a:pt x="3168007" y="5065648"/>
                      <a:pt x="3174753" y="5152923"/>
                    </a:cubicBezTo>
                    <a:cubicBezTo>
                      <a:pt x="3181793" y="5244273"/>
                      <a:pt x="3174549" y="5344427"/>
                      <a:pt x="3153223" y="5450646"/>
                    </a:cubicBezTo>
                    <a:cubicBezTo>
                      <a:pt x="3108082" y="5675467"/>
                      <a:pt x="2997085" y="5939919"/>
                      <a:pt x="2823311" y="6236645"/>
                    </a:cubicBezTo>
                    <a:cubicBezTo>
                      <a:pt x="2784757" y="6302487"/>
                      <a:pt x="2762005" y="6359546"/>
                      <a:pt x="2755666" y="6406262"/>
                    </a:cubicBezTo>
                    <a:cubicBezTo>
                      <a:pt x="2749667" y="6450556"/>
                      <a:pt x="2758405" y="6485752"/>
                      <a:pt x="2781610" y="6510897"/>
                    </a:cubicBezTo>
                    <a:cubicBezTo>
                      <a:pt x="2826072" y="6559039"/>
                      <a:pt x="2923532" y="6570175"/>
                      <a:pt x="3063461" y="6543106"/>
                    </a:cubicBezTo>
                    <a:cubicBezTo>
                      <a:pt x="3201580" y="6516375"/>
                      <a:pt x="3375286" y="6453612"/>
                      <a:pt x="3565813" y="6361629"/>
                    </a:cubicBezTo>
                    <a:cubicBezTo>
                      <a:pt x="4113849" y="6096996"/>
                      <a:pt x="4675491" y="5660709"/>
                      <a:pt x="5068159" y="5194547"/>
                    </a:cubicBezTo>
                    <a:cubicBezTo>
                      <a:pt x="5423200" y="4773040"/>
                      <a:pt x="5821708" y="4111593"/>
                      <a:pt x="5703829" y="3354067"/>
                    </a:cubicBezTo>
                    <a:cubicBezTo>
                      <a:pt x="5621809" y="2827020"/>
                      <a:pt x="5209174" y="2074745"/>
                      <a:pt x="4571739" y="1290171"/>
                    </a:cubicBezTo>
                    <a:cubicBezTo>
                      <a:pt x="4312028" y="970516"/>
                      <a:pt x="4029339" y="665709"/>
                      <a:pt x="3775718" y="431903"/>
                    </a:cubicBezTo>
                    <a:cubicBezTo>
                      <a:pt x="3524384" y="200202"/>
                      <a:pt x="3316131" y="51318"/>
                      <a:pt x="3189287" y="12682"/>
                    </a:cubicBezTo>
                    <a:cubicBezTo>
                      <a:pt x="3134501" y="-3999"/>
                      <a:pt x="3095359" y="-151"/>
                      <a:pt x="3072902" y="24135"/>
                    </a:cubicBezTo>
                    <a:cubicBezTo>
                      <a:pt x="3031903" y="68497"/>
                      <a:pt x="3045758" y="178949"/>
                      <a:pt x="3114036" y="352436"/>
                    </a:cubicBezTo>
                    <a:cubicBezTo>
                      <a:pt x="3224671" y="633501"/>
                      <a:pt x="3311377" y="892566"/>
                      <a:pt x="3371777" y="1122411"/>
                    </a:cubicBezTo>
                    <a:cubicBezTo>
                      <a:pt x="3429528" y="1342229"/>
                      <a:pt x="3464980" y="1541994"/>
                      <a:pt x="3477115" y="1716182"/>
                    </a:cubicBezTo>
                    <a:cubicBezTo>
                      <a:pt x="3488660" y="1881861"/>
                      <a:pt x="3479469" y="2029545"/>
                      <a:pt x="3449812" y="2155185"/>
                    </a:cubicBezTo>
                    <a:cubicBezTo>
                      <a:pt x="3421808" y="2273808"/>
                      <a:pt x="3374629" y="2376610"/>
                      <a:pt x="3309589" y="2460762"/>
                    </a:cubicBezTo>
                    <a:cubicBezTo>
                      <a:pt x="3229946" y="2563790"/>
                      <a:pt x="3119899" y="2643167"/>
                      <a:pt x="2982528" y="2696740"/>
                    </a:cubicBezTo>
                    <a:cubicBezTo>
                      <a:pt x="2859261" y="2744792"/>
                      <a:pt x="2713875" y="2773491"/>
                      <a:pt x="2538064" y="2784446"/>
                    </a:cubicBezTo>
                    <a:cubicBezTo>
                      <a:pt x="2482576" y="2787909"/>
                      <a:pt x="2425708" y="2789471"/>
                      <a:pt x="2367844" y="2789471"/>
                    </a:cubicBezTo>
                    <a:cubicBezTo>
                      <a:pt x="2086717" y="2789471"/>
                      <a:pt x="1780869" y="2752578"/>
                      <a:pt x="1483397" y="2716681"/>
                    </a:cubicBezTo>
                    <a:cubicBezTo>
                      <a:pt x="1207387" y="2683387"/>
                      <a:pt x="938779" y="2650975"/>
                      <a:pt x="707888" y="265097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7B0ED9CF-ACB8-4134-46AB-4C510979EED8}"/>
                  </a:ext>
                </a:extLst>
              </p:cNvPr>
              <p:cNvSpPr/>
              <p:nvPr/>
            </p:nvSpPr>
            <p:spPr>
              <a:xfrm>
                <a:off x="3260600" y="65842"/>
                <a:ext cx="5663497" cy="6442580"/>
              </a:xfrm>
              <a:custGeom>
                <a:avLst/>
                <a:gdLst>
                  <a:gd name="connsiteX0" fmla="*/ 2800468 w 5663497"/>
                  <a:gd name="connsiteY0" fmla="*/ 6442581 h 6442580"/>
                  <a:gd name="connsiteX1" fmla="*/ 2675706 w 5663497"/>
                  <a:gd name="connsiteY1" fmla="*/ 6402315 h 6442580"/>
                  <a:gd name="connsiteX2" fmla="*/ 2776154 w 5663497"/>
                  <a:gd name="connsiteY2" fmla="*/ 6194629 h 6442580"/>
                  <a:gd name="connsiteX3" fmla="*/ 2907979 w 5663497"/>
                  <a:gd name="connsiteY3" fmla="*/ 4857998 h 6442580"/>
                  <a:gd name="connsiteX4" fmla="*/ 1415413 w 5663497"/>
                  <a:gd name="connsiteY4" fmla="*/ 4082365 h 6442580"/>
                  <a:gd name="connsiteX5" fmla="*/ 437650 w 5663497"/>
                  <a:gd name="connsiteY5" fmla="*/ 3764475 h 6442580"/>
                  <a:gd name="connsiteX6" fmla="*/ 119894 w 5663497"/>
                  <a:gd name="connsiteY6" fmla="*/ 3492350 h 6442580"/>
                  <a:gd name="connsiteX7" fmla="*/ 0 w 5663497"/>
                  <a:gd name="connsiteY7" fmla="*/ 3082545 h 6442580"/>
                  <a:gd name="connsiteX8" fmla="*/ 35429 w 5663497"/>
                  <a:gd name="connsiteY8" fmla="*/ 2873818 h 6442580"/>
                  <a:gd name="connsiteX9" fmla="*/ 135900 w 5663497"/>
                  <a:gd name="connsiteY9" fmla="*/ 2728940 h 6442580"/>
                  <a:gd name="connsiteX10" fmla="*/ 361766 w 5663497"/>
                  <a:gd name="connsiteY10" fmla="*/ 2616993 h 6442580"/>
                  <a:gd name="connsiteX11" fmla="*/ 669334 w 5663497"/>
                  <a:gd name="connsiteY11" fmla="*/ 2581323 h 6442580"/>
                  <a:gd name="connsiteX12" fmla="*/ 1440429 w 5663497"/>
                  <a:gd name="connsiteY12" fmla="*/ 2639016 h 6442580"/>
                  <a:gd name="connsiteX13" fmla="*/ 2473272 w 5663497"/>
                  <a:gd name="connsiteY13" fmla="*/ 2696868 h 6442580"/>
                  <a:gd name="connsiteX14" fmla="*/ 3242216 w 5663497"/>
                  <a:gd name="connsiteY14" fmla="*/ 2370105 h 6442580"/>
                  <a:gd name="connsiteX15" fmla="*/ 3432131 w 5663497"/>
                  <a:gd name="connsiteY15" fmla="*/ 1649472 h 6442580"/>
                  <a:gd name="connsiteX16" fmla="*/ 3139323 w 5663497"/>
                  <a:gd name="connsiteY16" fmla="*/ 342220 h 6442580"/>
                  <a:gd name="connsiteX17" fmla="*/ 3110233 w 5663497"/>
                  <a:gd name="connsiteY17" fmla="*/ 20640 h 6442580"/>
                  <a:gd name="connsiteX18" fmla="*/ 3214212 w 5663497"/>
                  <a:gd name="connsiteY18" fmla="*/ 8169 h 6442580"/>
                  <a:gd name="connsiteX19" fmla="*/ 4520869 w 5663497"/>
                  <a:gd name="connsiteY19" fmla="*/ 1281403 h 6442580"/>
                  <a:gd name="connsiteX20" fmla="*/ 5227852 w 5663497"/>
                  <a:gd name="connsiteY20" fmla="*/ 2337966 h 6442580"/>
                  <a:gd name="connsiteX21" fmla="*/ 5631544 w 5663497"/>
                  <a:gd name="connsiteY21" fmla="*/ 3342629 h 6442580"/>
                  <a:gd name="connsiteX22" fmla="*/ 5534786 w 5663497"/>
                  <a:gd name="connsiteY22" fmla="*/ 4364357 h 6442580"/>
                  <a:gd name="connsiteX23" fmla="*/ 4983309 w 5663497"/>
                  <a:gd name="connsiteY23" fmla="*/ 5214207 h 6442580"/>
                  <a:gd name="connsiteX24" fmla="*/ 4199967 w 5663497"/>
                  <a:gd name="connsiteY24" fmla="*/ 5863091 h 6442580"/>
                  <a:gd name="connsiteX25" fmla="*/ 3407388 w 5663497"/>
                  <a:gd name="connsiteY25" fmla="*/ 6281972 h 6442580"/>
                  <a:gd name="connsiteX26" fmla="*/ 2918936 w 5663497"/>
                  <a:gd name="connsiteY26" fmla="*/ 6431467 h 6442580"/>
                  <a:gd name="connsiteX27" fmla="*/ 2800400 w 5663497"/>
                  <a:gd name="connsiteY27" fmla="*/ 6442558 h 6442580"/>
                  <a:gd name="connsiteX28" fmla="*/ 710355 w 5663497"/>
                  <a:gd name="connsiteY28" fmla="*/ 2583541 h 6442580"/>
                  <a:gd name="connsiteX29" fmla="*/ 669379 w 5663497"/>
                  <a:gd name="connsiteY29" fmla="*/ 2583880 h 6442580"/>
                  <a:gd name="connsiteX30" fmla="*/ 137598 w 5663497"/>
                  <a:gd name="connsiteY30" fmla="*/ 2730863 h 6442580"/>
                  <a:gd name="connsiteX31" fmla="*/ 2558 w 5663497"/>
                  <a:gd name="connsiteY31" fmla="*/ 3082591 h 6442580"/>
                  <a:gd name="connsiteX32" fmla="*/ 438895 w 5663497"/>
                  <a:gd name="connsiteY32" fmla="*/ 3762302 h 6442580"/>
                  <a:gd name="connsiteX33" fmla="*/ 1416025 w 5663497"/>
                  <a:gd name="connsiteY33" fmla="*/ 4079943 h 6442580"/>
                  <a:gd name="connsiteX34" fmla="*/ 2910265 w 5663497"/>
                  <a:gd name="connsiteY34" fmla="*/ 4856911 h 6442580"/>
                  <a:gd name="connsiteX35" fmla="*/ 2989931 w 5663497"/>
                  <a:gd name="connsiteY35" fmla="*/ 5103618 h 6442580"/>
                  <a:gd name="connsiteX36" fmla="*/ 3000911 w 5663497"/>
                  <a:gd name="connsiteY36" fmla="*/ 5404239 h 6442580"/>
                  <a:gd name="connsiteX37" fmla="*/ 2778418 w 5663497"/>
                  <a:gd name="connsiteY37" fmla="*/ 6195896 h 6442580"/>
                  <a:gd name="connsiteX38" fmla="*/ 2778146 w 5663497"/>
                  <a:gd name="connsiteY38" fmla="*/ 6196281 h 6442580"/>
                  <a:gd name="connsiteX39" fmla="*/ 2677835 w 5663497"/>
                  <a:gd name="connsiteY39" fmla="*/ 6400934 h 6442580"/>
                  <a:gd name="connsiteX40" fmla="*/ 2918619 w 5663497"/>
                  <a:gd name="connsiteY40" fmla="*/ 6429000 h 6442580"/>
                  <a:gd name="connsiteX41" fmla="*/ 3406527 w 5663497"/>
                  <a:gd name="connsiteY41" fmla="*/ 6279664 h 6442580"/>
                  <a:gd name="connsiteX42" fmla="*/ 4981543 w 5663497"/>
                  <a:gd name="connsiteY42" fmla="*/ 5212509 h 6442580"/>
                  <a:gd name="connsiteX43" fmla="*/ 5629122 w 5663497"/>
                  <a:gd name="connsiteY43" fmla="*/ 3343127 h 6442580"/>
                  <a:gd name="connsiteX44" fmla="*/ 4518922 w 5663497"/>
                  <a:gd name="connsiteY44" fmla="*/ 1282988 h 6442580"/>
                  <a:gd name="connsiteX45" fmla="*/ 3213533 w 5663497"/>
                  <a:gd name="connsiteY45" fmla="*/ 10636 h 6442580"/>
                  <a:gd name="connsiteX46" fmla="*/ 3112112 w 5663497"/>
                  <a:gd name="connsiteY46" fmla="*/ 22428 h 6442580"/>
                  <a:gd name="connsiteX47" fmla="*/ 3141746 w 5663497"/>
                  <a:gd name="connsiteY47" fmla="*/ 341427 h 6442580"/>
                  <a:gd name="connsiteX48" fmla="*/ 3357628 w 5663497"/>
                  <a:gd name="connsiteY48" fmla="*/ 1078651 h 6442580"/>
                  <a:gd name="connsiteX49" fmla="*/ 3434690 w 5663497"/>
                  <a:gd name="connsiteY49" fmla="*/ 1649449 h 6442580"/>
                  <a:gd name="connsiteX50" fmla="*/ 3390929 w 5663497"/>
                  <a:gd name="connsiteY50" fmla="*/ 2073831 h 6442580"/>
                  <a:gd name="connsiteX51" fmla="*/ 3244231 w 5663497"/>
                  <a:gd name="connsiteY51" fmla="*/ 2371735 h 6442580"/>
                  <a:gd name="connsiteX52" fmla="*/ 2914001 w 5663497"/>
                  <a:gd name="connsiteY52" fmla="*/ 2608619 h 6442580"/>
                  <a:gd name="connsiteX53" fmla="*/ 2473476 w 5663497"/>
                  <a:gd name="connsiteY53" fmla="*/ 2699448 h 6442580"/>
                  <a:gd name="connsiteX54" fmla="*/ 1440180 w 5663497"/>
                  <a:gd name="connsiteY54" fmla="*/ 2641596 h 6442580"/>
                  <a:gd name="connsiteX55" fmla="*/ 710378 w 5663497"/>
                  <a:gd name="connsiteY55" fmla="*/ 2583564 h 6442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5663497" h="6442580">
                    <a:moveTo>
                      <a:pt x="2800468" y="6442581"/>
                    </a:moveTo>
                    <a:cubicBezTo>
                      <a:pt x="2735993" y="6442581"/>
                      <a:pt x="2693568" y="6429046"/>
                      <a:pt x="2675706" y="6402315"/>
                    </a:cubicBezTo>
                    <a:cubicBezTo>
                      <a:pt x="2648019" y="6360828"/>
                      <a:pt x="2682747" y="6289034"/>
                      <a:pt x="2776154" y="6194629"/>
                    </a:cubicBezTo>
                    <a:cubicBezTo>
                      <a:pt x="3026062" y="5618443"/>
                      <a:pt x="3069166" y="5181229"/>
                      <a:pt x="2907979" y="4857998"/>
                    </a:cubicBezTo>
                    <a:cubicBezTo>
                      <a:pt x="2672198" y="4385226"/>
                      <a:pt x="2033290" y="4231249"/>
                      <a:pt x="1415413" y="4082365"/>
                    </a:cubicBezTo>
                    <a:cubicBezTo>
                      <a:pt x="1048192" y="3993867"/>
                      <a:pt x="701323" y="3910281"/>
                      <a:pt x="437650" y="3764475"/>
                    </a:cubicBezTo>
                    <a:cubicBezTo>
                      <a:pt x="295910" y="3686095"/>
                      <a:pt x="191976" y="3597099"/>
                      <a:pt x="119894" y="3492350"/>
                    </a:cubicBezTo>
                    <a:cubicBezTo>
                      <a:pt x="39210" y="3375108"/>
                      <a:pt x="0" y="3241071"/>
                      <a:pt x="0" y="3082545"/>
                    </a:cubicBezTo>
                    <a:cubicBezTo>
                      <a:pt x="0" y="3003373"/>
                      <a:pt x="11908" y="2933163"/>
                      <a:pt x="35429" y="2873818"/>
                    </a:cubicBezTo>
                    <a:cubicBezTo>
                      <a:pt x="57864" y="2817165"/>
                      <a:pt x="91664" y="2768435"/>
                      <a:pt x="135900" y="2728940"/>
                    </a:cubicBezTo>
                    <a:cubicBezTo>
                      <a:pt x="192881" y="2678059"/>
                      <a:pt x="266751" y="2641438"/>
                      <a:pt x="361766" y="2616993"/>
                    </a:cubicBezTo>
                    <a:cubicBezTo>
                      <a:pt x="446842" y="2595084"/>
                      <a:pt x="547448" y="2583428"/>
                      <a:pt x="669334" y="2581323"/>
                    </a:cubicBezTo>
                    <a:cubicBezTo>
                      <a:pt x="896603" y="2577384"/>
                      <a:pt x="1160774" y="2607329"/>
                      <a:pt x="1440429" y="2639016"/>
                    </a:cubicBezTo>
                    <a:cubicBezTo>
                      <a:pt x="1790785" y="2678715"/>
                      <a:pt x="2153048" y="2719773"/>
                      <a:pt x="2473272" y="2696868"/>
                    </a:cubicBezTo>
                    <a:cubicBezTo>
                      <a:pt x="2836215" y="2670907"/>
                      <a:pt x="3087752" y="2564031"/>
                      <a:pt x="3242216" y="2370105"/>
                    </a:cubicBezTo>
                    <a:cubicBezTo>
                      <a:pt x="3378682" y="2198791"/>
                      <a:pt x="3440802" y="1963084"/>
                      <a:pt x="3432131" y="1649472"/>
                    </a:cubicBezTo>
                    <a:cubicBezTo>
                      <a:pt x="3422669" y="1306844"/>
                      <a:pt x="3324145" y="867026"/>
                      <a:pt x="3139323" y="342220"/>
                    </a:cubicBezTo>
                    <a:cubicBezTo>
                      <a:pt x="3079263" y="171697"/>
                      <a:pt x="3069483" y="63509"/>
                      <a:pt x="3110233" y="20640"/>
                    </a:cubicBezTo>
                    <a:cubicBezTo>
                      <a:pt x="3131513" y="-1744"/>
                      <a:pt x="3166512" y="-5954"/>
                      <a:pt x="3214212" y="8169"/>
                    </a:cubicBezTo>
                    <a:cubicBezTo>
                      <a:pt x="3455449" y="79556"/>
                      <a:pt x="4004980" y="615023"/>
                      <a:pt x="4520869" y="1281403"/>
                    </a:cubicBezTo>
                    <a:cubicBezTo>
                      <a:pt x="4796517" y="1637454"/>
                      <a:pt x="5040992" y="2002806"/>
                      <a:pt x="5227852" y="2337966"/>
                    </a:cubicBezTo>
                    <a:cubicBezTo>
                      <a:pt x="5443485" y="2724707"/>
                      <a:pt x="5579317" y="3062718"/>
                      <a:pt x="5631544" y="3342629"/>
                    </a:cubicBezTo>
                    <a:cubicBezTo>
                      <a:pt x="5695702" y="3686366"/>
                      <a:pt x="5663147" y="4030126"/>
                      <a:pt x="5534786" y="4364357"/>
                    </a:cubicBezTo>
                    <a:cubicBezTo>
                      <a:pt x="5422476" y="4656762"/>
                      <a:pt x="5236952" y="4942693"/>
                      <a:pt x="4983309" y="5214207"/>
                    </a:cubicBezTo>
                    <a:cubicBezTo>
                      <a:pt x="4764982" y="5447944"/>
                      <a:pt x="4501423" y="5666269"/>
                      <a:pt x="4199967" y="5863091"/>
                    </a:cubicBezTo>
                    <a:cubicBezTo>
                      <a:pt x="3943697" y="6030421"/>
                      <a:pt x="3669634" y="6175277"/>
                      <a:pt x="3407388" y="6281972"/>
                    </a:cubicBezTo>
                    <a:cubicBezTo>
                      <a:pt x="3220347" y="6358089"/>
                      <a:pt x="3051440" y="6409784"/>
                      <a:pt x="2918936" y="6431467"/>
                    </a:cubicBezTo>
                    <a:cubicBezTo>
                      <a:pt x="2873682" y="6438868"/>
                      <a:pt x="2834041" y="6442558"/>
                      <a:pt x="2800400" y="6442558"/>
                    </a:cubicBezTo>
                    <a:close/>
                    <a:moveTo>
                      <a:pt x="710355" y="2583541"/>
                    </a:moveTo>
                    <a:cubicBezTo>
                      <a:pt x="696568" y="2583541"/>
                      <a:pt x="682917" y="2583654"/>
                      <a:pt x="669379" y="2583880"/>
                    </a:cubicBezTo>
                    <a:cubicBezTo>
                      <a:pt x="413948" y="2588294"/>
                      <a:pt x="244950" y="2634987"/>
                      <a:pt x="137598" y="2730863"/>
                    </a:cubicBezTo>
                    <a:cubicBezTo>
                      <a:pt x="46726" y="2812005"/>
                      <a:pt x="2558" y="2927052"/>
                      <a:pt x="2558" y="3082591"/>
                    </a:cubicBezTo>
                    <a:cubicBezTo>
                      <a:pt x="2558" y="3381717"/>
                      <a:pt x="141197" y="3597687"/>
                      <a:pt x="438895" y="3762302"/>
                    </a:cubicBezTo>
                    <a:cubicBezTo>
                      <a:pt x="702273" y="3907949"/>
                      <a:pt x="1048984" y="3991490"/>
                      <a:pt x="1416025" y="4079943"/>
                    </a:cubicBezTo>
                    <a:cubicBezTo>
                      <a:pt x="2034467" y="4228963"/>
                      <a:pt x="2673941" y="4383076"/>
                      <a:pt x="2910265" y="4856911"/>
                    </a:cubicBezTo>
                    <a:cubicBezTo>
                      <a:pt x="2947936" y="4932440"/>
                      <a:pt x="2974741" y="5015460"/>
                      <a:pt x="2989931" y="5103618"/>
                    </a:cubicBezTo>
                    <a:cubicBezTo>
                      <a:pt x="3005846" y="5195986"/>
                      <a:pt x="3009536" y="5297136"/>
                      <a:pt x="3000911" y="5404239"/>
                    </a:cubicBezTo>
                    <a:cubicBezTo>
                      <a:pt x="2982641" y="5631322"/>
                      <a:pt x="2907775" y="5897675"/>
                      <a:pt x="2778418" y="6195896"/>
                    </a:cubicBezTo>
                    <a:lnTo>
                      <a:pt x="2778146" y="6196281"/>
                    </a:lnTo>
                    <a:cubicBezTo>
                      <a:pt x="2685577" y="6289781"/>
                      <a:pt x="2650895" y="6360556"/>
                      <a:pt x="2677835" y="6400934"/>
                    </a:cubicBezTo>
                    <a:cubicBezTo>
                      <a:pt x="2704027" y="6440181"/>
                      <a:pt x="2789534" y="6450140"/>
                      <a:pt x="2918619" y="6429000"/>
                    </a:cubicBezTo>
                    <a:cubicBezTo>
                      <a:pt x="3050942" y="6407340"/>
                      <a:pt x="3219645" y="6355690"/>
                      <a:pt x="3406527" y="6279664"/>
                    </a:cubicBezTo>
                    <a:cubicBezTo>
                      <a:pt x="3990514" y="6042055"/>
                      <a:pt x="4579300" y="5643114"/>
                      <a:pt x="4981543" y="5212509"/>
                    </a:cubicBezTo>
                    <a:cubicBezTo>
                      <a:pt x="5524893" y="4630846"/>
                      <a:pt x="5748812" y="3984429"/>
                      <a:pt x="5629122" y="3343127"/>
                    </a:cubicBezTo>
                    <a:cubicBezTo>
                      <a:pt x="5531255" y="2818818"/>
                      <a:pt x="5126612" y="2067946"/>
                      <a:pt x="4518922" y="1282988"/>
                    </a:cubicBezTo>
                    <a:cubicBezTo>
                      <a:pt x="4003282" y="616970"/>
                      <a:pt x="3454295" y="81864"/>
                      <a:pt x="3213533" y="10636"/>
                    </a:cubicBezTo>
                    <a:cubicBezTo>
                      <a:pt x="3166807" y="-3193"/>
                      <a:pt x="3132690" y="768"/>
                      <a:pt x="3112112" y="22428"/>
                    </a:cubicBezTo>
                    <a:cubicBezTo>
                      <a:pt x="3072064" y="64550"/>
                      <a:pt x="3082047" y="171879"/>
                      <a:pt x="3141746" y="341427"/>
                    </a:cubicBezTo>
                    <a:cubicBezTo>
                      <a:pt x="3236375" y="610134"/>
                      <a:pt x="3309000" y="858154"/>
                      <a:pt x="3357628" y="1078651"/>
                    </a:cubicBezTo>
                    <a:cubicBezTo>
                      <a:pt x="3404127" y="1289529"/>
                      <a:pt x="3430049" y="1481576"/>
                      <a:pt x="3434690" y="1649449"/>
                    </a:cubicBezTo>
                    <a:cubicBezTo>
                      <a:pt x="3439104" y="1809152"/>
                      <a:pt x="3424389" y="1951948"/>
                      <a:pt x="3390929" y="2073831"/>
                    </a:cubicBezTo>
                    <a:cubicBezTo>
                      <a:pt x="3359326" y="2188991"/>
                      <a:pt x="3309973" y="2289213"/>
                      <a:pt x="3244231" y="2371735"/>
                    </a:cubicBezTo>
                    <a:cubicBezTo>
                      <a:pt x="3162302" y="2474605"/>
                      <a:pt x="3051191" y="2554298"/>
                      <a:pt x="2914001" y="2608619"/>
                    </a:cubicBezTo>
                    <a:cubicBezTo>
                      <a:pt x="2790960" y="2657349"/>
                      <a:pt x="2646865" y="2687045"/>
                      <a:pt x="2473476" y="2699448"/>
                    </a:cubicBezTo>
                    <a:cubicBezTo>
                      <a:pt x="2153026" y="2722376"/>
                      <a:pt x="1790626" y="2681296"/>
                      <a:pt x="1440180" y="2641596"/>
                    </a:cubicBezTo>
                    <a:cubicBezTo>
                      <a:pt x="1177255" y="2611810"/>
                      <a:pt x="928049" y="2583564"/>
                      <a:pt x="710378" y="258356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4048156-FA5E-64FF-8387-7D5BF3E76BD1}"/>
                  </a:ext>
                </a:extLst>
              </p:cNvPr>
              <p:cNvSpPr/>
              <p:nvPr/>
            </p:nvSpPr>
            <p:spPr>
              <a:xfrm>
                <a:off x="3305673" y="75513"/>
                <a:ext cx="5602931" cy="6363650"/>
              </a:xfrm>
              <a:custGeom>
                <a:avLst/>
                <a:gdLst>
                  <a:gd name="connsiteX0" fmla="*/ 2742785 w 5602931"/>
                  <a:gd name="connsiteY0" fmla="*/ 6363628 h 6363650"/>
                  <a:gd name="connsiteX1" fmla="*/ 2615601 w 5602931"/>
                  <a:gd name="connsiteY1" fmla="*/ 6325015 h 6363650"/>
                  <a:gd name="connsiteX2" fmla="*/ 2731081 w 5602931"/>
                  <a:gd name="connsiteY2" fmla="*/ 6155195 h 6363650"/>
                  <a:gd name="connsiteX3" fmla="*/ 2872980 w 5602931"/>
                  <a:gd name="connsiteY3" fmla="*/ 4909913 h 6363650"/>
                  <a:gd name="connsiteX4" fmla="*/ 1412742 w 5602931"/>
                  <a:gd name="connsiteY4" fmla="*/ 4081589 h 6363650"/>
                  <a:gd name="connsiteX5" fmla="*/ 437967 w 5602931"/>
                  <a:gd name="connsiteY5" fmla="*/ 3721556 h 6363650"/>
                  <a:gd name="connsiteX6" fmla="*/ 120098 w 5602931"/>
                  <a:gd name="connsiteY6" fmla="*/ 3435602 h 6363650"/>
                  <a:gd name="connsiteX7" fmla="*/ 0 w 5602931"/>
                  <a:gd name="connsiteY7" fmla="*/ 3020840 h 6363650"/>
                  <a:gd name="connsiteX8" fmla="*/ 135968 w 5602931"/>
                  <a:gd name="connsiteY8" fmla="*/ 2663455 h 6363650"/>
                  <a:gd name="connsiteX9" fmla="*/ 355427 w 5602931"/>
                  <a:gd name="connsiteY9" fmla="*/ 2552165 h 6363650"/>
                  <a:gd name="connsiteX10" fmla="*/ 653034 w 5602931"/>
                  <a:gd name="connsiteY10" fmla="*/ 2514412 h 6363650"/>
                  <a:gd name="connsiteX11" fmla="*/ 1399023 w 5602931"/>
                  <a:gd name="connsiteY11" fmla="*/ 2563301 h 6363650"/>
                  <a:gd name="connsiteX12" fmla="*/ 2410880 w 5602931"/>
                  <a:gd name="connsiteY12" fmla="*/ 2610039 h 6363650"/>
                  <a:gd name="connsiteX13" fmla="*/ 3179552 w 5602931"/>
                  <a:gd name="connsiteY13" fmla="*/ 2278728 h 6363650"/>
                  <a:gd name="connsiteX14" fmla="*/ 3391563 w 5602931"/>
                  <a:gd name="connsiteY14" fmla="*/ 1581520 h 6363650"/>
                  <a:gd name="connsiteX15" fmla="*/ 3166897 w 5602931"/>
                  <a:gd name="connsiteY15" fmla="*/ 332504 h 6363650"/>
                  <a:gd name="connsiteX16" fmla="*/ 3149466 w 5602931"/>
                  <a:gd name="connsiteY16" fmla="*/ 19028 h 6363650"/>
                  <a:gd name="connsiteX17" fmla="*/ 3241741 w 5602931"/>
                  <a:gd name="connsiteY17" fmla="*/ 6692 h 6363650"/>
                  <a:gd name="connsiteX18" fmla="*/ 3460498 w 5602931"/>
                  <a:gd name="connsiteY18" fmla="*/ 138964 h 6363650"/>
                  <a:gd name="connsiteX19" fmla="*/ 3758151 w 5602931"/>
                  <a:gd name="connsiteY19" fmla="*/ 416045 h 6363650"/>
                  <a:gd name="connsiteX20" fmla="*/ 4473147 w 5602931"/>
                  <a:gd name="connsiteY20" fmla="*/ 1277120 h 6363650"/>
                  <a:gd name="connsiteX21" fmla="*/ 5151333 w 5602931"/>
                  <a:gd name="connsiteY21" fmla="*/ 2334565 h 6363650"/>
                  <a:gd name="connsiteX22" fmla="*/ 5556904 w 5602931"/>
                  <a:gd name="connsiteY22" fmla="*/ 3332958 h 6363650"/>
                  <a:gd name="connsiteX23" fmla="*/ 5500262 w 5602931"/>
                  <a:gd name="connsiteY23" fmla="*/ 4365099 h 6363650"/>
                  <a:gd name="connsiteX24" fmla="*/ 4984509 w 5602931"/>
                  <a:gd name="connsiteY24" fmla="*/ 5190843 h 6363650"/>
                  <a:gd name="connsiteX25" fmla="*/ 4223986 w 5602931"/>
                  <a:gd name="connsiteY25" fmla="*/ 5803015 h 6363650"/>
                  <a:gd name="connsiteX26" fmla="*/ 3432811 w 5602931"/>
                  <a:gd name="connsiteY26" fmla="*/ 6194668 h 6363650"/>
                  <a:gd name="connsiteX27" fmla="*/ 2879092 w 5602931"/>
                  <a:gd name="connsiteY27" fmla="*/ 6351610 h 6363650"/>
                  <a:gd name="connsiteX28" fmla="*/ 2742830 w 5602931"/>
                  <a:gd name="connsiteY28" fmla="*/ 6363651 h 6363650"/>
                  <a:gd name="connsiteX29" fmla="*/ 717668 w 5602931"/>
                  <a:gd name="connsiteY29" fmla="*/ 2516155 h 6363650"/>
                  <a:gd name="connsiteX30" fmla="*/ 653125 w 5602931"/>
                  <a:gd name="connsiteY30" fmla="*/ 2517015 h 6363650"/>
                  <a:gd name="connsiteX31" fmla="*/ 137734 w 5602931"/>
                  <a:gd name="connsiteY31" fmla="*/ 2665401 h 6363650"/>
                  <a:gd name="connsiteX32" fmla="*/ 2649 w 5602931"/>
                  <a:gd name="connsiteY32" fmla="*/ 3020840 h 6363650"/>
                  <a:gd name="connsiteX33" fmla="*/ 439348 w 5602931"/>
                  <a:gd name="connsiteY33" fmla="*/ 3719292 h 6363650"/>
                  <a:gd name="connsiteX34" fmla="*/ 1413512 w 5602931"/>
                  <a:gd name="connsiteY34" fmla="*/ 4079054 h 6363650"/>
                  <a:gd name="connsiteX35" fmla="*/ 2291914 w 5602931"/>
                  <a:gd name="connsiteY35" fmla="*/ 4381033 h 6363650"/>
                  <a:gd name="connsiteX36" fmla="*/ 2640413 w 5602931"/>
                  <a:gd name="connsiteY36" fmla="*/ 4602956 h 6363650"/>
                  <a:gd name="connsiteX37" fmla="*/ 2875379 w 5602931"/>
                  <a:gd name="connsiteY37" fmla="*/ 4908782 h 6363650"/>
                  <a:gd name="connsiteX38" fmla="*/ 2945423 w 5602931"/>
                  <a:gd name="connsiteY38" fmla="*/ 5145236 h 6363650"/>
                  <a:gd name="connsiteX39" fmla="*/ 2950879 w 5602931"/>
                  <a:gd name="connsiteY39" fmla="*/ 5428044 h 6363650"/>
                  <a:gd name="connsiteX40" fmla="*/ 2733344 w 5602931"/>
                  <a:gd name="connsiteY40" fmla="*/ 6156553 h 6363650"/>
                  <a:gd name="connsiteX41" fmla="*/ 2733209 w 5602931"/>
                  <a:gd name="connsiteY41" fmla="*/ 6156848 h 6363650"/>
                  <a:gd name="connsiteX42" fmla="*/ 2732960 w 5602931"/>
                  <a:gd name="connsiteY42" fmla="*/ 6157051 h 6363650"/>
                  <a:gd name="connsiteX43" fmla="*/ 2617887 w 5602931"/>
                  <a:gd name="connsiteY43" fmla="*/ 6323726 h 6363650"/>
                  <a:gd name="connsiteX44" fmla="*/ 2878639 w 5602931"/>
                  <a:gd name="connsiteY44" fmla="*/ 6349007 h 6363650"/>
                  <a:gd name="connsiteX45" fmla="*/ 3431815 w 5602931"/>
                  <a:gd name="connsiteY45" fmla="*/ 6192201 h 6363650"/>
                  <a:gd name="connsiteX46" fmla="*/ 5554301 w 5602931"/>
                  <a:gd name="connsiteY46" fmla="*/ 3333479 h 6363650"/>
                  <a:gd name="connsiteX47" fmla="*/ 4470996 w 5602931"/>
                  <a:gd name="connsiteY47" fmla="*/ 1278636 h 6363650"/>
                  <a:gd name="connsiteX48" fmla="*/ 3756226 w 5602931"/>
                  <a:gd name="connsiteY48" fmla="*/ 417833 h 6363650"/>
                  <a:gd name="connsiteX49" fmla="*/ 3240971 w 5602931"/>
                  <a:gd name="connsiteY49" fmla="*/ 9182 h 6363650"/>
                  <a:gd name="connsiteX50" fmla="*/ 3151299 w 5602931"/>
                  <a:gd name="connsiteY50" fmla="*/ 20838 h 6363650"/>
                  <a:gd name="connsiteX51" fmla="*/ 3169365 w 5602931"/>
                  <a:gd name="connsiteY51" fmla="*/ 331712 h 6363650"/>
                  <a:gd name="connsiteX52" fmla="*/ 3344520 w 5602931"/>
                  <a:gd name="connsiteY52" fmla="*/ 1034759 h 6363650"/>
                  <a:gd name="connsiteX53" fmla="*/ 3394144 w 5602931"/>
                  <a:gd name="connsiteY53" fmla="*/ 1581520 h 6363650"/>
                  <a:gd name="connsiteX54" fmla="*/ 3334423 w 5602931"/>
                  <a:gd name="connsiteY54" fmla="*/ 1990556 h 6363650"/>
                  <a:gd name="connsiteX55" fmla="*/ 3181545 w 5602931"/>
                  <a:gd name="connsiteY55" fmla="*/ 2280334 h 6363650"/>
                  <a:gd name="connsiteX56" fmla="*/ 2847896 w 5602931"/>
                  <a:gd name="connsiteY56" fmla="*/ 2518237 h 6363650"/>
                  <a:gd name="connsiteX57" fmla="*/ 2411061 w 5602931"/>
                  <a:gd name="connsiteY57" fmla="*/ 2612597 h 6363650"/>
                  <a:gd name="connsiteX58" fmla="*/ 1398729 w 5602931"/>
                  <a:gd name="connsiteY58" fmla="*/ 2565858 h 6363650"/>
                  <a:gd name="connsiteX59" fmla="*/ 717622 w 5602931"/>
                  <a:gd name="connsiteY59" fmla="*/ 2516132 h 636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602931" h="6363650">
                    <a:moveTo>
                      <a:pt x="2742785" y="6363628"/>
                    </a:moveTo>
                    <a:cubicBezTo>
                      <a:pt x="2673963" y="6363628"/>
                      <a:pt x="2630044" y="6350591"/>
                      <a:pt x="2615601" y="6325015"/>
                    </a:cubicBezTo>
                    <a:cubicBezTo>
                      <a:pt x="2595271" y="6288937"/>
                      <a:pt x="2635183" y="6230226"/>
                      <a:pt x="2731081" y="6155195"/>
                    </a:cubicBezTo>
                    <a:cubicBezTo>
                      <a:pt x="2970779" y="5629438"/>
                      <a:pt x="3017188" y="5222100"/>
                      <a:pt x="2872980" y="4909913"/>
                    </a:cubicBezTo>
                    <a:cubicBezTo>
                      <a:pt x="2653770" y="4435331"/>
                      <a:pt x="2022876" y="4255507"/>
                      <a:pt x="1412742" y="4081589"/>
                    </a:cubicBezTo>
                    <a:cubicBezTo>
                      <a:pt x="1046992" y="3977339"/>
                      <a:pt x="701549" y="3878860"/>
                      <a:pt x="437967" y="3721556"/>
                    </a:cubicBezTo>
                    <a:cubicBezTo>
                      <a:pt x="296227" y="3636951"/>
                      <a:pt x="192247" y="3543429"/>
                      <a:pt x="120098" y="3435602"/>
                    </a:cubicBezTo>
                    <a:cubicBezTo>
                      <a:pt x="39278" y="3314829"/>
                      <a:pt x="0" y="3179163"/>
                      <a:pt x="0" y="3020840"/>
                    </a:cubicBezTo>
                    <a:cubicBezTo>
                      <a:pt x="0" y="2862518"/>
                      <a:pt x="44462" y="2745864"/>
                      <a:pt x="135968" y="2663455"/>
                    </a:cubicBezTo>
                    <a:cubicBezTo>
                      <a:pt x="191613" y="2613321"/>
                      <a:pt x="263401" y="2576903"/>
                      <a:pt x="355427" y="2552165"/>
                    </a:cubicBezTo>
                    <a:cubicBezTo>
                      <a:pt x="437877" y="2529984"/>
                      <a:pt x="535223" y="2517648"/>
                      <a:pt x="653034" y="2514412"/>
                    </a:cubicBezTo>
                    <a:cubicBezTo>
                      <a:pt x="872788" y="2508391"/>
                      <a:pt x="1128401" y="2535054"/>
                      <a:pt x="1399023" y="2563301"/>
                    </a:cubicBezTo>
                    <a:cubicBezTo>
                      <a:pt x="1741229" y="2599017"/>
                      <a:pt x="2095071" y="2635932"/>
                      <a:pt x="2410880" y="2610039"/>
                    </a:cubicBezTo>
                    <a:cubicBezTo>
                      <a:pt x="2769114" y="2580661"/>
                      <a:pt x="3020561" y="2472291"/>
                      <a:pt x="3179552" y="2278728"/>
                    </a:cubicBezTo>
                    <a:cubicBezTo>
                      <a:pt x="3317286" y="2111035"/>
                      <a:pt x="3386651" y="1882978"/>
                      <a:pt x="3391563" y="1581520"/>
                    </a:cubicBezTo>
                    <a:cubicBezTo>
                      <a:pt x="3396928" y="1252472"/>
                      <a:pt x="3321338" y="832233"/>
                      <a:pt x="3166897" y="332504"/>
                    </a:cubicBezTo>
                    <a:cubicBezTo>
                      <a:pt x="3115213" y="165309"/>
                      <a:pt x="3109350" y="59836"/>
                      <a:pt x="3149466" y="19028"/>
                    </a:cubicBezTo>
                    <a:cubicBezTo>
                      <a:pt x="3169297" y="-1162"/>
                      <a:pt x="3200357" y="-5303"/>
                      <a:pt x="3241741" y="6692"/>
                    </a:cubicBezTo>
                    <a:cubicBezTo>
                      <a:pt x="3297002" y="22717"/>
                      <a:pt x="3370600" y="67215"/>
                      <a:pt x="3460498" y="138964"/>
                    </a:cubicBezTo>
                    <a:cubicBezTo>
                      <a:pt x="3547408" y="208336"/>
                      <a:pt x="3647561" y="301564"/>
                      <a:pt x="3758151" y="416045"/>
                    </a:cubicBezTo>
                    <a:cubicBezTo>
                      <a:pt x="3980055" y="645709"/>
                      <a:pt x="4233970" y="951512"/>
                      <a:pt x="4473147" y="1277120"/>
                    </a:cubicBezTo>
                    <a:cubicBezTo>
                      <a:pt x="4734148" y="1632446"/>
                      <a:pt x="4968662" y="1998115"/>
                      <a:pt x="5151333" y="2334565"/>
                    </a:cubicBezTo>
                    <a:cubicBezTo>
                      <a:pt x="5360763" y="2720310"/>
                      <a:pt x="5497206" y="3056217"/>
                      <a:pt x="5556904" y="3332958"/>
                    </a:cubicBezTo>
                    <a:cubicBezTo>
                      <a:pt x="5633490" y="3687990"/>
                      <a:pt x="5614429" y="4035258"/>
                      <a:pt x="5500262" y="4365099"/>
                    </a:cubicBezTo>
                    <a:cubicBezTo>
                      <a:pt x="5400200" y="4654221"/>
                      <a:pt x="5226674" y="4932027"/>
                      <a:pt x="4984509" y="5190843"/>
                    </a:cubicBezTo>
                    <a:cubicBezTo>
                      <a:pt x="4776437" y="5413196"/>
                      <a:pt x="4520552" y="5619162"/>
                      <a:pt x="4223986" y="5803015"/>
                    </a:cubicBezTo>
                    <a:cubicBezTo>
                      <a:pt x="3975346" y="5957151"/>
                      <a:pt x="3701758" y="6092568"/>
                      <a:pt x="3432811" y="6194668"/>
                    </a:cubicBezTo>
                    <a:cubicBezTo>
                      <a:pt x="3227433" y="6272619"/>
                      <a:pt x="3030771" y="6328366"/>
                      <a:pt x="2879092" y="6351610"/>
                    </a:cubicBezTo>
                    <a:cubicBezTo>
                      <a:pt x="2826593" y="6359668"/>
                      <a:pt x="2780886" y="6363651"/>
                      <a:pt x="2742830" y="6363651"/>
                    </a:cubicBezTo>
                    <a:close/>
                    <a:moveTo>
                      <a:pt x="717668" y="2516155"/>
                    </a:moveTo>
                    <a:cubicBezTo>
                      <a:pt x="695821" y="2516155"/>
                      <a:pt x="674315" y="2516426"/>
                      <a:pt x="653125" y="2517015"/>
                    </a:cubicBezTo>
                    <a:cubicBezTo>
                      <a:pt x="406364" y="2523782"/>
                      <a:pt x="242596" y="2570928"/>
                      <a:pt x="137734" y="2665401"/>
                    </a:cubicBezTo>
                    <a:cubicBezTo>
                      <a:pt x="46839" y="2747290"/>
                      <a:pt x="2649" y="2863559"/>
                      <a:pt x="2649" y="3020840"/>
                    </a:cubicBezTo>
                    <a:cubicBezTo>
                      <a:pt x="2649" y="3319537"/>
                      <a:pt x="141424" y="3541482"/>
                      <a:pt x="439348" y="3719292"/>
                    </a:cubicBezTo>
                    <a:cubicBezTo>
                      <a:pt x="702636" y="3876415"/>
                      <a:pt x="1047920" y="3974849"/>
                      <a:pt x="1413512" y="4079054"/>
                    </a:cubicBezTo>
                    <a:cubicBezTo>
                      <a:pt x="1716915" y="4165538"/>
                      <a:pt x="2030641" y="4254963"/>
                      <a:pt x="2291914" y="4381033"/>
                    </a:cubicBezTo>
                    <a:cubicBezTo>
                      <a:pt x="2432794" y="4449002"/>
                      <a:pt x="2546802" y="4521610"/>
                      <a:pt x="2640413" y="4602956"/>
                    </a:cubicBezTo>
                    <a:cubicBezTo>
                      <a:pt x="2745751" y="4694486"/>
                      <a:pt x="2822609" y="4794527"/>
                      <a:pt x="2875379" y="4908782"/>
                    </a:cubicBezTo>
                    <a:cubicBezTo>
                      <a:pt x="2909156" y="4981911"/>
                      <a:pt x="2932723" y="5061469"/>
                      <a:pt x="2945423" y="5145236"/>
                    </a:cubicBezTo>
                    <a:cubicBezTo>
                      <a:pt x="2958712" y="5232851"/>
                      <a:pt x="2960546" y="5328002"/>
                      <a:pt x="2950879" y="5428044"/>
                    </a:cubicBezTo>
                    <a:cubicBezTo>
                      <a:pt x="2930459" y="5639691"/>
                      <a:pt x="2857268" y="5884813"/>
                      <a:pt x="2733344" y="6156553"/>
                    </a:cubicBezTo>
                    <a:lnTo>
                      <a:pt x="2733209" y="6156848"/>
                    </a:lnTo>
                    <a:lnTo>
                      <a:pt x="2732960" y="6157051"/>
                    </a:lnTo>
                    <a:cubicBezTo>
                      <a:pt x="2638036" y="6231267"/>
                      <a:pt x="2598260" y="6288892"/>
                      <a:pt x="2617887" y="6323726"/>
                    </a:cubicBezTo>
                    <a:cubicBezTo>
                      <a:pt x="2639734" y="6362451"/>
                      <a:pt x="2732326" y="6371437"/>
                      <a:pt x="2878639" y="6349007"/>
                    </a:cubicBezTo>
                    <a:cubicBezTo>
                      <a:pt x="3030160" y="6325785"/>
                      <a:pt x="3226618" y="6270107"/>
                      <a:pt x="3431815" y="6192201"/>
                    </a:cubicBezTo>
                    <a:cubicBezTo>
                      <a:pt x="4599765" y="5748898"/>
                      <a:pt x="5856436" y="4734209"/>
                      <a:pt x="5554301" y="3333479"/>
                    </a:cubicBezTo>
                    <a:cubicBezTo>
                      <a:pt x="5441741" y="2811614"/>
                      <a:pt x="5046878" y="2062667"/>
                      <a:pt x="4470996" y="1278636"/>
                    </a:cubicBezTo>
                    <a:cubicBezTo>
                      <a:pt x="4231910" y="953119"/>
                      <a:pt x="3978062" y="647429"/>
                      <a:pt x="3756226" y="417833"/>
                    </a:cubicBezTo>
                    <a:cubicBezTo>
                      <a:pt x="3531810" y="185544"/>
                      <a:pt x="3348821" y="40417"/>
                      <a:pt x="3240971" y="9182"/>
                    </a:cubicBezTo>
                    <a:cubicBezTo>
                      <a:pt x="3200583" y="-2520"/>
                      <a:pt x="3170406" y="1396"/>
                      <a:pt x="3151299" y="20838"/>
                    </a:cubicBezTo>
                    <a:cubicBezTo>
                      <a:pt x="3111908" y="60900"/>
                      <a:pt x="3117998" y="165513"/>
                      <a:pt x="3169365" y="331712"/>
                    </a:cubicBezTo>
                    <a:cubicBezTo>
                      <a:pt x="3248442" y="587540"/>
                      <a:pt x="3307370" y="824085"/>
                      <a:pt x="3344520" y="1034759"/>
                    </a:cubicBezTo>
                    <a:cubicBezTo>
                      <a:pt x="3380085" y="1236334"/>
                      <a:pt x="3396770" y="1420278"/>
                      <a:pt x="3394144" y="1581520"/>
                    </a:cubicBezTo>
                    <a:cubicBezTo>
                      <a:pt x="3391654" y="1734976"/>
                      <a:pt x="3371551" y="1872612"/>
                      <a:pt x="3334423" y="1990556"/>
                    </a:cubicBezTo>
                    <a:cubicBezTo>
                      <a:pt x="3299333" y="2102049"/>
                      <a:pt x="3247898" y="2199555"/>
                      <a:pt x="3181545" y="2280334"/>
                    </a:cubicBezTo>
                    <a:cubicBezTo>
                      <a:pt x="3097216" y="2383001"/>
                      <a:pt x="2984950" y="2463056"/>
                      <a:pt x="2847896" y="2518237"/>
                    </a:cubicBezTo>
                    <a:cubicBezTo>
                      <a:pt x="2725036" y="2567714"/>
                      <a:pt x="2582141" y="2598564"/>
                      <a:pt x="2411061" y="2612597"/>
                    </a:cubicBezTo>
                    <a:cubicBezTo>
                      <a:pt x="2095025" y="2638512"/>
                      <a:pt x="1741048" y="2601574"/>
                      <a:pt x="1398729" y="2565858"/>
                    </a:cubicBezTo>
                    <a:cubicBezTo>
                      <a:pt x="1154299" y="2540350"/>
                      <a:pt x="922117" y="2516132"/>
                      <a:pt x="717622" y="2516132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38EE15F2-EC20-7172-D0CE-20C2E5B7EB0B}"/>
                  </a:ext>
                </a:extLst>
              </p:cNvPr>
              <p:cNvSpPr/>
              <p:nvPr/>
            </p:nvSpPr>
            <p:spPr>
              <a:xfrm>
                <a:off x="3350747" y="83669"/>
                <a:ext cx="5545027" cy="6286303"/>
              </a:xfrm>
              <a:custGeom>
                <a:avLst/>
                <a:gdLst>
                  <a:gd name="connsiteX0" fmla="*/ 2685645 w 5545027"/>
                  <a:gd name="connsiteY0" fmla="*/ 6286304 h 6286303"/>
                  <a:gd name="connsiteX1" fmla="*/ 2556808 w 5545027"/>
                  <a:gd name="connsiteY1" fmla="*/ 6250860 h 6286303"/>
                  <a:gd name="connsiteX2" fmla="*/ 2686052 w 5545027"/>
                  <a:gd name="connsiteY2" fmla="*/ 6117231 h 6286303"/>
                  <a:gd name="connsiteX3" fmla="*/ 2837596 w 5545027"/>
                  <a:gd name="connsiteY3" fmla="*/ 4964204 h 6286303"/>
                  <a:gd name="connsiteX4" fmla="*/ 2276519 w 5545027"/>
                  <a:gd name="connsiteY4" fmla="*/ 4421471 h 6286303"/>
                  <a:gd name="connsiteX5" fmla="*/ 1410636 w 5545027"/>
                  <a:gd name="connsiteY5" fmla="*/ 4084275 h 6286303"/>
                  <a:gd name="connsiteX6" fmla="*/ 438556 w 5545027"/>
                  <a:gd name="connsiteY6" fmla="*/ 3680966 h 6286303"/>
                  <a:gd name="connsiteX7" fmla="*/ 120392 w 5545027"/>
                  <a:gd name="connsiteY7" fmla="*/ 3380640 h 6286303"/>
                  <a:gd name="connsiteX8" fmla="*/ 0 w 5545027"/>
                  <a:gd name="connsiteY8" fmla="*/ 2960604 h 6286303"/>
                  <a:gd name="connsiteX9" fmla="*/ 136104 w 5545027"/>
                  <a:gd name="connsiteY9" fmla="*/ 2598918 h 6286303"/>
                  <a:gd name="connsiteX10" fmla="*/ 349541 w 5545027"/>
                  <a:gd name="connsiteY10" fmla="*/ 2487855 h 6286303"/>
                  <a:gd name="connsiteX11" fmla="*/ 637799 w 5545027"/>
                  <a:gd name="connsiteY11" fmla="*/ 2447612 h 6286303"/>
                  <a:gd name="connsiteX12" fmla="*/ 1360243 w 5545027"/>
                  <a:gd name="connsiteY12" fmla="*/ 2486859 h 6286303"/>
                  <a:gd name="connsiteX13" fmla="*/ 2351770 w 5545027"/>
                  <a:gd name="connsiteY13" fmla="*/ 2521149 h 6286303"/>
                  <a:gd name="connsiteX14" fmla="*/ 3120669 w 5545027"/>
                  <a:gd name="connsiteY14" fmla="*/ 2184722 h 6286303"/>
                  <a:gd name="connsiteX15" fmla="*/ 3353575 w 5545027"/>
                  <a:gd name="connsiteY15" fmla="*/ 1512276 h 6286303"/>
                  <a:gd name="connsiteX16" fmla="*/ 3194381 w 5545027"/>
                  <a:gd name="connsiteY16" fmla="*/ 324257 h 6286303"/>
                  <a:gd name="connsiteX17" fmla="*/ 3188721 w 5545027"/>
                  <a:gd name="connsiteY17" fmla="*/ 17571 h 6286303"/>
                  <a:gd name="connsiteX18" fmla="*/ 3271692 w 5545027"/>
                  <a:gd name="connsiteY18" fmla="*/ 5621 h 6286303"/>
                  <a:gd name="connsiteX19" fmla="*/ 3755706 w 5545027"/>
                  <a:gd name="connsiteY19" fmla="*/ 412099 h 6286303"/>
                  <a:gd name="connsiteX20" fmla="*/ 4429432 w 5545027"/>
                  <a:gd name="connsiteY20" fmla="*/ 1275211 h 6286303"/>
                  <a:gd name="connsiteX21" fmla="*/ 5077010 w 5545027"/>
                  <a:gd name="connsiteY21" fmla="*/ 2333312 h 6286303"/>
                  <a:gd name="connsiteX22" fmla="*/ 5482106 w 5545027"/>
                  <a:gd name="connsiteY22" fmla="*/ 3324712 h 6286303"/>
                  <a:gd name="connsiteX23" fmla="*/ 5544430 w 5545027"/>
                  <a:gd name="connsiteY23" fmla="*/ 3878331 h 6286303"/>
                  <a:gd name="connsiteX24" fmla="*/ 5464358 w 5545027"/>
                  <a:gd name="connsiteY24" fmla="*/ 4370613 h 6286303"/>
                  <a:gd name="connsiteX25" fmla="*/ 4981113 w 5545027"/>
                  <a:gd name="connsiteY25" fmla="*/ 5176915 h 6286303"/>
                  <a:gd name="connsiteX26" fmla="*/ 4240626 w 5545027"/>
                  <a:gd name="connsiteY26" fmla="*/ 5755341 h 6286303"/>
                  <a:gd name="connsiteX27" fmla="*/ 3450944 w 5545027"/>
                  <a:gd name="connsiteY27" fmla="*/ 6117932 h 6286303"/>
                  <a:gd name="connsiteX28" fmla="*/ 2837324 w 5545027"/>
                  <a:gd name="connsiteY28" fmla="*/ 6274308 h 6286303"/>
                  <a:gd name="connsiteX29" fmla="*/ 2685622 w 5545027"/>
                  <a:gd name="connsiteY29" fmla="*/ 6286282 h 6286303"/>
                  <a:gd name="connsiteX30" fmla="*/ 731002 w 5545027"/>
                  <a:gd name="connsiteY30" fmla="*/ 2448585 h 6286303"/>
                  <a:gd name="connsiteX31" fmla="*/ 637934 w 5545027"/>
                  <a:gd name="connsiteY31" fmla="*/ 2450328 h 6286303"/>
                  <a:gd name="connsiteX32" fmla="*/ 137937 w 5545027"/>
                  <a:gd name="connsiteY32" fmla="*/ 2600932 h 6286303"/>
                  <a:gd name="connsiteX33" fmla="*/ 2717 w 5545027"/>
                  <a:gd name="connsiteY33" fmla="*/ 2960604 h 6286303"/>
                  <a:gd name="connsiteX34" fmla="*/ 440027 w 5545027"/>
                  <a:gd name="connsiteY34" fmla="*/ 3678680 h 6286303"/>
                  <a:gd name="connsiteX35" fmla="*/ 1411497 w 5545027"/>
                  <a:gd name="connsiteY35" fmla="*/ 4081695 h 6286303"/>
                  <a:gd name="connsiteX36" fmla="*/ 2277787 w 5545027"/>
                  <a:gd name="connsiteY36" fmla="*/ 4419072 h 6286303"/>
                  <a:gd name="connsiteX37" fmla="*/ 2616937 w 5545027"/>
                  <a:gd name="connsiteY37" fmla="*/ 4652652 h 6286303"/>
                  <a:gd name="connsiteX38" fmla="*/ 2840086 w 5545027"/>
                  <a:gd name="connsiteY38" fmla="*/ 4963140 h 6286303"/>
                  <a:gd name="connsiteX39" fmla="*/ 2900508 w 5545027"/>
                  <a:gd name="connsiteY39" fmla="*/ 5188436 h 6286303"/>
                  <a:gd name="connsiteX40" fmla="*/ 2900531 w 5545027"/>
                  <a:gd name="connsiteY40" fmla="*/ 5452887 h 6286303"/>
                  <a:gd name="connsiteX41" fmla="*/ 2688294 w 5545027"/>
                  <a:gd name="connsiteY41" fmla="*/ 6118770 h 6286303"/>
                  <a:gd name="connsiteX42" fmla="*/ 2688113 w 5545027"/>
                  <a:gd name="connsiteY42" fmla="*/ 6119155 h 6286303"/>
                  <a:gd name="connsiteX43" fmla="*/ 2687750 w 5545027"/>
                  <a:gd name="connsiteY43" fmla="*/ 6119359 h 6286303"/>
                  <a:gd name="connsiteX44" fmla="*/ 2559253 w 5545027"/>
                  <a:gd name="connsiteY44" fmla="*/ 6249728 h 6286303"/>
                  <a:gd name="connsiteX45" fmla="*/ 2836984 w 5545027"/>
                  <a:gd name="connsiteY45" fmla="*/ 6271637 h 6286303"/>
                  <a:gd name="connsiteX46" fmla="*/ 3450084 w 5545027"/>
                  <a:gd name="connsiteY46" fmla="*/ 6115375 h 6286303"/>
                  <a:gd name="connsiteX47" fmla="*/ 5479525 w 5545027"/>
                  <a:gd name="connsiteY47" fmla="*/ 3325346 h 6286303"/>
                  <a:gd name="connsiteX48" fmla="*/ 4427258 w 5545027"/>
                  <a:gd name="connsiteY48" fmla="*/ 1276750 h 6286303"/>
                  <a:gd name="connsiteX49" fmla="*/ 3753736 w 5545027"/>
                  <a:gd name="connsiteY49" fmla="*/ 413932 h 6286303"/>
                  <a:gd name="connsiteX50" fmla="*/ 3270990 w 5545027"/>
                  <a:gd name="connsiteY50" fmla="*/ 8224 h 6286303"/>
                  <a:gd name="connsiteX51" fmla="*/ 3190668 w 5545027"/>
                  <a:gd name="connsiteY51" fmla="*/ 19495 h 6286303"/>
                  <a:gd name="connsiteX52" fmla="*/ 3197052 w 5545027"/>
                  <a:gd name="connsiteY52" fmla="*/ 323556 h 6286303"/>
                  <a:gd name="connsiteX53" fmla="*/ 3333042 w 5545027"/>
                  <a:gd name="connsiteY53" fmla="*/ 990864 h 6286303"/>
                  <a:gd name="connsiteX54" fmla="*/ 3356338 w 5545027"/>
                  <a:gd name="connsiteY54" fmla="*/ 1512434 h 6286303"/>
                  <a:gd name="connsiteX55" fmla="*/ 3281426 w 5545027"/>
                  <a:gd name="connsiteY55" fmla="*/ 1905309 h 6286303"/>
                  <a:gd name="connsiteX56" fmla="*/ 3122797 w 5545027"/>
                  <a:gd name="connsiteY56" fmla="*/ 2186465 h 6286303"/>
                  <a:gd name="connsiteX57" fmla="*/ 2785481 w 5545027"/>
                  <a:gd name="connsiteY57" fmla="*/ 2425499 h 6286303"/>
                  <a:gd name="connsiteX58" fmla="*/ 2352087 w 5545027"/>
                  <a:gd name="connsiteY58" fmla="*/ 2523842 h 6286303"/>
                  <a:gd name="connsiteX59" fmla="*/ 1360039 w 5545027"/>
                  <a:gd name="connsiteY59" fmla="*/ 2489552 h 6286303"/>
                  <a:gd name="connsiteX60" fmla="*/ 731024 w 5545027"/>
                  <a:gd name="connsiteY60" fmla="*/ 2448563 h 6286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545027" h="6286303">
                    <a:moveTo>
                      <a:pt x="2685645" y="6286304"/>
                    </a:moveTo>
                    <a:cubicBezTo>
                      <a:pt x="2612726" y="6286304"/>
                      <a:pt x="2567562" y="6274308"/>
                      <a:pt x="2556808" y="6250860"/>
                    </a:cubicBezTo>
                    <a:cubicBezTo>
                      <a:pt x="2542931" y="6220599"/>
                      <a:pt x="2587620" y="6174381"/>
                      <a:pt x="2686052" y="6117231"/>
                    </a:cubicBezTo>
                    <a:cubicBezTo>
                      <a:pt x="2915291" y="5640996"/>
                      <a:pt x="2964847" y="5263851"/>
                      <a:pt x="2837596" y="4964204"/>
                    </a:cubicBezTo>
                    <a:cubicBezTo>
                      <a:pt x="2747177" y="4751266"/>
                      <a:pt x="2563645" y="4573751"/>
                      <a:pt x="2276519" y="4421471"/>
                    </a:cubicBezTo>
                    <a:cubicBezTo>
                      <a:pt x="2020907" y="4285918"/>
                      <a:pt x="1710666" y="4183410"/>
                      <a:pt x="1410636" y="4084275"/>
                    </a:cubicBezTo>
                    <a:cubicBezTo>
                      <a:pt x="1062318" y="3969183"/>
                      <a:pt x="702160" y="3850175"/>
                      <a:pt x="438556" y="3680966"/>
                    </a:cubicBezTo>
                    <a:cubicBezTo>
                      <a:pt x="296725" y="3589911"/>
                      <a:pt x="192655" y="3491680"/>
                      <a:pt x="120392" y="3380640"/>
                    </a:cubicBezTo>
                    <a:cubicBezTo>
                      <a:pt x="39391" y="3256154"/>
                      <a:pt x="0" y="3118768"/>
                      <a:pt x="0" y="2960604"/>
                    </a:cubicBezTo>
                    <a:cubicBezTo>
                      <a:pt x="0" y="2802440"/>
                      <a:pt x="44508" y="2682323"/>
                      <a:pt x="136104" y="2598918"/>
                    </a:cubicBezTo>
                    <a:cubicBezTo>
                      <a:pt x="190504" y="2549373"/>
                      <a:pt x="260322" y="2513046"/>
                      <a:pt x="349541" y="2487855"/>
                    </a:cubicBezTo>
                    <a:cubicBezTo>
                      <a:pt x="429500" y="2465266"/>
                      <a:pt x="523790" y="2452116"/>
                      <a:pt x="637799" y="2447612"/>
                    </a:cubicBezTo>
                    <a:cubicBezTo>
                      <a:pt x="850489" y="2439215"/>
                      <a:pt x="1098087" y="2462369"/>
                      <a:pt x="1360243" y="2486859"/>
                    </a:cubicBezTo>
                    <a:cubicBezTo>
                      <a:pt x="1694548" y="2518093"/>
                      <a:pt x="2040217" y="2550414"/>
                      <a:pt x="2351770" y="2521149"/>
                    </a:cubicBezTo>
                    <a:cubicBezTo>
                      <a:pt x="2705499" y="2487923"/>
                      <a:pt x="2957014" y="2377878"/>
                      <a:pt x="3120669" y="2184722"/>
                    </a:cubicBezTo>
                    <a:cubicBezTo>
                      <a:pt x="3257542" y="2023186"/>
                      <a:pt x="3335895" y="1796939"/>
                      <a:pt x="3353575" y="1512276"/>
                    </a:cubicBezTo>
                    <a:cubicBezTo>
                      <a:pt x="3373135" y="1197487"/>
                      <a:pt x="3319572" y="797776"/>
                      <a:pt x="3194381" y="324257"/>
                    </a:cubicBezTo>
                    <a:cubicBezTo>
                      <a:pt x="3150869" y="159711"/>
                      <a:pt x="3148967" y="56524"/>
                      <a:pt x="3188721" y="17571"/>
                    </a:cubicBezTo>
                    <a:cubicBezTo>
                      <a:pt x="3207420" y="-739"/>
                      <a:pt x="3235334" y="-4768"/>
                      <a:pt x="3271692" y="5621"/>
                    </a:cubicBezTo>
                    <a:cubicBezTo>
                      <a:pt x="3373792" y="34818"/>
                      <a:pt x="3541182" y="175373"/>
                      <a:pt x="3755706" y="412099"/>
                    </a:cubicBezTo>
                    <a:cubicBezTo>
                      <a:pt x="3961853" y="639590"/>
                      <a:pt x="4201121" y="946095"/>
                      <a:pt x="4429432" y="1275211"/>
                    </a:cubicBezTo>
                    <a:cubicBezTo>
                      <a:pt x="4675084" y="1629269"/>
                      <a:pt x="4899003" y="1995165"/>
                      <a:pt x="5077010" y="2333312"/>
                    </a:cubicBezTo>
                    <a:cubicBezTo>
                      <a:pt x="5279309" y="2717609"/>
                      <a:pt x="5415617" y="3051161"/>
                      <a:pt x="5482106" y="3324712"/>
                    </a:cubicBezTo>
                    <a:cubicBezTo>
                      <a:pt x="5527972" y="3513363"/>
                      <a:pt x="5548935" y="3699616"/>
                      <a:pt x="5544430" y="3878331"/>
                    </a:cubicBezTo>
                    <a:cubicBezTo>
                      <a:pt x="5540174" y="4046590"/>
                      <a:pt x="5513234" y="4212223"/>
                      <a:pt x="5464358" y="4370613"/>
                    </a:cubicBezTo>
                    <a:cubicBezTo>
                      <a:pt x="5375682" y="4657925"/>
                      <a:pt x="5213091" y="4929190"/>
                      <a:pt x="4981113" y="5176915"/>
                    </a:cubicBezTo>
                    <a:cubicBezTo>
                      <a:pt x="4781961" y="5389558"/>
                      <a:pt x="4532823" y="5584162"/>
                      <a:pt x="4240626" y="5755341"/>
                    </a:cubicBezTo>
                    <a:cubicBezTo>
                      <a:pt x="3998233" y="5897345"/>
                      <a:pt x="3725166" y="6022712"/>
                      <a:pt x="3450944" y="6117932"/>
                    </a:cubicBezTo>
                    <a:cubicBezTo>
                      <a:pt x="3228452" y="6195181"/>
                      <a:pt x="3010532" y="6250701"/>
                      <a:pt x="2837324" y="6274308"/>
                    </a:cubicBezTo>
                    <a:cubicBezTo>
                      <a:pt x="2778486" y="6282321"/>
                      <a:pt x="2727481" y="6286282"/>
                      <a:pt x="2685622" y="6286282"/>
                    </a:cubicBezTo>
                    <a:close/>
                    <a:moveTo>
                      <a:pt x="731002" y="2448585"/>
                    </a:moveTo>
                    <a:cubicBezTo>
                      <a:pt x="699285" y="2448585"/>
                      <a:pt x="668270" y="2449129"/>
                      <a:pt x="637934" y="2450328"/>
                    </a:cubicBezTo>
                    <a:cubicBezTo>
                      <a:pt x="399323" y="2459744"/>
                      <a:pt x="240445" y="2507591"/>
                      <a:pt x="137937" y="2600932"/>
                    </a:cubicBezTo>
                    <a:cubicBezTo>
                      <a:pt x="46953" y="2683794"/>
                      <a:pt x="2717" y="2801444"/>
                      <a:pt x="2717" y="2960604"/>
                    </a:cubicBezTo>
                    <a:cubicBezTo>
                      <a:pt x="2717" y="3254887"/>
                      <a:pt x="145770" y="3489779"/>
                      <a:pt x="440027" y="3678680"/>
                    </a:cubicBezTo>
                    <a:cubicBezTo>
                      <a:pt x="703337" y="3847708"/>
                      <a:pt x="1063337" y="3966670"/>
                      <a:pt x="1411497" y="4081695"/>
                    </a:cubicBezTo>
                    <a:cubicBezTo>
                      <a:pt x="1711617" y="4180875"/>
                      <a:pt x="2021970" y="4283406"/>
                      <a:pt x="2277787" y="4419072"/>
                    </a:cubicBezTo>
                    <a:cubicBezTo>
                      <a:pt x="2415679" y="4492201"/>
                      <a:pt x="2526609" y="4568590"/>
                      <a:pt x="2616937" y="4652652"/>
                    </a:cubicBezTo>
                    <a:cubicBezTo>
                      <a:pt x="2718494" y="4747147"/>
                      <a:pt x="2791481" y="4848704"/>
                      <a:pt x="2840086" y="4963140"/>
                    </a:cubicBezTo>
                    <a:cubicBezTo>
                      <a:pt x="2869969" y="5033509"/>
                      <a:pt x="2890298" y="5109309"/>
                      <a:pt x="2900508" y="5188436"/>
                    </a:cubicBezTo>
                    <a:cubicBezTo>
                      <a:pt x="2911171" y="5271049"/>
                      <a:pt x="2911194" y="5360021"/>
                      <a:pt x="2900531" y="5452887"/>
                    </a:cubicBezTo>
                    <a:cubicBezTo>
                      <a:pt x="2878028" y="5648940"/>
                      <a:pt x="2806626" y="5872968"/>
                      <a:pt x="2688294" y="6118770"/>
                    </a:cubicBezTo>
                    <a:lnTo>
                      <a:pt x="2688113" y="6119155"/>
                    </a:lnTo>
                    <a:lnTo>
                      <a:pt x="2687750" y="6119359"/>
                    </a:lnTo>
                    <a:cubicBezTo>
                      <a:pt x="2564823" y="6190677"/>
                      <a:pt x="2550017" y="6229607"/>
                      <a:pt x="2559253" y="6249728"/>
                    </a:cubicBezTo>
                    <a:cubicBezTo>
                      <a:pt x="2575417" y="6284946"/>
                      <a:pt x="2679238" y="6293139"/>
                      <a:pt x="2836984" y="6271637"/>
                    </a:cubicBezTo>
                    <a:cubicBezTo>
                      <a:pt x="3010011" y="6248053"/>
                      <a:pt x="3227750" y="6192578"/>
                      <a:pt x="3450084" y="6115375"/>
                    </a:cubicBezTo>
                    <a:cubicBezTo>
                      <a:pt x="4657222" y="5696290"/>
                      <a:pt x="5824267" y="4743254"/>
                      <a:pt x="5479525" y="3325346"/>
                    </a:cubicBezTo>
                    <a:cubicBezTo>
                      <a:pt x="5354877" y="2812648"/>
                      <a:pt x="4961485" y="2046815"/>
                      <a:pt x="4427258" y="1276750"/>
                    </a:cubicBezTo>
                    <a:cubicBezTo>
                      <a:pt x="4199016" y="947747"/>
                      <a:pt x="3959816" y="641333"/>
                      <a:pt x="3753736" y="413932"/>
                    </a:cubicBezTo>
                    <a:cubicBezTo>
                      <a:pt x="3539552" y="177569"/>
                      <a:pt x="3372615" y="37285"/>
                      <a:pt x="3270990" y="8224"/>
                    </a:cubicBezTo>
                    <a:cubicBezTo>
                      <a:pt x="3235628" y="-1871"/>
                      <a:pt x="3208620" y="1909"/>
                      <a:pt x="3190668" y="19495"/>
                    </a:cubicBezTo>
                    <a:cubicBezTo>
                      <a:pt x="3151661" y="57723"/>
                      <a:pt x="3153812" y="160005"/>
                      <a:pt x="3197052" y="323556"/>
                    </a:cubicBezTo>
                    <a:cubicBezTo>
                      <a:pt x="3261119" y="565940"/>
                      <a:pt x="3306872" y="790443"/>
                      <a:pt x="3333042" y="990864"/>
                    </a:cubicBezTo>
                    <a:cubicBezTo>
                      <a:pt x="3358080" y="1182684"/>
                      <a:pt x="3365914" y="1358163"/>
                      <a:pt x="3356338" y="1512434"/>
                    </a:cubicBezTo>
                    <a:cubicBezTo>
                      <a:pt x="3347214" y="1659327"/>
                      <a:pt x="3322017" y="1791507"/>
                      <a:pt x="3281426" y="1905309"/>
                    </a:cubicBezTo>
                    <a:cubicBezTo>
                      <a:pt x="3243031" y="2012933"/>
                      <a:pt x="3189672" y="2107519"/>
                      <a:pt x="3122797" y="2186465"/>
                    </a:cubicBezTo>
                    <a:cubicBezTo>
                      <a:pt x="3035978" y="2288927"/>
                      <a:pt x="2922491" y="2369345"/>
                      <a:pt x="2785481" y="2425499"/>
                    </a:cubicBezTo>
                    <a:cubicBezTo>
                      <a:pt x="2662712" y="2475814"/>
                      <a:pt x="2520949" y="2507976"/>
                      <a:pt x="2352087" y="2523842"/>
                    </a:cubicBezTo>
                    <a:cubicBezTo>
                      <a:pt x="2040262" y="2553130"/>
                      <a:pt x="1694457" y="2520809"/>
                      <a:pt x="1360039" y="2489552"/>
                    </a:cubicBezTo>
                    <a:cubicBezTo>
                      <a:pt x="1135396" y="2468548"/>
                      <a:pt x="921415" y="2448563"/>
                      <a:pt x="731024" y="244856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15AB1BAD-759F-1E4B-6424-7634D5DBBBD6}"/>
                  </a:ext>
                </a:extLst>
              </p:cNvPr>
              <p:cNvSpPr/>
              <p:nvPr/>
            </p:nvSpPr>
            <p:spPr>
              <a:xfrm>
                <a:off x="3395820" y="79915"/>
                <a:ext cx="5489653" cy="6220730"/>
              </a:xfrm>
              <a:custGeom>
                <a:avLst/>
                <a:gdLst>
                  <a:gd name="connsiteX0" fmla="*/ 2631063 w 5489653"/>
                  <a:gd name="connsiteY0" fmla="*/ 6220731 h 6220730"/>
                  <a:gd name="connsiteX1" fmla="*/ 2499148 w 5489653"/>
                  <a:gd name="connsiteY1" fmla="*/ 6190334 h 6220730"/>
                  <a:gd name="connsiteX2" fmla="*/ 2641002 w 5489653"/>
                  <a:gd name="connsiteY2" fmla="*/ 6091199 h 6220730"/>
                  <a:gd name="connsiteX3" fmla="*/ 2801600 w 5489653"/>
                  <a:gd name="connsiteY3" fmla="*/ 5031106 h 6220730"/>
                  <a:gd name="connsiteX4" fmla="*/ 2262665 w 5489653"/>
                  <a:gd name="connsiteY4" fmla="*/ 4473639 h 6220730"/>
                  <a:gd name="connsiteX5" fmla="*/ 1409120 w 5489653"/>
                  <a:gd name="connsiteY5" fmla="*/ 4101088 h 6220730"/>
                  <a:gd name="connsiteX6" fmla="*/ 439416 w 5489653"/>
                  <a:gd name="connsiteY6" fmla="*/ 3653282 h 6220730"/>
                  <a:gd name="connsiteX7" fmla="*/ 120755 w 5489653"/>
                  <a:gd name="connsiteY7" fmla="*/ 3337994 h 6220730"/>
                  <a:gd name="connsiteX8" fmla="*/ 0 w 5489653"/>
                  <a:gd name="connsiteY8" fmla="*/ 2912323 h 6220730"/>
                  <a:gd name="connsiteX9" fmla="*/ 35226 w 5489653"/>
                  <a:gd name="connsiteY9" fmla="*/ 2708801 h 6220730"/>
                  <a:gd name="connsiteX10" fmla="*/ 135175 w 5489653"/>
                  <a:gd name="connsiteY10" fmla="*/ 2559600 h 6220730"/>
                  <a:gd name="connsiteX11" fmla="*/ 1553939 w 5489653"/>
                  <a:gd name="connsiteY11" fmla="*/ 2362008 h 6220730"/>
                  <a:gd name="connsiteX12" fmla="*/ 2624611 w 5489653"/>
                  <a:gd name="connsiteY12" fmla="*/ 2345214 h 6220730"/>
                  <a:gd name="connsiteX13" fmla="*/ 3376599 w 5489653"/>
                  <a:gd name="connsiteY13" fmla="*/ 1972913 h 6220730"/>
                  <a:gd name="connsiteX14" fmla="*/ 3509578 w 5489653"/>
                  <a:gd name="connsiteY14" fmla="*/ 1358160 h 6220730"/>
                  <a:gd name="connsiteX15" fmla="*/ 3222022 w 5489653"/>
                  <a:gd name="connsiteY15" fmla="*/ 328147 h 6220730"/>
                  <a:gd name="connsiteX16" fmla="*/ 3221909 w 5489653"/>
                  <a:gd name="connsiteY16" fmla="*/ 327649 h 6220730"/>
                  <a:gd name="connsiteX17" fmla="*/ 3341532 w 5489653"/>
                  <a:gd name="connsiteY17" fmla="*/ 1227 h 6220730"/>
                  <a:gd name="connsiteX18" fmla="*/ 3535387 w 5489653"/>
                  <a:gd name="connsiteY18" fmla="*/ 78317 h 6220730"/>
                  <a:gd name="connsiteX19" fmla="*/ 3792607 w 5489653"/>
                  <a:gd name="connsiteY19" fmla="*/ 328804 h 6220730"/>
                  <a:gd name="connsiteX20" fmla="*/ 4408219 w 5489653"/>
                  <a:gd name="connsiteY20" fmla="*/ 1196692 h 6220730"/>
                  <a:gd name="connsiteX21" fmla="*/ 5007193 w 5489653"/>
                  <a:gd name="connsiteY21" fmla="*/ 2298679 h 6220730"/>
                  <a:gd name="connsiteX22" fmla="*/ 5407399 w 5489653"/>
                  <a:gd name="connsiteY22" fmla="*/ 3328443 h 6220730"/>
                  <a:gd name="connsiteX23" fmla="*/ 5489532 w 5489653"/>
                  <a:gd name="connsiteY23" fmla="*/ 3895213 h 6220730"/>
                  <a:gd name="connsiteX24" fmla="*/ 5427796 w 5489653"/>
                  <a:gd name="connsiteY24" fmla="*/ 4390573 h 6220730"/>
                  <a:gd name="connsiteX25" fmla="*/ 4974615 w 5489653"/>
                  <a:gd name="connsiteY25" fmla="*/ 5181076 h 6220730"/>
                  <a:gd name="connsiteX26" fmla="*/ 4251877 w 5489653"/>
                  <a:gd name="connsiteY26" fmla="*/ 5728313 h 6220730"/>
                  <a:gd name="connsiteX27" fmla="*/ 3463418 w 5489653"/>
                  <a:gd name="connsiteY27" fmla="*/ 6060983 h 6220730"/>
                  <a:gd name="connsiteX28" fmla="*/ 2795171 w 5489653"/>
                  <a:gd name="connsiteY28" fmla="*/ 6209844 h 6220730"/>
                  <a:gd name="connsiteX29" fmla="*/ 2631018 w 5489653"/>
                  <a:gd name="connsiteY29" fmla="*/ 6220731 h 6220730"/>
                  <a:gd name="connsiteX30" fmla="*/ 1047196 w 5489653"/>
                  <a:gd name="connsiteY30" fmla="*/ 2351733 h 6220730"/>
                  <a:gd name="connsiteX31" fmla="*/ 137122 w 5489653"/>
                  <a:gd name="connsiteY31" fmla="*/ 2561614 h 6220730"/>
                  <a:gd name="connsiteX32" fmla="*/ 2807 w 5489653"/>
                  <a:gd name="connsiteY32" fmla="*/ 2912323 h 6220730"/>
                  <a:gd name="connsiteX33" fmla="*/ 441023 w 5489653"/>
                  <a:gd name="connsiteY33" fmla="*/ 3650995 h 6220730"/>
                  <a:gd name="connsiteX34" fmla="*/ 1410138 w 5489653"/>
                  <a:gd name="connsiteY34" fmla="*/ 4098486 h 6220730"/>
                  <a:gd name="connsiteX35" fmla="*/ 2264091 w 5489653"/>
                  <a:gd name="connsiteY35" fmla="*/ 4471240 h 6220730"/>
                  <a:gd name="connsiteX36" fmla="*/ 2593506 w 5489653"/>
                  <a:gd name="connsiteY36" fmla="*/ 4715932 h 6220730"/>
                  <a:gd name="connsiteX37" fmla="*/ 2804226 w 5489653"/>
                  <a:gd name="connsiteY37" fmla="*/ 5030110 h 6220730"/>
                  <a:gd name="connsiteX38" fmla="*/ 2849866 w 5489653"/>
                  <a:gd name="connsiteY38" fmla="*/ 5488939 h 6220730"/>
                  <a:gd name="connsiteX39" fmla="*/ 2643288 w 5489653"/>
                  <a:gd name="connsiteY39" fmla="*/ 6092919 h 6220730"/>
                  <a:gd name="connsiteX40" fmla="*/ 2643039 w 5489653"/>
                  <a:gd name="connsiteY40" fmla="*/ 6093372 h 6220730"/>
                  <a:gd name="connsiteX41" fmla="*/ 2642564 w 5489653"/>
                  <a:gd name="connsiteY41" fmla="*/ 6093575 h 6220730"/>
                  <a:gd name="connsiteX42" fmla="*/ 2501797 w 5489653"/>
                  <a:gd name="connsiteY42" fmla="*/ 6189406 h 6220730"/>
                  <a:gd name="connsiteX43" fmla="*/ 2629207 w 5489653"/>
                  <a:gd name="connsiteY43" fmla="*/ 6217947 h 6220730"/>
                  <a:gd name="connsiteX44" fmla="*/ 3462649 w 5489653"/>
                  <a:gd name="connsiteY44" fmla="*/ 6058335 h 6220730"/>
                  <a:gd name="connsiteX45" fmla="*/ 5404772 w 5489653"/>
                  <a:gd name="connsiteY45" fmla="*/ 3329167 h 6220730"/>
                  <a:gd name="connsiteX46" fmla="*/ 4405910 w 5489653"/>
                  <a:gd name="connsiteY46" fmla="*/ 1198140 h 6220730"/>
                  <a:gd name="connsiteX47" fmla="*/ 3790569 w 5489653"/>
                  <a:gd name="connsiteY47" fmla="*/ 330614 h 6220730"/>
                  <a:gd name="connsiteX48" fmla="*/ 3533779 w 5489653"/>
                  <a:gd name="connsiteY48" fmla="*/ 80535 h 6220730"/>
                  <a:gd name="connsiteX49" fmla="*/ 3341984 w 5489653"/>
                  <a:gd name="connsiteY49" fmla="*/ 3965 h 6220730"/>
                  <a:gd name="connsiteX50" fmla="*/ 3224716 w 5489653"/>
                  <a:gd name="connsiteY50" fmla="*/ 327310 h 6220730"/>
                  <a:gd name="connsiteX51" fmla="*/ 3428147 w 5489653"/>
                  <a:gd name="connsiteY51" fmla="*/ 900756 h 6220730"/>
                  <a:gd name="connsiteX52" fmla="*/ 3512408 w 5489653"/>
                  <a:gd name="connsiteY52" fmla="*/ 1357956 h 6220730"/>
                  <a:gd name="connsiteX53" fmla="*/ 3491354 w 5489653"/>
                  <a:gd name="connsiteY53" fmla="*/ 1711585 h 6220730"/>
                  <a:gd name="connsiteX54" fmla="*/ 3378931 w 5489653"/>
                  <a:gd name="connsiteY54" fmla="*/ 1974497 h 6220730"/>
                  <a:gd name="connsiteX55" fmla="*/ 3066042 w 5489653"/>
                  <a:gd name="connsiteY55" fmla="*/ 2228334 h 6220730"/>
                  <a:gd name="connsiteX56" fmla="*/ 2625041 w 5489653"/>
                  <a:gd name="connsiteY56" fmla="*/ 2347953 h 6220730"/>
                  <a:gd name="connsiteX57" fmla="*/ 1553894 w 5489653"/>
                  <a:gd name="connsiteY57" fmla="*/ 2364770 h 6220730"/>
                  <a:gd name="connsiteX58" fmla="*/ 1047241 w 5489653"/>
                  <a:gd name="connsiteY58" fmla="*/ 2351710 h 6220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5489653" h="6220730">
                    <a:moveTo>
                      <a:pt x="2631063" y="6220731"/>
                    </a:moveTo>
                    <a:cubicBezTo>
                      <a:pt x="2553911" y="6220731"/>
                      <a:pt x="2506279" y="6210365"/>
                      <a:pt x="2499148" y="6190334"/>
                    </a:cubicBezTo>
                    <a:cubicBezTo>
                      <a:pt x="2490545" y="6166139"/>
                      <a:pt x="2539581" y="6131849"/>
                      <a:pt x="2641002" y="6091199"/>
                    </a:cubicBezTo>
                    <a:cubicBezTo>
                      <a:pt x="2859487" y="5663423"/>
                      <a:pt x="2912009" y="5316652"/>
                      <a:pt x="2801600" y="5031106"/>
                    </a:cubicBezTo>
                    <a:cubicBezTo>
                      <a:pt x="2719422" y="4818598"/>
                      <a:pt x="2543135" y="4636239"/>
                      <a:pt x="2262665" y="4473639"/>
                    </a:cubicBezTo>
                    <a:cubicBezTo>
                      <a:pt x="2012688" y="4328715"/>
                      <a:pt x="1705867" y="4212989"/>
                      <a:pt x="1409120" y="4101088"/>
                    </a:cubicBezTo>
                    <a:cubicBezTo>
                      <a:pt x="1062047" y="3970198"/>
                      <a:pt x="703179" y="3834849"/>
                      <a:pt x="439416" y="3653282"/>
                    </a:cubicBezTo>
                    <a:cubicBezTo>
                      <a:pt x="297426" y="3555549"/>
                      <a:pt x="193198" y="3452408"/>
                      <a:pt x="120755" y="3337994"/>
                    </a:cubicBezTo>
                    <a:cubicBezTo>
                      <a:pt x="39482" y="3209616"/>
                      <a:pt x="0" y="3070374"/>
                      <a:pt x="0" y="2912323"/>
                    </a:cubicBezTo>
                    <a:cubicBezTo>
                      <a:pt x="0" y="2836546"/>
                      <a:pt x="11840" y="2768079"/>
                      <a:pt x="35226" y="2708801"/>
                    </a:cubicBezTo>
                    <a:cubicBezTo>
                      <a:pt x="57547" y="2652149"/>
                      <a:pt x="91188" y="2601948"/>
                      <a:pt x="135175" y="2559600"/>
                    </a:cubicBezTo>
                    <a:cubicBezTo>
                      <a:pt x="386328" y="2317827"/>
                      <a:pt x="953494" y="2339284"/>
                      <a:pt x="1553939" y="2362008"/>
                    </a:cubicBezTo>
                    <a:cubicBezTo>
                      <a:pt x="1920278" y="2375860"/>
                      <a:pt x="2299067" y="2390210"/>
                      <a:pt x="2624611" y="2345214"/>
                    </a:cubicBezTo>
                    <a:cubicBezTo>
                      <a:pt x="2992489" y="2294356"/>
                      <a:pt x="3238458" y="2172587"/>
                      <a:pt x="3376599" y="1972913"/>
                    </a:cubicBezTo>
                    <a:cubicBezTo>
                      <a:pt x="3483272" y="1818732"/>
                      <a:pt x="3528006" y="1611906"/>
                      <a:pt x="3509578" y="1358160"/>
                    </a:cubicBezTo>
                    <a:cubicBezTo>
                      <a:pt x="3489385" y="1080038"/>
                      <a:pt x="3392627" y="733494"/>
                      <a:pt x="3222022" y="328147"/>
                    </a:cubicBezTo>
                    <a:lnTo>
                      <a:pt x="3221909" y="327649"/>
                    </a:lnTo>
                    <a:cubicBezTo>
                      <a:pt x="3215570" y="123743"/>
                      <a:pt x="3255799" y="13901"/>
                      <a:pt x="3341532" y="1227"/>
                    </a:cubicBezTo>
                    <a:cubicBezTo>
                      <a:pt x="3391405" y="-6152"/>
                      <a:pt x="3456604" y="19786"/>
                      <a:pt x="3535387" y="78317"/>
                    </a:cubicBezTo>
                    <a:cubicBezTo>
                      <a:pt x="3609709" y="133543"/>
                      <a:pt x="3696257" y="217808"/>
                      <a:pt x="3792607" y="328804"/>
                    </a:cubicBezTo>
                    <a:cubicBezTo>
                      <a:pt x="3975617" y="539591"/>
                      <a:pt x="4188489" y="839713"/>
                      <a:pt x="4408219" y="1196692"/>
                    </a:cubicBezTo>
                    <a:cubicBezTo>
                      <a:pt x="4625550" y="1549799"/>
                      <a:pt x="4832671" y="1930860"/>
                      <a:pt x="5007193" y="2298679"/>
                    </a:cubicBezTo>
                    <a:cubicBezTo>
                      <a:pt x="5193124" y="2690536"/>
                      <a:pt x="5331514" y="3046631"/>
                      <a:pt x="5407399" y="3328443"/>
                    </a:cubicBezTo>
                    <a:cubicBezTo>
                      <a:pt x="5459875" y="3523274"/>
                      <a:pt x="5487494" y="3713962"/>
                      <a:pt x="5489532" y="3895213"/>
                    </a:cubicBezTo>
                    <a:cubicBezTo>
                      <a:pt x="5491456" y="4066052"/>
                      <a:pt x="5470674" y="4232726"/>
                      <a:pt x="5427796" y="4390573"/>
                    </a:cubicBezTo>
                    <a:cubicBezTo>
                      <a:pt x="5349942" y="4677161"/>
                      <a:pt x="5197471" y="4943129"/>
                      <a:pt x="4974615" y="5181076"/>
                    </a:cubicBezTo>
                    <a:cubicBezTo>
                      <a:pt x="4783364" y="5385277"/>
                      <a:pt x="4540203" y="5569402"/>
                      <a:pt x="4251877" y="5728313"/>
                    </a:cubicBezTo>
                    <a:cubicBezTo>
                      <a:pt x="4011205" y="5860947"/>
                      <a:pt x="3745926" y="5972893"/>
                      <a:pt x="3463418" y="6060983"/>
                    </a:cubicBezTo>
                    <a:cubicBezTo>
                      <a:pt x="3227795" y="6134451"/>
                      <a:pt x="2990474" y="6187324"/>
                      <a:pt x="2795171" y="6209844"/>
                    </a:cubicBezTo>
                    <a:cubicBezTo>
                      <a:pt x="2731805" y="6217155"/>
                      <a:pt x="2676318" y="6220731"/>
                      <a:pt x="2631018" y="6220731"/>
                    </a:cubicBezTo>
                    <a:close/>
                    <a:moveTo>
                      <a:pt x="1047196" y="2351733"/>
                    </a:moveTo>
                    <a:cubicBezTo>
                      <a:pt x="651925" y="2351733"/>
                      <a:pt x="314813" y="2390549"/>
                      <a:pt x="137122" y="2561614"/>
                    </a:cubicBezTo>
                    <a:cubicBezTo>
                      <a:pt x="46749" y="2648618"/>
                      <a:pt x="2807" y="2763348"/>
                      <a:pt x="2807" y="2912323"/>
                    </a:cubicBezTo>
                    <a:cubicBezTo>
                      <a:pt x="2807" y="3206402"/>
                      <a:pt x="146155" y="3448017"/>
                      <a:pt x="441023" y="3650995"/>
                    </a:cubicBezTo>
                    <a:cubicBezTo>
                      <a:pt x="704515" y="3832359"/>
                      <a:pt x="1063224" y="3967640"/>
                      <a:pt x="1410138" y="4098486"/>
                    </a:cubicBezTo>
                    <a:cubicBezTo>
                      <a:pt x="1706976" y="4210432"/>
                      <a:pt x="2013911" y="4326180"/>
                      <a:pt x="2264091" y="4471240"/>
                    </a:cubicBezTo>
                    <a:cubicBezTo>
                      <a:pt x="2398881" y="4549393"/>
                      <a:pt x="2506619" y="4629426"/>
                      <a:pt x="2593506" y="4715932"/>
                    </a:cubicBezTo>
                    <a:cubicBezTo>
                      <a:pt x="2691123" y="4813144"/>
                      <a:pt x="2760058" y="4915900"/>
                      <a:pt x="2804226" y="5030110"/>
                    </a:cubicBezTo>
                    <a:cubicBezTo>
                      <a:pt x="2857201" y="5167089"/>
                      <a:pt x="2872550" y="5321473"/>
                      <a:pt x="2849866" y="5488939"/>
                    </a:cubicBezTo>
                    <a:cubicBezTo>
                      <a:pt x="2825438" y="5669262"/>
                      <a:pt x="2755938" y="5872467"/>
                      <a:pt x="2643288" y="6092919"/>
                    </a:cubicBezTo>
                    <a:lnTo>
                      <a:pt x="2643039" y="6093372"/>
                    </a:lnTo>
                    <a:lnTo>
                      <a:pt x="2642564" y="6093575"/>
                    </a:lnTo>
                    <a:cubicBezTo>
                      <a:pt x="2509403" y="6146900"/>
                      <a:pt x="2497223" y="6176505"/>
                      <a:pt x="2501797" y="6189406"/>
                    </a:cubicBezTo>
                    <a:cubicBezTo>
                      <a:pt x="2508407" y="6208011"/>
                      <a:pt x="2554001" y="6217947"/>
                      <a:pt x="2629207" y="6217947"/>
                    </a:cubicBezTo>
                    <a:cubicBezTo>
                      <a:pt x="2795397" y="6217947"/>
                      <a:pt x="3106429" y="6169421"/>
                      <a:pt x="3462649" y="6058335"/>
                    </a:cubicBezTo>
                    <a:cubicBezTo>
                      <a:pt x="4041994" y="5877673"/>
                      <a:pt x="5894265" y="5146990"/>
                      <a:pt x="5404772" y="3329167"/>
                    </a:cubicBezTo>
                    <a:cubicBezTo>
                      <a:pt x="5256987" y="2780392"/>
                      <a:pt x="4864909" y="1943919"/>
                      <a:pt x="4405910" y="1198140"/>
                    </a:cubicBezTo>
                    <a:cubicBezTo>
                      <a:pt x="4186270" y="841275"/>
                      <a:pt x="3973489" y="541288"/>
                      <a:pt x="3790569" y="330614"/>
                    </a:cubicBezTo>
                    <a:cubicBezTo>
                      <a:pt x="3694355" y="219777"/>
                      <a:pt x="3607943" y="135648"/>
                      <a:pt x="3533779" y="80535"/>
                    </a:cubicBezTo>
                    <a:cubicBezTo>
                      <a:pt x="3455608" y="22457"/>
                      <a:pt x="3391088" y="-3300"/>
                      <a:pt x="3341984" y="3965"/>
                    </a:cubicBezTo>
                    <a:cubicBezTo>
                      <a:pt x="3257927" y="16414"/>
                      <a:pt x="3218468" y="125191"/>
                      <a:pt x="3224716" y="327310"/>
                    </a:cubicBezTo>
                    <a:cubicBezTo>
                      <a:pt x="3311852" y="534340"/>
                      <a:pt x="3380289" y="727269"/>
                      <a:pt x="3428147" y="900756"/>
                    </a:cubicBezTo>
                    <a:cubicBezTo>
                      <a:pt x="3474126" y="1067499"/>
                      <a:pt x="3502470" y="1221317"/>
                      <a:pt x="3512408" y="1357956"/>
                    </a:cubicBezTo>
                    <a:cubicBezTo>
                      <a:pt x="3521894" y="1488620"/>
                      <a:pt x="3514808" y="1607606"/>
                      <a:pt x="3491354" y="1711585"/>
                    </a:cubicBezTo>
                    <a:cubicBezTo>
                      <a:pt x="3469055" y="1810449"/>
                      <a:pt x="3431226" y="1898901"/>
                      <a:pt x="3378931" y="1974497"/>
                    </a:cubicBezTo>
                    <a:cubicBezTo>
                      <a:pt x="3304608" y="2081917"/>
                      <a:pt x="3202259" y="2164960"/>
                      <a:pt x="3066042" y="2228334"/>
                    </a:cubicBezTo>
                    <a:cubicBezTo>
                      <a:pt x="2945356" y="2284488"/>
                      <a:pt x="2801102" y="2323622"/>
                      <a:pt x="2625041" y="2347953"/>
                    </a:cubicBezTo>
                    <a:cubicBezTo>
                      <a:pt x="2299271" y="2392994"/>
                      <a:pt x="1920346" y="2378644"/>
                      <a:pt x="1553894" y="2364770"/>
                    </a:cubicBezTo>
                    <a:cubicBezTo>
                      <a:pt x="1379916" y="2358183"/>
                      <a:pt x="1208722" y="2351710"/>
                      <a:pt x="1047241" y="235171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7D947202-A299-E16F-08E3-0FD7778CBCAE}"/>
                  </a:ext>
                </a:extLst>
              </p:cNvPr>
              <p:cNvSpPr/>
              <p:nvPr/>
            </p:nvSpPr>
            <p:spPr>
              <a:xfrm>
                <a:off x="3440916" y="89362"/>
                <a:ext cx="5436941" cy="6142069"/>
              </a:xfrm>
              <a:custGeom>
                <a:avLst/>
                <a:gdLst>
                  <a:gd name="connsiteX0" fmla="*/ 2576323 w 5436941"/>
                  <a:gd name="connsiteY0" fmla="*/ 6142070 h 6142069"/>
                  <a:gd name="connsiteX1" fmla="*/ 2450248 w 5436941"/>
                  <a:gd name="connsiteY1" fmla="*/ 6126770 h 6142069"/>
                  <a:gd name="connsiteX2" fmla="*/ 2442076 w 5436941"/>
                  <a:gd name="connsiteY2" fmla="*/ 6114457 h 6142069"/>
                  <a:gd name="connsiteX3" fmla="*/ 2595973 w 5436941"/>
                  <a:gd name="connsiteY3" fmla="*/ 6051921 h 6142069"/>
                  <a:gd name="connsiteX4" fmla="*/ 2764812 w 5436941"/>
                  <a:gd name="connsiteY4" fmla="*/ 5085169 h 6142069"/>
                  <a:gd name="connsiteX5" fmla="*/ 2249104 w 5436941"/>
                  <a:gd name="connsiteY5" fmla="*/ 4514846 h 6142069"/>
                  <a:gd name="connsiteX6" fmla="*/ 1408259 w 5436941"/>
                  <a:gd name="connsiteY6" fmla="*/ 4107100 h 6142069"/>
                  <a:gd name="connsiteX7" fmla="*/ 440571 w 5436941"/>
                  <a:gd name="connsiteY7" fmla="*/ 3613505 h 6142069"/>
                  <a:gd name="connsiteX8" fmla="*/ 121230 w 5436941"/>
                  <a:gd name="connsiteY8" fmla="*/ 3282578 h 6142069"/>
                  <a:gd name="connsiteX9" fmla="*/ 0 w 5436941"/>
                  <a:gd name="connsiteY9" fmla="*/ 2850864 h 6142069"/>
                  <a:gd name="connsiteX10" fmla="*/ 35226 w 5436941"/>
                  <a:gd name="connsiteY10" fmla="*/ 2646618 h 6142069"/>
                  <a:gd name="connsiteX11" fmla="*/ 135153 w 5436941"/>
                  <a:gd name="connsiteY11" fmla="*/ 2496013 h 6142069"/>
                  <a:gd name="connsiteX12" fmla="*/ 1544204 w 5436941"/>
                  <a:gd name="connsiteY12" fmla="*/ 2279500 h 6142069"/>
                  <a:gd name="connsiteX13" fmla="*/ 2606885 w 5436941"/>
                  <a:gd name="connsiteY13" fmla="*/ 2247926 h 6142069"/>
                  <a:gd name="connsiteX14" fmla="*/ 3356677 w 5436941"/>
                  <a:gd name="connsiteY14" fmla="*/ 1868472 h 6142069"/>
                  <a:gd name="connsiteX15" fmla="*/ 3495565 w 5436941"/>
                  <a:gd name="connsiteY15" fmla="*/ 1282328 h 6142069"/>
                  <a:gd name="connsiteX16" fmla="*/ 3249573 w 5436941"/>
                  <a:gd name="connsiteY16" fmla="*/ 318700 h 6142069"/>
                  <a:gd name="connsiteX17" fmla="*/ 3249460 w 5436941"/>
                  <a:gd name="connsiteY17" fmla="*/ 318406 h 6142069"/>
                  <a:gd name="connsiteX18" fmla="*/ 3249460 w 5436941"/>
                  <a:gd name="connsiteY18" fmla="*/ 318089 h 6142069"/>
                  <a:gd name="connsiteX19" fmla="*/ 3391359 w 5436941"/>
                  <a:gd name="connsiteY19" fmla="*/ 856 h 6142069"/>
                  <a:gd name="connsiteX20" fmla="*/ 3579826 w 5436941"/>
                  <a:gd name="connsiteY20" fmla="*/ 81409 h 6142069"/>
                  <a:gd name="connsiteX21" fmla="*/ 3821064 w 5436941"/>
                  <a:gd name="connsiteY21" fmla="*/ 334544 h 6142069"/>
                  <a:gd name="connsiteX22" fmla="*/ 4388320 w 5436941"/>
                  <a:gd name="connsiteY22" fmla="*/ 1204287 h 6142069"/>
                  <a:gd name="connsiteX23" fmla="*/ 4942672 w 5436941"/>
                  <a:gd name="connsiteY23" fmla="*/ 2301884 h 6142069"/>
                  <a:gd name="connsiteX24" fmla="*/ 5332691 w 5436941"/>
                  <a:gd name="connsiteY24" fmla="*/ 3318951 h 6142069"/>
                  <a:gd name="connsiteX25" fmla="*/ 5436919 w 5436941"/>
                  <a:gd name="connsiteY25" fmla="*/ 4001424 h 6142069"/>
                  <a:gd name="connsiteX26" fmla="*/ 5340773 w 5436941"/>
                  <a:gd name="connsiteY26" fmla="*/ 4570298 h 6142069"/>
                  <a:gd name="connsiteX27" fmla="*/ 4717486 w 5436941"/>
                  <a:gd name="connsiteY27" fmla="*/ 5403624 h 6142069"/>
                  <a:gd name="connsiteX28" fmla="*/ 4021325 w 5436941"/>
                  <a:gd name="connsiteY28" fmla="*/ 5806707 h 6142069"/>
                  <a:gd name="connsiteX29" fmla="*/ 3307981 w 5436941"/>
                  <a:gd name="connsiteY29" fmla="*/ 6039155 h 6142069"/>
                  <a:gd name="connsiteX30" fmla="*/ 2576323 w 5436941"/>
                  <a:gd name="connsiteY30" fmla="*/ 6142070 h 6142069"/>
                  <a:gd name="connsiteX31" fmla="*/ 1138384 w 5436941"/>
                  <a:gd name="connsiteY31" fmla="*/ 2275810 h 6142069"/>
                  <a:gd name="connsiteX32" fmla="*/ 137145 w 5436941"/>
                  <a:gd name="connsiteY32" fmla="*/ 2498028 h 6142069"/>
                  <a:gd name="connsiteX33" fmla="*/ 2852 w 5436941"/>
                  <a:gd name="connsiteY33" fmla="*/ 2850819 h 6142069"/>
                  <a:gd name="connsiteX34" fmla="*/ 442269 w 5436941"/>
                  <a:gd name="connsiteY34" fmla="*/ 3611174 h 6142069"/>
                  <a:gd name="connsiteX35" fmla="*/ 1409369 w 5436941"/>
                  <a:gd name="connsiteY35" fmla="*/ 4104452 h 6142069"/>
                  <a:gd name="connsiteX36" fmla="*/ 2250621 w 5436941"/>
                  <a:gd name="connsiteY36" fmla="*/ 4512424 h 6142069"/>
                  <a:gd name="connsiteX37" fmla="*/ 2569871 w 5436941"/>
                  <a:gd name="connsiteY37" fmla="*/ 4767550 h 6142069"/>
                  <a:gd name="connsiteX38" fmla="*/ 2767506 w 5436941"/>
                  <a:gd name="connsiteY38" fmla="*/ 5084218 h 6142069"/>
                  <a:gd name="connsiteX39" fmla="*/ 2798680 w 5436941"/>
                  <a:gd name="connsiteY39" fmla="*/ 5510772 h 6142069"/>
                  <a:gd name="connsiteX40" fmla="*/ 2598169 w 5436941"/>
                  <a:gd name="connsiteY40" fmla="*/ 6053844 h 6142069"/>
                  <a:gd name="connsiteX41" fmla="*/ 2597875 w 5436941"/>
                  <a:gd name="connsiteY41" fmla="*/ 6054410 h 6142069"/>
                  <a:gd name="connsiteX42" fmla="*/ 2597264 w 5436941"/>
                  <a:gd name="connsiteY42" fmla="*/ 6054569 h 6142069"/>
                  <a:gd name="connsiteX43" fmla="*/ 2444928 w 5436941"/>
                  <a:gd name="connsiteY43" fmla="*/ 6114887 h 6142069"/>
                  <a:gd name="connsiteX44" fmla="*/ 2451697 w 5436941"/>
                  <a:gd name="connsiteY44" fmla="*/ 6124326 h 6142069"/>
                  <a:gd name="connsiteX45" fmla="*/ 2576210 w 5436941"/>
                  <a:gd name="connsiteY45" fmla="*/ 6139422 h 6142069"/>
                  <a:gd name="connsiteX46" fmla="*/ 3307325 w 5436941"/>
                  <a:gd name="connsiteY46" fmla="*/ 6036394 h 6142069"/>
                  <a:gd name="connsiteX47" fmla="*/ 4715697 w 5436941"/>
                  <a:gd name="connsiteY47" fmla="*/ 5401406 h 6142069"/>
                  <a:gd name="connsiteX48" fmla="*/ 5329952 w 5436941"/>
                  <a:gd name="connsiteY48" fmla="*/ 3319811 h 6142069"/>
                  <a:gd name="connsiteX49" fmla="*/ 4385830 w 5436941"/>
                  <a:gd name="connsiteY49" fmla="*/ 1205759 h 6142069"/>
                  <a:gd name="connsiteX50" fmla="*/ 3818822 w 5436941"/>
                  <a:gd name="connsiteY50" fmla="*/ 336400 h 6142069"/>
                  <a:gd name="connsiteX51" fmla="*/ 3578015 w 5436941"/>
                  <a:gd name="connsiteY51" fmla="*/ 83717 h 6142069"/>
                  <a:gd name="connsiteX52" fmla="*/ 3391676 w 5436941"/>
                  <a:gd name="connsiteY52" fmla="*/ 3775 h 6142069"/>
                  <a:gd name="connsiteX53" fmla="*/ 3252313 w 5436941"/>
                  <a:gd name="connsiteY53" fmla="*/ 317976 h 6142069"/>
                  <a:gd name="connsiteX54" fmla="*/ 3429732 w 5436941"/>
                  <a:gd name="connsiteY54" fmla="*/ 852764 h 6142069"/>
                  <a:gd name="connsiteX55" fmla="*/ 3498395 w 5436941"/>
                  <a:gd name="connsiteY55" fmla="*/ 1282238 h 6142069"/>
                  <a:gd name="connsiteX56" fmla="*/ 3470663 w 5436941"/>
                  <a:gd name="connsiteY56" fmla="*/ 1617578 h 6142069"/>
                  <a:gd name="connsiteX57" fmla="*/ 3359009 w 5436941"/>
                  <a:gd name="connsiteY57" fmla="*/ 1870147 h 6142069"/>
                  <a:gd name="connsiteX58" fmla="*/ 3046120 w 5436941"/>
                  <a:gd name="connsiteY58" fmla="*/ 2126089 h 6142069"/>
                  <a:gd name="connsiteX59" fmla="*/ 2607293 w 5436941"/>
                  <a:gd name="connsiteY59" fmla="*/ 2250800 h 6142069"/>
                  <a:gd name="connsiteX60" fmla="*/ 1544114 w 5436941"/>
                  <a:gd name="connsiteY60" fmla="*/ 2282419 h 6142069"/>
                  <a:gd name="connsiteX61" fmla="*/ 1138362 w 5436941"/>
                  <a:gd name="connsiteY61" fmla="*/ 2275901 h 614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5436941" h="6142069">
                    <a:moveTo>
                      <a:pt x="2576323" y="6142070"/>
                    </a:moveTo>
                    <a:cubicBezTo>
                      <a:pt x="2511373" y="6142070"/>
                      <a:pt x="2467363" y="6136661"/>
                      <a:pt x="2450248" y="6126770"/>
                    </a:cubicBezTo>
                    <a:cubicBezTo>
                      <a:pt x="2444158" y="6123239"/>
                      <a:pt x="2441397" y="6119097"/>
                      <a:pt x="2442076" y="6114457"/>
                    </a:cubicBezTo>
                    <a:cubicBezTo>
                      <a:pt x="2445268" y="6092525"/>
                      <a:pt x="2527378" y="6068375"/>
                      <a:pt x="2595973" y="6051921"/>
                    </a:cubicBezTo>
                    <a:cubicBezTo>
                      <a:pt x="2803457" y="5671290"/>
                      <a:pt x="2858695" y="5355052"/>
                      <a:pt x="2764812" y="5085169"/>
                    </a:cubicBezTo>
                    <a:cubicBezTo>
                      <a:pt x="2691350" y="4873974"/>
                      <a:pt x="2522647" y="4687427"/>
                      <a:pt x="2249104" y="4514846"/>
                    </a:cubicBezTo>
                    <a:cubicBezTo>
                      <a:pt x="2004991" y="4360846"/>
                      <a:pt x="1701634" y="4231834"/>
                      <a:pt x="1408259" y="4107100"/>
                    </a:cubicBezTo>
                    <a:cubicBezTo>
                      <a:pt x="1062341" y="3960004"/>
                      <a:pt x="704650" y="3807906"/>
                      <a:pt x="440571" y="3613505"/>
                    </a:cubicBezTo>
                    <a:cubicBezTo>
                      <a:pt x="298309" y="3508779"/>
                      <a:pt x="193855" y="3400545"/>
                      <a:pt x="121230" y="3282578"/>
                    </a:cubicBezTo>
                    <a:cubicBezTo>
                      <a:pt x="39663" y="3150104"/>
                      <a:pt x="0" y="3008869"/>
                      <a:pt x="0" y="2850864"/>
                    </a:cubicBezTo>
                    <a:cubicBezTo>
                      <a:pt x="0" y="2774973"/>
                      <a:pt x="11840" y="2706257"/>
                      <a:pt x="35226" y="2646618"/>
                    </a:cubicBezTo>
                    <a:cubicBezTo>
                      <a:pt x="57547" y="2589626"/>
                      <a:pt x="91166" y="2538949"/>
                      <a:pt x="135153" y="2496013"/>
                    </a:cubicBezTo>
                    <a:cubicBezTo>
                      <a:pt x="385106" y="2252000"/>
                      <a:pt x="948129" y="2265354"/>
                      <a:pt x="1544204" y="2279500"/>
                    </a:cubicBezTo>
                    <a:cubicBezTo>
                      <a:pt x="1907600" y="2288123"/>
                      <a:pt x="2283379" y="2297041"/>
                      <a:pt x="2606885" y="2247926"/>
                    </a:cubicBezTo>
                    <a:cubicBezTo>
                      <a:pt x="2972499" y="2192405"/>
                      <a:pt x="3217766" y="2068282"/>
                      <a:pt x="3356677" y="1868472"/>
                    </a:cubicBezTo>
                    <a:cubicBezTo>
                      <a:pt x="3460407" y="1719271"/>
                      <a:pt x="3507133" y="1522064"/>
                      <a:pt x="3495565" y="1282328"/>
                    </a:cubicBezTo>
                    <a:cubicBezTo>
                      <a:pt x="3482887" y="1020163"/>
                      <a:pt x="3400120" y="695935"/>
                      <a:pt x="3249573" y="318700"/>
                    </a:cubicBezTo>
                    <a:lnTo>
                      <a:pt x="3249460" y="318406"/>
                    </a:lnTo>
                    <a:lnTo>
                      <a:pt x="3249460" y="318089"/>
                    </a:lnTo>
                    <a:cubicBezTo>
                      <a:pt x="3257882" y="118098"/>
                      <a:pt x="3305627" y="11380"/>
                      <a:pt x="3391359" y="856"/>
                    </a:cubicBezTo>
                    <a:cubicBezTo>
                      <a:pt x="3441549" y="-5301"/>
                      <a:pt x="3504937" y="21792"/>
                      <a:pt x="3579826" y="81409"/>
                    </a:cubicBezTo>
                    <a:cubicBezTo>
                      <a:pt x="3650209" y="137427"/>
                      <a:pt x="3731369" y="222598"/>
                      <a:pt x="3821064" y="334544"/>
                    </a:cubicBezTo>
                    <a:cubicBezTo>
                      <a:pt x="3987888" y="542751"/>
                      <a:pt x="4184051" y="843507"/>
                      <a:pt x="4388320" y="1204287"/>
                    </a:cubicBezTo>
                    <a:cubicBezTo>
                      <a:pt x="4583465" y="1548930"/>
                      <a:pt x="4775146" y="1928474"/>
                      <a:pt x="4942672" y="2301884"/>
                    </a:cubicBezTo>
                    <a:cubicBezTo>
                      <a:pt x="5115021" y="2686023"/>
                      <a:pt x="5249879" y="3037727"/>
                      <a:pt x="5332691" y="3318951"/>
                    </a:cubicBezTo>
                    <a:cubicBezTo>
                      <a:pt x="5402893" y="3557374"/>
                      <a:pt x="5437961" y="3786992"/>
                      <a:pt x="5436919" y="4001424"/>
                    </a:cubicBezTo>
                    <a:cubicBezTo>
                      <a:pt x="5435946" y="4201256"/>
                      <a:pt x="5403595" y="4392647"/>
                      <a:pt x="5340773" y="4570298"/>
                    </a:cubicBezTo>
                    <a:cubicBezTo>
                      <a:pt x="5229142" y="4885947"/>
                      <a:pt x="5019440" y="5166333"/>
                      <a:pt x="4717486" y="5403624"/>
                    </a:cubicBezTo>
                    <a:cubicBezTo>
                      <a:pt x="4522001" y="5557262"/>
                      <a:pt x="4287782" y="5692883"/>
                      <a:pt x="4021325" y="5806707"/>
                    </a:cubicBezTo>
                    <a:cubicBezTo>
                      <a:pt x="3799308" y="5901565"/>
                      <a:pt x="3559316" y="5979764"/>
                      <a:pt x="3307981" y="6039155"/>
                    </a:cubicBezTo>
                    <a:cubicBezTo>
                      <a:pt x="3000548" y="6111809"/>
                      <a:pt x="2729949" y="6142070"/>
                      <a:pt x="2576323" y="6142070"/>
                    </a:cubicBezTo>
                    <a:close/>
                    <a:moveTo>
                      <a:pt x="1138384" y="2275810"/>
                    </a:moveTo>
                    <a:cubicBezTo>
                      <a:pt x="704469" y="2275810"/>
                      <a:pt x="328419" y="2311277"/>
                      <a:pt x="137145" y="2498028"/>
                    </a:cubicBezTo>
                    <a:cubicBezTo>
                      <a:pt x="46794" y="2586254"/>
                      <a:pt x="2852" y="2701640"/>
                      <a:pt x="2852" y="2850819"/>
                    </a:cubicBezTo>
                    <a:cubicBezTo>
                      <a:pt x="2852" y="3144807"/>
                      <a:pt x="146585" y="3393506"/>
                      <a:pt x="442269" y="3611174"/>
                    </a:cubicBezTo>
                    <a:cubicBezTo>
                      <a:pt x="706077" y="3805371"/>
                      <a:pt x="1063609" y="3957401"/>
                      <a:pt x="1409369" y="4104452"/>
                    </a:cubicBezTo>
                    <a:cubicBezTo>
                      <a:pt x="1702856" y="4229254"/>
                      <a:pt x="2006305" y="4358289"/>
                      <a:pt x="2250621" y="4512424"/>
                    </a:cubicBezTo>
                    <a:cubicBezTo>
                      <a:pt x="2382174" y="4595422"/>
                      <a:pt x="2486606" y="4678872"/>
                      <a:pt x="2569871" y="4767550"/>
                    </a:cubicBezTo>
                    <a:cubicBezTo>
                      <a:pt x="2663369" y="4867138"/>
                      <a:pt x="2728024" y="4970710"/>
                      <a:pt x="2767506" y="5084218"/>
                    </a:cubicBezTo>
                    <a:cubicBezTo>
                      <a:pt x="2812625" y="5213932"/>
                      <a:pt x="2823129" y="5357452"/>
                      <a:pt x="2798680" y="5510772"/>
                    </a:cubicBezTo>
                    <a:cubicBezTo>
                      <a:pt x="2772464" y="5675273"/>
                      <a:pt x="2705001" y="5857995"/>
                      <a:pt x="2598169" y="6053844"/>
                    </a:cubicBezTo>
                    <a:lnTo>
                      <a:pt x="2597875" y="6054410"/>
                    </a:lnTo>
                    <a:lnTo>
                      <a:pt x="2597264" y="6054569"/>
                    </a:lnTo>
                    <a:cubicBezTo>
                      <a:pt x="2463017" y="6086731"/>
                      <a:pt x="2446015" y="6107463"/>
                      <a:pt x="2444928" y="6114887"/>
                    </a:cubicBezTo>
                    <a:cubicBezTo>
                      <a:pt x="2444430" y="6118259"/>
                      <a:pt x="2446717" y="6121428"/>
                      <a:pt x="2451697" y="6124326"/>
                    </a:cubicBezTo>
                    <a:cubicBezTo>
                      <a:pt x="2468586" y="6134103"/>
                      <a:pt x="2512097" y="6139422"/>
                      <a:pt x="2576210" y="6139422"/>
                    </a:cubicBezTo>
                    <a:cubicBezTo>
                      <a:pt x="2729156" y="6139422"/>
                      <a:pt x="2999620" y="6109116"/>
                      <a:pt x="3307325" y="6036394"/>
                    </a:cubicBezTo>
                    <a:cubicBezTo>
                      <a:pt x="3698996" y="5943822"/>
                      <a:pt x="4261272" y="5758520"/>
                      <a:pt x="4715697" y="5401406"/>
                    </a:cubicBezTo>
                    <a:cubicBezTo>
                      <a:pt x="5376950" y="4881738"/>
                      <a:pt x="5583618" y="4181384"/>
                      <a:pt x="5329952" y="3319811"/>
                    </a:cubicBezTo>
                    <a:cubicBezTo>
                      <a:pt x="5163558" y="2754626"/>
                      <a:pt x="4792963" y="1924808"/>
                      <a:pt x="4385830" y="1205759"/>
                    </a:cubicBezTo>
                    <a:cubicBezTo>
                      <a:pt x="4181629" y="845114"/>
                      <a:pt x="3985578" y="544493"/>
                      <a:pt x="3818822" y="336400"/>
                    </a:cubicBezTo>
                    <a:cubicBezTo>
                      <a:pt x="3729241" y="224612"/>
                      <a:pt x="3648240" y="139600"/>
                      <a:pt x="3578015" y="83717"/>
                    </a:cubicBezTo>
                    <a:cubicBezTo>
                      <a:pt x="3503738" y="24598"/>
                      <a:pt x="3441051" y="-2291"/>
                      <a:pt x="3391676" y="3775"/>
                    </a:cubicBezTo>
                    <a:cubicBezTo>
                      <a:pt x="3307574" y="14096"/>
                      <a:pt x="3260689" y="119795"/>
                      <a:pt x="3252313" y="317976"/>
                    </a:cubicBezTo>
                    <a:cubicBezTo>
                      <a:pt x="3329171" y="510566"/>
                      <a:pt x="3388846" y="690481"/>
                      <a:pt x="3429732" y="852764"/>
                    </a:cubicBezTo>
                    <a:cubicBezTo>
                      <a:pt x="3469055" y="1008891"/>
                      <a:pt x="3492169" y="1153384"/>
                      <a:pt x="3498395" y="1282238"/>
                    </a:cubicBezTo>
                    <a:cubicBezTo>
                      <a:pt x="3504349" y="1405614"/>
                      <a:pt x="3495022" y="1518443"/>
                      <a:pt x="3470663" y="1617578"/>
                    </a:cubicBezTo>
                    <a:cubicBezTo>
                      <a:pt x="3447458" y="1711983"/>
                      <a:pt x="3409901" y="1796950"/>
                      <a:pt x="3359009" y="1870147"/>
                    </a:cubicBezTo>
                    <a:cubicBezTo>
                      <a:pt x="3284279" y="1977634"/>
                      <a:pt x="3181929" y="2061356"/>
                      <a:pt x="3046120" y="2126089"/>
                    </a:cubicBezTo>
                    <a:cubicBezTo>
                      <a:pt x="2925818" y="2183420"/>
                      <a:pt x="2782267" y="2224206"/>
                      <a:pt x="2607293" y="2250800"/>
                    </a:cubicBezTo>
                    <a:cubicBezTo>
                      <a:pt x="2283537" y="2299983"/>
                      <a:pt x="1907623" y="2291043"/>
                      <a:pt x="1544114" y="2282419"/>
                    </a:cubicBezTo>
                    <a:cubicBezTo>
                      <a:pt x="1405928" y="2279137"/>
                      <a:pt x="1269485" y="2275901"/>
                      <a:pt x="1138362" y="2275901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431E44EA-FA06-901F-3AF3-8FAF3873AE80}"/>
                  </a:ext>
                </a:extLst>
              </p:cNvPr>
              <p:cNvSpPr/>
              <p:nvPr/>
            </p:nvSpPr>
            <p:spPr>
              <a:xfrm>
                <a:off x="3485990" y="98620"/>
                <a:ext cx="5386864" cy="6063507"/>
              </a:xfrm>
              <a:custGeom>
                <a:avLst/>
                <a:gdLst>
                  <a:gd name="connsiteX0" fmla="*/ 2528601 w 5386864"/>
                  <a:gd name="connsiteY0" fmla="*/ 6063508 h 6063507"/>
                  <a:gd name="connsiteX1" fmla="*/ 2388920 w 5386864"/>
                  <a:gd name="connsiteY1" fmla="*/ 6050764 h 6063507"/>
                  <a:gd name="connsiteX2" fmla="*/ 2385887 w 5386864"/>
                  <a:gd name="connsiteY2" fmla="*/ 6045106 h 6063507"/>
                  <a:gd name="connsiteX3" fmla="*/ 2550945 w 5386864"/>
                  <a:gd name="connsiteY3" fmla="*/ 6012830 h 6063507"/>
                  <a:gd name="connsiteX4" fmla="*/ 2727006 w 5386864"/>
                  <a:gd name="connsiteY4" fmla="*/ 5139398 h 6063507"/>
                  <a:gd name="connsiteX5" fmla="*/ 2235747 w 5386864"/>
                  <a:gd name="connsiteY5" fmla="*/ 4558527 h 6063507"/>
                  <a:gd name="connsiteX6" fmla="*/ 1408146 w 5386864"/>
                  <a:gd name="connsiteY6" fmla="*/ 4115881 h 6063507"/>
                  <a:gd name="connsiteX7" fmla="*/ 442087 w 5386864"/>
                  <a:gd name="connsiteY7" fmla="*/ 3575049 h 6063507"/>
                  <a:gd name="connsiteX8" fmla="*/ 121796 w 5386864"/>
                  <a:gd name="connsiteY8" fmla="*/ 3227736 h 6063507"/>
                  <a:gd name="connsiteX9" fmla="*/ 0 w 5386864"/>
                  <a:gd name="connsiteY9" fmla="*/ 2789503 h 6063507"/>
                  <a:gd name="connsiteX10" fmla="*/ 35226 w 5386864"/>
                  <a:gd name="connsiteY10" fmla="*/ 2584442 h 6063507"/>
                  <a:gd name="connsiteX11" fmla="*/ 135175 w 5386864"/>
                  <a:gd name="connsiteY11" fmla="*/ 2432321 h 6063507"/>
                  <a:gd name="connsiteX12" fmla="*/ 1535828 w 5386864"/>
                  <a:gd name="connsiteY12" fmla="*/ 2196501 h 6063507"/>
                  <a:gd name="connsiteX13" fmla="*/ 2590676 w 5386864"/>
                  <a:gd name="connsiteY13" fmla="*/ 2150079 h 6063507"/>
                  <a:gd name="connsiteX14" fmla="*/ 3338566 w 5386864"/>
                  <a:gd name="connsiteY14" fmla="*/ 1763835 h 6063507"/>
                  <a:gd name="connsiteX15" fmla="*/ 3482887 w 5386864"/>
                  <a:gd name="connsiteY15" fmla="*/ 1207002 h 6063507"/>
                  <a:gd name="connsiteX16" fmla="*/ 3277147 w 5386864"/>
                  <a:gd name="connsiteY16" fmla="*/ 309374 h 6063507"/>
                  <a:gd name="connsiteX17" fmla="*/ 3277012 w 5386864"/>
                  <a:gd name="connsiteY17" fmla="*/ 309034 h 6063507"/>
                  <a:gd name="connsiteX18" fmla="*/ 3277057 w 5386864"/>
                  <a:gd name="connsiteY18" fmla="*/ 308672 h 6063507"/>
                  <a:gd name="connsiteX19" fmla="*/ 3441527 w 5386864"/>
                  <a:gd name="connsiteY19" fmla="*/ 537 h 6063507"/>
                  <a:gd name="connsiteX20" fmla="*/ 3850539 w 5386864"/>
                  <a:gd name="connsiteY20" fmla="*/ 340585 h 6063507"/>
                  <a:gd name="connsiteX21" fmla="*/ 4369734 w 5386864"/>
                  <a:gd name="connsiteY21" fmla="*/ 1212140 h 6063507"/>
                  <a:gd name="connsiteX22" fmla="*/ 5257983 w 5386864"/>
                  <a:gd name="connsiteY22" fmla="*/ 3309647 h 6063507"/>
                  <a:gd name="connsiteX23" fmla="*/ 5386096 w 5386864"/>
                  <a:gd name="connsiteY23" fmla="*/ 4011834 h 6063507"/>
                  <a:gd name="connsiteX24" fmla="*/ 5307992 w 5386864"/>
                  <a:gd name="connsiteY24" fmla="*/ 4586366 h 6063507"/>
                  <a:gd name="connsiteX25" fmla="*/ 4704876 w 5386864"/>
                  <a:gd name="connsiteY25" fmla="*/ 5401156 h 6063507"/>
                  <a:gd name="connsiteX26" fmla="*/ 3248442 w 5386864"/>
                  <a:gd name="connsiteY26" fmla="*/ 5987526 h 6063507"/>
                  <a:gd name="connsiteX27" fmla="*/ 2658162 w 5386864"/>
                  <a:gd name="connsiteY27" fmla="*/ 6059886 h 6063507"/>
                  <a:gd name="connsiteX28" fmla="*/ 2528623 w 5386864"/>
                  <a:gd name="connsiteY28" fmla="*/ 6063485 h 6063507"/>
                  <a:gd name="connsiteX29" fmla="*/ 1277680 w 5386864"/>
                  <a:gd name="connsiteY29" fmla="*/ 2197836 h 6063507"/>
                  <a:gd name="connsiteX30" fmla="*/ 137213 w 5386864"/>
                  <a:gd name="connsiteY30" fmla="*/ 2434426 h 6063507"/>
                  <a:gd name="connsiteX31" fmla="*/ 2920 w 5386864"/>
                  <a:gd name="connsiteY31" fmla="*/ 2789525 h 6063507"/>
                  <a:gd name="connsiteX32" fmla="*/ 443876 w 5386864"/>
                  <a:gd name="connsiteY32" fmla="*/ 3572763 h 6063507"/>
                  <a:gd name="connsiteX33" fmla="*/ 1409391 w 5386864"/>
                  <a:gd name="connsiteY33" fmla="*/ 4113255 h 6063507"/>
                  <a:gd name="connsiteX34" fmla="*/ 2237400 w 5386864"/>
                  <a:gd name="connsiteY34" fmla="*/ 4556128 h 6063507"/>
                  <a:gd name="connsiteX35" fmla="*/ 2545964 w 5386864"/>
                  <a:gd name="connsiteY35" fmla="*/ 4820851 h 6063507"/>
                  <a:gd name="connsiteX36" fmla="*/ 2729813 w 5386864"/>
                  <a:gd name="connsiteY36" fmla="*/ 5138537 h 6063507"/>
                  <a:gd name="connsiteX37" fmla="*/ 2747086 w 5386864"/>
                  <a:gd name="connsiteY37" fmla="*/ 5531548 h 6063507"/>
                  <a:gd name="connsiteX38" fmla="*/ 2553096 w 5386864"/>
                  <a:gd name="connsiteY38" fmla="*/ 6014981 h 6063507"/>
                  <a:gd name="connsiteX39" fmla="*/ 2552711 w 5386864"/>
                  <a:gd name="connsiteY39" fmla="*/ 6015637 h 6063507"/>
                  <a:gd name="connsiteX40" fmla="*/ 2551964 w 5386864"/>
                  <a:gd name="connsiteY40" fmla="*/ 6015705 h 6063507"/>
                  <a:gd name="connsiteX41" fmla="*/ 2388739 w 5386864"/>
                  <a:gd name="connsiteY41" fmla="*/ 6045830 h 6063507"/>
                  <a:gd name="connsiteX42" fmla="*/ 2390550 w 5386864"/>
                  <a:gd name="connsiteY42" fmla="*/ 6048320 h 6063507"/>
                  <a:gd name="connsiteX43" fmla="*/ 3247876 w 5386864"/>
                  <a:gd name="connsiteY43" fmla="*/ 5984674 h 6063507"/>
                  <a:gd name="connsiteX44" fmla="*/ 4703065 w 5386864"/>
                  <a:gd name="connsiteY44" fmla="*/ 5398847 h 6063507"/>
                  <a:gd name="connsiteX45" fmla="*/ 5255153 w 5386864"/>
                  <a:gd name="connsiteY45" fmla="*/ 3310575 h 6063507"/>
                  <a:gd name="connsiteX46" fmla="*/ 4367085 w 5386864"/>
                  <a:gd name="connsiteY46" fmla="*/ 1213521 h 6063507"/>
                  <a:gd name="connsiteX47" fmla="*/ 3848117 w 5386864"/>
                  <a:gd name="connsiteY47" fmla="*/ 342351 h 6063507"/>
                  <a:gd name="connsiteX48" fmla="*/ 3441753 w 5386864"/>
                  <a:gd name="connsiteY48" fmla="*/ 3480 h 6063507"/>
                  <a:gd name="connsiteX49" fmla="*/ 3279977 w 5386864"/>
                  <a:gd name="connsiteY49" fmla="*/ 308672 h 6063507"/>
                  <a:gd name="connsiteX50" fmla="*/ 3432200 w 5386864"/>
                  <a:gd name="connsiteY50" fmla="*/ 805164 h 6063507"/>
                  <a:gd name="connsiteX51" fmla="*/ 3485785 w 5386864"/>
                  <a:gd name="connsiteY51" fmla="*/ 1206934 h 6063507"/>
                  <a:gd name="connsiteX52" fmla="*/ 3451669 w 5386864"/>
                  <a:gd name="connsiteY52" fmla="*/ 1523738 h 6063507"/>
                  <a:gd name="connsiteX53" fmla="*/ 3340943 w 5386864"/>
                  <a:gd name="connsiteY53" fmla="*/ 1765533 h 6063507"/>
                  <a:gd name="connsiteX54" fmla="*/ 3027896 w 5386864"/>
                  <a:gd name="connsiteY54" fmla="*/ 2023308 h 6063507"/>
                  <a:gd name="connsiteX55" fmla="*/ 2591129 w 5386864"/>
                  <a:gd name="connsiteY55" fmla="*/ 2152999 h 6063507"/>
                  <a:gd name="connsiteX56" fmla="*/ 1535783 w 5386864"/>
                  <a:gd name="connsiteY56" fmla="*/ 2199443 h 6063507"/>
                  <a:gd name="connsiteX57" fmla="*/ 1277702 w 5386864"/>
                  <a:gd name="connsiteY57" fmla="*/ 2197836 h 6063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86864" h="6063507">
                    <a:moveTo>
                      <a:pt x="2528601" y="6063508"/>
                    </a:moveTo>
                    <a:cubicBezTo>
                      <a:pt x="2454074" y="6063508"/>
                      <a:pt x="2401462" y="6059049"/>
                      <a:pt x="2388920" y="6050764"/>
                    </a:cubicBezTo>
                    <a:cubicBezTo>
                      <a:pt x="2385773" y="6048682"/>
                      <a:pt x="2385524" y="6046532"/>
                      <a:pt x="2385887" y="6045106"/>
                    </a:cubicBezTo>
                    <a:cubicBezTo>
                      <a:pt x="2389599" y="6030304"/>
                      <a:pt x="2490522" y="6018557"/>
                      <a:pt x="2550945" y="6012830"/>
                    </a:cubicBezTo>
                    <a:cubicBezTo>
                      <a:pt x="2747222" y="5677830"/>
                      <a:pt x="2804815" y="5392102"/>
                      <a:pt x="2727006" y="5139398"/>
                    </a:cubicBezTo>
                    <a:cubicBezTo>
                      <a:pt x="2662712" y="4930602"/>
                      <a:pt x="2502023" y="4740593"/>
                      <a:pt x="2235747" y="4558527"/>
                    </a:cubicBezTo>
                    <a:cubicBezTo>
                      <a:pt x="1997792" y="4395836"/>
                      <a:pt x="1698034" y="4253516"/>
                      <a:pt x="1408146" y="4115881"/>
                    </a:cubicBezTo>
                    <a:cubicBezTo>
                      <a:pt x="1063269" y="3952126"/>
                      <a:pt x="706665" y="3782826"/>
                      <a:pt x="442087" y="3575049"/>
                    </a:cubicBezTo>
                    <a:cubicBezTo>
                      <a:pt x="299487" y="3463058"/>
                      <a:pt x="194715" y="3349460"/>
                      <a:pt x="121796" y="3227736"/>
                    </a:cubicBezTo>
                    <a:cubicBezTo>
                      <a:pt x="39844" y="3090915"/>
                      <a:pt x="0" y="2947553"/>
                      <a:pt x="0" y="2789503"/>
                    </a:cubicBezTo>
                    <a:cubicBezTo>
                      <a:pt x="0" y="2713476"/>
                      <a:pt x="11840" y="2644489"/>
                      <a:pt x="35226" y="2584442"/>
                    </a:cubicBezTo>
                    <a:cubicBezTo>
                      <a:pt x="57547" y="2527065"/>
                      <a:pt x="91188" y="2475891"/>
                      <a:pt x="135175" y="2432321"/>
                    </a:cubicBezTo>
                    <a:cubicBezTo>
                      <a:pt x="384087" y="2185772"/>
                      <a:pt x="943533" y="2190978"/>
                      <a:pt x="1535828" y="2196501"/>
                    </a:cubicBezTo>
                    <a:cubicBezTo>
                      <a:pt x="1896326" y="2199850"/>
                      <a:pt x="2269117" y="2203336"/>
                      <a:pt x="2590676" y="2150079"/>
                    </a:cubicBezTo>
                    <a:cubicBezTo>
                      <a:pt x="2954094" y="2089896"/>
                      <a:pt x="3198727" y="1963555"/>
                      <a:pt x="3338566" y="1763835"/>
                    </a:cubicBezTo>
                    <a:cubicBezTo>
                      <a:pt x="3439308" y="1619953"/>
                      <a:pt x="3487845" y="1432592"/>
                      <a:pt x="3482887" y="1207002"/>
                    </a:cubicBezTo>
                    <a:cubicBezTo>
                      <a:pt x="3477454" y="960861"/>
                      <a:pt x="3408248" y="658860"/>
                      <a:pt x="3277147" y="309374"/>
                    </a:cubicBezTo>
                    <a:lnTo>
                      <a:pt x="3277012" y="309034"/>
                    </a:lnTo>
                    <a:lnTo>
                      <a:pt x="3277057" y="308672"/>
                    </a:lnTo>
                    <a:cubicBezTo>
                      <a:pt x="3300148" y="112461"/>
                      <a:pt x="3355477" y="8799"/>
                      <a:pt x="3441527" y="537"/>
                    </a:cubicBezTo>
                    <a:cubicBezTo>
                      <a:pt x="3539937" y="-8878"/>
                      <a:pt x="3677557" y="105512"/>
                      <a:pt x="3850539" y="340585"/>
                    </a:cubicBezTo>
                    <a:cubicBezTo>
                      <a:pt x="4001539" y="545805"/>
                      <a:pt x="4181086" y="847172"/>
                      <a:pt x="4369734" y="1212140"/>
                    </a:cubicBezTo>
                    <a:cubicBezTo>
                      <a:pt x="4712460" y="1875148"/>
                      <a:pt x="5069404" y="2718071"/>
                      <a:pt x="5257983" y="3309647"/>
                    </a:cubicBezTo>
                    <a:cubicBezTo>
                      <a:pt x="5336857" y="3557078"/>
                      <a:pt x="5379961" y="3793328"/>
                      <a:pt x="5386096" y="4011834"/>
                    </a:cubicBezTo>
                    <a:cubicBezTo>
                      <a:pt x="5391823" y="4215605"/>
                      <a:pt x="5365540" y="4408919"/>
                      <a:pt x="5307992" y="4586366"/>
                    </a:cubicBezTo>
                    <a:cubicBezTo>
                      <a:pt x="5205756" y="4901676"/>
                      <a:pt x="5002846" y="5175815"/>
                      <a:pt x="4704876" y="5401156"/>
                    </a:cubicBezTo>
                    <a:cubicBezTo>
                      <a:pt x="4248504" y="5746319"/>
                      <a:pt x="3660963" y="5910549"/>
                      <a:pt x="3248442" y="5987526"/>
                    </a:cubicBezTo>
                    <a:cubicBezTo>
                      <a:pt x="3047909" y="6024962"/>
                      <a:pt x="2838297" y="6050652"/>
                      <a:pt x="2658162" y="6059886"/>
                    </a:cubicBezTo>
                    <a:cubicBezTo>
                      <a:pt x="2610847" y="6062308"/>
                      <a:pt x="2566860" y="6063485"/>
                      <a:pt x="2528623" y="6063485"/>
                    </a:cubicBezTo>
                    <a:close/>
                    <a:moveTo>
                      <a:pt x="1277680" y="2197836"/>
                    </a:moveTo>
                    <a:cubicBezTo>
                      <a:pt x="786421" y="2197836"/>
                      <a:pt x="348771" y="2224883"/>
                      <a:pt x="137213" y="2434426"/>
                    </a:cubicBezTo>
                    <a:cubicBezTo>
                      <a:pt x="46839" y="2523942"/>
                      <a:pt x="2920" y="2640075"/>
                      <a:pt x="2920" y="2789525"/>
                    </a:cubicBezTo>
                    <a:cubicBezTo>
                      <a:pt x="2920" y="3083559"/>
                      <a:pt x="147151" y="3339750"/>
                      <a:pt x="443876" y="3572763"/>
                    </a:cubicBezTo>
                    <a:cubicBezTo>
                      <a:pt x="708205" y="3780337"/>
                      <a:pt x="1064650" y="3949568"/>
                      <a:pt x="1409391" y="4113255"/>
                    </a:cubicBezTo>
                    <a:cubicBezTo>
                      <a:pt x="1699392" y="4250936"/>
                      <a:pt x="1999264" y="4393324"/>
                      <a:pt x="2237400" y="4556128"/>
                    </a:cubicBezTo>
                    <a:cubicBezTo>
                      <a:pt x="2365557" y="4643766"/>
                      <a:pt x="2466503" y="4730362"/>
                      <a:pt x="2545964" y="4820851"/>
                    </a:cubicBezTo>
                    <a:cubicBezTo>
                      <a:pt x="2635138" y="4922408"/>
                      <a:pt x="2695266" y="5026320"/>
                      <a:pt x="2729813" y="5138537"/>
                    </a:cubicBezTo>
                    <a:cubicBezTo>
                      <a:pt x="2767280" y="5260238"/>
                      <a:pt x="2773098" y="5392487"/>
                      <a:pt x="2747086" y="5531548"/>
                    </a:cubicBezTo>
                    <a:cubicBezTo>
                      <a:pt x="2719286" y="5680206"/>
                      <a:pt x="2654019" y="5842852"/>
                      <a:pt x="2553096" y="6014981"/>
                    </a:cubicBezTo>
                    <a:lnTo>
                      <a:pt x="2552711" y="6015637"/>
                    </a:lnTo>
                    <a:lnTo>
                      <a:pt x="2551964" y="6015705"/>
                    </a:lnTo>
                    <a:cubicBezTo>
                      <a:pt x="2400194" y="6030032"/>
                      <a:pt x="2389373" y="6043318"/>
                      <a:pt x="2388739" y="6045830"/>
                    </a:cubicBezTo>
                    <a:cubicBezTo>
                      <a:pt x="2388558" y="6046578"/>
                      <a:pt x="2389169" y="6047415"/>
                      <a:pt x="2390550" y="6048320"/>
                    </a:cubicBezTo>
                    <a:cubicBezTo>
                      <a:pt x="2424304" y="6070614"/>
                      <a:pt x="2792839" y="6069596"/>
                      <a:pt x="3247876" y="5984674"/>
                    </a:cubicBezTo>
                    <a:cubicBezTo>
                      <a:pt x="3660080" y="5907742"/>
                      <a:pt x="4247145" y="5743648"/>
                      <a:pt x="4703065" y="5398847"/>
                    </a:cubicBezTo>
                    <a:cubicBezTo>
                      <a:pt x="5354130" y="4906429"/>
                      <a:pt x="5539880" y="4203835"/>
                      <a:pt x="5255153" y="3310575"/>
                    </a:cubicBezTo>
                    <a:cubicBezTo>
                      <a:pt x="5066619" y="2719134"/>
                      <a:pt x="4709743" y="1876393"/>
                      <a:pt x="4367085" y="1213521"/>
                    </a:cubicBezTo>
                    <a:cubicBezTo>
                      <a:pt x="4178505" y="848689"/>
                      <a:pt x="3999048" y="547457"/>
                      <a:pt x="3848117" y="342351"/>
                    </a:cubicBezTo>
                    <a:cubicBezTo>
                      <a:pt x="3675769" y="108160"/>
                      <a:pt x="3539031" y="-5845"/>
                      <a:pt x="3441753" y="3480"/>
                    </a:cubicBezTo>
                    <a:cubicBezTo>
                      <a:pt x="3357333" y="11582"/>
                      <a:pt x="3302910" y="114271"/>
                      <a:pt x="3279977" y="308672"/>
                    </a:cubicBezTo>
                    <a:cubicBezTo>
                      <a:pt x="3346852" y="486980"/>
                      <a:pt x="3398060" y="654016"/>
                      <a:pt x="3432200" y="805164"/>
                    </a:cubicBezTo>
                    <a:cubicBezTo>
                      <a:pt x="3465071" y="950721"/>
                      <a:pt x="3483114" y="1085912"/>
                      <a:pt x="3485785" y="1206934"/>
                    </a:cubicBezTo>
                    <a:cubicBezTo>
                      <a:pt x="3488343" y="1322954"/>
                      <a:pt x="3476866" y="1429559"/>
                      <a:pt x="3451669" y="1523738"/>
                    </a:cubicBezTo>
                    <a:cubicBezTo>
                      <a:pt x="3427649" y="1613548"/>
                      <a:pt x="3390386" y="1694893"/>
                      <a:pt x="3340943" y="1765533"/>
                    </a:cubicBezTo>
                    <a:cubicBezTo>
                      <a:pt x="3265715" y="1872998"/>
                      <a:pt x="3163320" y="1957308"/>
                      <a:pt x="3027896" y="2023308"/>
                    </a:cubicBezTo>
                    <a:cubicBezTo>
                      <a:pt x="2907934" y="2081771"/>
                      <a:pt x="2765061" y="2124186"/>
                      <a:pt x="2591129" y="2152999"/>
                    </a:cubicBezTo>
                    <a:cubicBezTo>
                      <a:pt x="2269320" y="2206278"/>
                      <a:pt x="1896417" y="2202815"/>
                      <a:pt x="1535783" y="2199443"/>
                    </a:cubicBezTo>
                    <a:cubicBezTo>
                      <a:pt x="1448760" y="2198628"/>
                      <a:pt x="1362439" y="2197836"/>
                      <a:pt x="1277702" y="219783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2BB842CD-F91C-9109-5BC9-9F7D0A334976}"/>
                  </a:ext>
                </a:extLst>
              </p:cNvPr>
              <p:cNvSpPr/>
              <p:nvPr/>
            </p:nvSpPr>
            <p:spPr>
              <a:xfrm>
                <a:off x="3531063" y="107751"/>
                <a:ext cx="5339418" cy="5985230"/>
              </a:xfrm>
              <a:custGeom>
                <a:avLst/>
                <a:gdLst>
                  <a:gd name="connsiteX0" fmla="*/ 2496884 w 5339418"/>
                  <a:gd name="connsiteY0" fmla="*/ 5985230 h 5985230"/>
                  <a:gd name="connsiteX1" fmla="*/ 2330445 w 5339418"/>
                  <a:gd name="connsiteY1" fmla="*/ 5977309 h 5985230"/>
                  <a:gd name="connsiteX2" fmla="*/ 2329698 w 5339418"/>
                  <a:gd name="connsiteY2" fmla="*/ 5975136 h 5985230"/>
                  <a:gd name="connsiteX3" fmla="*/ 2374069 w 5339418"/>
                  <a:gd name="connsiteY3" fmla="*/ 5971220 h 5985230"/>
                  <a:gd name="connsiteX4" fmla="*/ 2505962 w 5339418"/>
                  <a:gd name="connsiteY4" fmla="*/ 5973868 h 5985230"/>
                  <a:gd name="connsiteX5" fmla="*/ 2688067 w 5339418"/>
                  <a:gd name="connsiteY5" fmla="*/ 5193256 h 5985230"/>
                  <a:gd name="connsiteX6" fmla="*/ 2222526 w 5339418"/>
                  <a:gd name="connsiteY6" fmla="*/ 4604713 h 5985230"/>
                  <a:gd name="connsiteX7" fmla="*/ 1408871 w 5339418"/>
                  <a:gd name="connsiteY7" fmla="*/ 4127708 h 5985230"/>
                  <a:gd name="connsiteX8" fmla="*/ 443989 w 5339418"/>
                  <a:gd name="connsiteY8" fmla="*/ 3538101 h 5985230"/>
                  <a:gd name="connsiteX9" fmla="*/ 122498 w 5339418"/>
                  <a:gd name="connsiteY9" fmla="*/ 3173586 h 5985230"/>
                  <a:gd name="connsiteX10" fmla="*/ 0 w 5339418"/>
                  <a:gd name="connsiteY10" fmla="*/ 2728314 h 5985230"/>
                  <a:gd name="connsiteX11" fmla="*/ 33188 w 5339418"/>
                  <a:gd name="connsiteY11" fmla="*/ 2527735 h 5985230"/>
                  <a:gd name="connsiteX12" fmla="*/ 127523 w 5339418"/>
                  <a:gd name="connsiteY12" fmla="*/ 2376496 h 5985230"/>
                  <a:gd name="connsiteX13" fmla="*/ 467375 w 5339418"/>
                  <a:gd name="connsiteY13" fmla="*/ 2194454 h 5985230"/>
                  <a:gd name="connsiteX14" fmla="*/ 1528923 w 5339418"/>
                  <a:gd name="connsiteY14" fmla="*/ 2112950 h 5985230"/>
                  <a:gd name="connsiteX15" fmla="*/ 2576029 w 5339418"/>
                  <a:gd name="connsiteY15" fmla="*/ 2051703 h 5985230"/>
                  <a:gd name="connsiteX16" fmla="*/ 3322312 w 5339418"/>
                  <a:gd name="connsiteY16" fmla="*/ 1659122 h 5985230"/>
                  <a:gd name="connsiteX17" fmla="*/ 3304653 w 5339418"/>
                  <a:gd name="connsiteY17" fmla="*/ 300175 h 5985230"/>
                  <a:gd name="connsiteX18" fmla="*/ 3304517 w 5339418"/>
                  <a:gd name="connsiteY18" fmla="*/ 299790 h 5985230"/>
                  <a:gd name="connsiteX19" fmla="*/ 3304585 w 5339418"/>
                  <a:gd name="connsiteY19" fmla="*/ 299382 h 5985230"/>
                  <a:gd name="connsiteX20" fmla="*/ 3381738 w 5339418"/>
                  <a:gd name="connsiteY20" fmla="*/ 76554 h 5985230"/>
                  <a:gd name="connsiteX21" fmla="*/ 3491920 w 5339418"/>
                  <a:gd name="connsiteY21" fmla="*/ 278 h 5985230"/>
                  <a:gd name="connsiteX22" fmla="*/ 3880784 w 5339418"/>
                  <a:gd name="connsiteY22" fmla="*/ 346890 h 5985230"/>
                  <a:gd name="connsiteX23" fmla="*/ 4352189 w 5339418"/>
                  <a:gd name="connsiteY23" fmla="*/ 1220165 h 5985230"/>
                  <a:gd name="connsiteX24" fmla="*/ 5183254 w 5339418"/>
                  <a:gd name="connsiteY24" fmla="*/ 3300470 h 5985230"/>
                  <a:gd name="connsiteX25" fmla="*/ 5335724 w 5339418"/>
                  <a:gd name="connsiteY25" fmla="*/ 4020968 h 5985230"/>
                  <a:gd name="connsiteX26" fmla="*/ 5276593 w 5339418"/>
                  <a:gd name="connsiteY26" fmla="*/ 4600729 h 5985230"/>
                  <a:gd name="connsiteX27" fmla="*/ 4696092 w 5339418"/>
                  <a:gd name="connsiteY27" fmla="*/ 5397977 h 5985230"/>
                  <a:gd name="connsiteX28" fmla="*/ 3959567 w 5339418"/>
                  <a:gd name="connsiteY28" fmla="*/ 5761089 h 5985230"/>
                  <a:gd name="connsiteX29" fmla="*/ 3192954 w 5339418"/>
                  <a:gd name="connsiteY29" fmla="*/ 5934101 h 5985230"/>
                  <a:gd name="connsiteX30" fmla="*/ 2496906 w 5339418"/>
                  <a:gd name="connsiteY30" fmla="*/ 5985230 h 5985230"/>
                  <a:gd name="connsiteX31" fmla="*/ 2335289 w 5339418"/>
                  <a:gd name="connsiteY31" fmla="*/ 5975860 h 5985230"/>
                  <a:gd name="connsiteX32" fmla="*/ 3206107 w 5339418"/>
                  <a:gd name="connsiteY32" fmla="*/ 5929189 h 5985230"/>
                  <a:gd name="connsiteX33" fmla="*/ 4717622 w 5339418"/>
                  <a:gd name="connsiteY33" fmla="*/ 5378218 h 5985230"/>
                  <a:gd name="connsiteX34" fmla="*/ 5180378 w 5339418"/>
                  <a:gd name="connsiteY34" fmla="*/ 3301444 h 5985230"/>
                  <a:gd name="connsiteX35" fmla="*/ 4349427 w 5339418"/>
                  <a:gd name="connsiteY35" fmla="*/ 1221433 h 5985230"/>
                  <a:gd name="connsiteX36" fmla="*/ 3878249 w 5339418"/>
                  <a:gd name="connsiteY36" fmla="*/ 348565 h 5985230"/>
                  <a:gd name="connsiteX37" fmla="*/ 3492101 w 5339418"/>
                  <a:gd name="connsiteY37" fmla="*/ 3289 h 5985230"/>
                  <a:gd name="connsiteX38" fmla="*/ 3307619 w 5339418"/>
                  <a:gd name="connsiteY38" fmla="*/ 299563 h 5985230"/>
                  <a:gd name="connsiteX39" fmla="*/ 3474556 w 5339418"/>
                  <a:gd name="connsiteY39" fmla="*/ 1132301 h 5985230"/>
                  <a:gd name="connsiteX40" fmla="*/ 3434396 w 5339418"/>
                  <a:gd name="connsiteY40" fmla="*/ 1430319 h 5985230"/>
                  <a:gd name="connsiteX41" fmla="*/ 3324757 w 5339418"/>
                  <a:gd name="connsiteY41" fmla="*/ 1660888 h 5985230"/>
                  <a:gd name="connsiteX42" fmla="*/ 3011325 w 5339418"/>
                  <a:gd name="connsiteY42" fmla="*/ 1920179 h 5985230"/>
                  <a:gd name="connsiteX43" fmla="*/ 2576527 w 5339418"/>
                  <a:gd name="connsiteY43" fmla="*/ 2054691 h 5985230"/>
                  <a:gd name="connsiteX44" fmla="*/ 1528923 w 5339418"/>
                  <a:gd name="connsiteY44" fmla="*/ 2115983 h 5985230"/>
                  <a:gd name="connsiteX45" fmla="*/ 468167 w 5339418"/>
                  <a:gd name="connsiteY45" fmla="*/ 2197374 h 5985230"/>
                  <a:gd name="connsiteX46" fmla="*/ 3011 w 5339418"/>
                  <a:gd name="connsiteY46" fmla="*/ 2728291 h 5985230"/>
                  <a:gd name="connsiteX47" fmla="*/ 445936 w 5339418"/>
                  <a:gd name="connsiteY47" fmla="*/ 3535747 h 5985230"/>
                  <a:gd name="connsiteX48" fmla="*/ 1410297 w 5339418"/>
                  <a:gd name="connsiteY48" fmla="*/ 4125015 h 5985230"/>
                  <a:gd name="connsiteX49" fmla="*/ 2224337 w 5339418"/>
                  <a:gd name="connsiteY49" fmla="*/ 4602268 h 5985230"/>
                  <a:gd name="connsiteX50" fmla="*/ 2521651 w 5339418"/>
                  <a:gd name="connsiteY50" fmla="*/ 4875524 h 5985230"/>
                  <a:gd name="connsiteX51" fmla="*/ 2691010 w 5339418"/>
                  <a:gd name="connsiteY51" fmla="*/ 5192486 h 5985230"/>
                  <a:gd name="connsiteX52" fmla="*/ 2695085 w 5339418"/>
                  <a:gd name="connsiteY52" fmla="*/ 5550868 h 5985230"/>
                  <a:gd name="connsiteX53" fmla="*/ 2508067 w 5339418"/>
                  <a:gd name="connsiteY53" fmla="*/ 5976245 h 5985230"/>
                  <a:gd name="connsiteX54" fmla="*/ 2507592 w 5339418"/>
                  <a:gd name="connsiteY54" fmla="*/ 5976969 h 5985230"/>
                  <a:gd name="connsiteX55" fmla="*/ 2506732 w 5339418"/>
                  <a:gd name="connsiteY55" fmla="*/ 5976969 h 5985230"/>
                  <a:gd name="connsiteX56" fmla="*/ 2335312 w 5339418"/>
                  <a:gd name="connsiteY56" fmla="*/ 5975860 h 598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339418" h="5985230">
                    <a:moveTo>
                      <a:pt x="2496884" y="5985230"/>
                    </a:moveTo>
                    <a:cubicBezTo>
                      <a:pt x="2395621" y="5985230"/>
                      <a:pt x="2335086" y="5980749"/>
                      <a:pt x="2330445" y="5977309"/>
                    </a:cubicBezTo>
                    <a:cubicBezTo>
                      <a:pt x="2329562" y="5976652"/>
                      <a:pt x="2329471" y="5975747"/>
                      <a:pt x="2329698" y="5975136"/>
                    </a:cubicBezTo>
                    <a:cubicBezTo>
                      <a:pt x="2330196" y="5973732"/>
                      <a:pt x="2330943" y="5971582"/>
                      <a:pt x="2374069" y="5971220"/>
                    </a:cubicBezTo>
                    <a:cubicBezTo>
                      <a:pt x="2406035" y="5970926"/>
                      <a:pt x="2451629" y="5971877"/>
                      <a:pt x="2505962" y="5973868"/>
                    </a:cubicBezTo>
                    <a:cubicBezTo>
                      <a:pt x="2690852" y="5682709"/>
                      <a:pt x="2750414" y="5427356"/>
                      <a:pt x="2688067" y="5193256"/>
                    </a:cubicBezTo>
                    <a:cubicBezTo>
                      <a:pt x="2633440" y="4988150"/>
                      <a:pt x="2481150" y="4795628"/>
                      <a:pt x="2222526" y="4604713"/>
                    </a:cubicBezTo>
                    <a:cubicBezTo>
                      <a:pt x="1991069" y="4433829"/>
                      <a:pt x="1695091" y="4278200"/>
                      <a:pt x="1408871" y="4127708"/>
                    </a:cubicBezTo>
                    <a:cubicBezTo>
                      <a:pt x="1064922" y="3946843"/>
                      <a:pt x="709269" y="3759843"/>
                      <a:pt x="443989" y="3538101"/>
                    </a:cubicBezTo>
                    <a:cubicBezTo>
                      <a:pt x="300913" y="3418505"/>
                      <a:pt x="195734" y="3299271"/>
                      <a:pt x="122498" y="3173586"/>
                    </a:cubicBezTo>
                    <a:cubicBezTo>
                      <a:pt x="40070" y="3032148"/>
                      <a:pt x="0" y="2886501"/>
                      <a:pt x="0" y="2728314"/>
                    </a:cubicBezTo>
                    <a:cubicBezTo>
                      <a:pt x="0" y="2654347"/>
                      <a:pt x="11161" y="2586876"/>
                      <a:pt x="33188" y="2527735"/>
                    </a:cubicBezTo>
                    <a:cubicBezTo>
                      <a:pt x="54265" y="2471150"/>
                      <a:pt x="86004" y="2420270"/>
                      <a:pt x="127523" y="2376496"/>
                    </a:cubicBezTo>
                    <a:cubicBezTo>
                      <a:pt x="204404" y="2295468"/>
                      <a:pt x="315583" y="2235941"/>
                      <a:pt x="467375" y="2194454"/>
                    </a:cubicBezTo>
                    <a:cubicBezTo>
                      <a:pt x="750290" y="2117183"/>
                      <a:pt x="1128491" y="2115123"/>
                      <a:pt x="1528923" y="2112950"/>
                    </a:cubicBezTo>
                    <a:cubicBezTo>
                      <a:pt x="1886569" y="2111003"/>
                      <a:pt x="2256371" y="2109012"/>
                      <a:pt x="2576029" y="2051703"/>
                    </a:cubicBezTo>
                    <a:cubicBezTo>
                      <a:pt x="2937296" y="1986926"/>
                      <a:pt x="3181409" y="1858525"/>
                      <a:pt x="3322312" y="1659122"/>
                    </a:cubicBezTo>
                    <a:cubicBezTo>
                      <a:pt x="3527757" y="1368370"/>
                      <a:pt x="3521984" y="923845"/>
                      <a:pt x="3304653" y="300175"/>
                    </a:cubicBezTo>
                    <a:lnTo>
                      <a:pt x="3304517" y="299790"/>
                    </a:lnTo>
                    <a:lnTo>
                      <a:pt x="3304585" y="299382"/>
                    </a:lnTo>
                    <a:cubicBezTo>
                      <a:pt x="3323806" y="201198"/>
                      <a:pt x="3349772" y="126212"/>
                      <a:pt x="3381738" y="76554"/>
                    </a:cubicBezTo>
                    <a:cubicBezTo>
                      <a:pt x="3412459" y="28842"/>
                      <a:pt x="3449518" y="3176"/>
                      <a:pt x="3491920" y="278"/>
                    </a:cubicBezTo>
                    <a:cubicBezTo>
                      <a:pt x="3590829" y="-6489"/>
                      <a:pt x="3721680" y="110120"/>
                      <a:pt x="3880784" y="346890"/>
                    </a:cubicBezTo>
                    <a:cubicBezTo>
                      <a:pt x="4018291" y="551521"/>
                      <a:pt x="4176898" y="845329"/>
                      <a:pt x="4352189" y="1220165"/>
                    </a:cubicBezTo>
                    <a:cubicBezTo>
                      <a:pt x="4678728" y="1918436"/>
                      <a:pt x="4995601" y="2752645"/>
                      <a:pt x="5183254" y="3300470"/>
                    </a:cubicBezTo>
                    <a:cubicBezTo>
                      <a:pt x="5270865" y="3556253"/>
                      <a:pt x="5322164" y="3798682"/>
                      <a:pt x="5335724" y="4020968"/>
                    </a:cubicBezTo>
                    <a:cubicBezTo>
                      <a:pt x="5348380" y="4228406"/>
                      <a:pt x="5328480" y="4423462"/>
                      <a:pt x="5276593" y="4600729"/>
                    </a:cubicBezTo>
                    <a:cubicBezTo>
                      <a:pt x="5184363" y="4915767"/>
                      <a:pt x="4989059" y="5183999"/>
                      <a:pt x="4696092" y="5397977"/>
                    </a:cubicBezTo>
                    <a:cubicBezTo>
                      <a:pt x="4495605" y="5544395"/>
                      <a:pt x="4247802" y="5666571"/>
                      <a:pt x="3959567" y="5761089"/>
                    </a:cubicBezTo>
                    <a:cubicBezTo>
                      <a:pt x="3727158" y="5837297"/>
                      <a:pt x="3469236" y="5895511"/>
                      <a:pt x="3192954" y="5934101"/>
                    </a:cubicBezTo>
                    <a:cubicBezTo>
                      <a:pt x="2901844" y="5974751"/>
                      <a:pt x="2651755" y="5985230"/>
                      <a:pt x="2496906" y="5985230"/>
                    </a:cubicBezTo>
                    <a:close/>
                    <a:moveTo>
                      <a:pt x="2335289" y="5975860"/>
                    </a:moveTo>
                    <a:cubicBezTo>
                      <a:pt x="2374205" y="5984212"/>
                      <a:pt x="2749758" y="5994125"/>
                      <a:pt x="3206107" y="5929189"/>
                    </a:cubicBezTo>
                    <a:cubicBezTo>
                      <a:pt x="3644980" y="5866743"/>
                      <a:pt x="4263445" y="5720462"/>
                      <a:pt x="4717622" y="5378218"/>
                    </a:cubicBezTo>
                    <a:cubicBezTo>
                      <a:pt x="5336856" y="4911580"/>
                      <a:pt x="5492565" y="4212856"/>
                      <a:pt x="5180378" y="3301444"/>
                    </a:cubicBezTo>
                    <a:cubicBezTo>
                      <a:pt x="4992749" y="2753664"/>
                      <a:pt x="4675921" y="1919590"/>
                      <a:pt x="4349427" y="1221433"/>
                    </a:cubicBezTo>
                    <a:cubicBezTo>
                      <a:pt x="4174204" y="846732"/>
                      <a:pt x="4015665" y="553038"/>
                      <a:pt x="3878249" y="348565"/>
                    </a:cubicBezTo>
                    <a:cubicBezTo>
                      <a:pt x="3719801" y="112768"/>
                      <a:pt x="3589923" y="-3411"/>
                      <a:pt x="3492101" y="3289"/>
                    </a:cubicBezTo>
                    <a:cubicBezTo>
                      <a:pt x="3407093" y="9106"/>
                      <a:pt x="3345041" y="108762"/>
                      <a:pt x="3307619" y="299563"/>
                    </a:cubicBezTo>
                    <a:cubicBezTo>
                      <a:pt x="3419884" y="621822"/>
                      <a:pt x="3476050" y="902004"/>
                      <a:pt x="3474556" y="1132301"/>
                    </a:cubicBezTo>
                    <a:cubicBezTo>
                      <a:pt x="3473855" y="1240943"/>
                      <a:pt x="3460339" y="1341210"/>
                      <a:pt x="3434396" y="1430319"/>
                    </a:cubicBezTo>
                    <a:cubicBezTo>
                      <a:pt x="3409629" y="1515421"/>
                      <a:pt x="3372728" y="1592987"/>
                      <a:pt x="3324757" y="1660888"/>
                    </a:cubicBezTo>
                    <a:cubicBezTo>
                      <a:pt x="3248940" y="1768171"/>
                      <a:pt x="3146432" y="1852980"/>
                      <a:pt x="3011325" y="1920179"/>
                    </a:cubicBezTo>
                    <a:cubicBezTo>
                      <a:pt x="2891656" y="1979706"/>
                      <a:pt x="2749441" y="2023705"/>
                      <a:pt x="2576527" y="2054691"/>
                    </a:cubicBezTo>
                    <a:cubicBezTo>
                      <a:pt x="2256620" y="2112045"/>
                      <a:pt x="1886682" y="2114059"/>
                      <a:pt x="1528923" y="2115983"/>
                    </a:cubicBezTo>
                    <a:cubicBezTo>
                      <a:pt x="1128718" y="2118156"/>
                      <a:pt x="750697" y="2120215"/>
                      <a:pt x="468167" y="2197374"/>
                    </a:cubicBezTo>
                    <a:cubicBezTo>
                      <a:pt x="150819" y="2284061"/>
                      <a:pt x="3011" y="2452772"/>
                      <a:pt x="3011" y="2728291"/>
                    </a:cubicBezTo>
                    <a:cubicBezTo>
                      <a:pt x="3011" y="3022506"/>
                      <a:pt x="147898" y="3286641"/>
                      <a:pt x="445936" y="3535747"/>
                    </a:cubicBezTo>
                    <a:cubicBezTo>
                      <a:pt x="710967" y="3757286"/>
                      <a:pt x="1066484" y="3944217"/>
                      <a:pt x="1410297" y="4125015"/>
                    </a:cubicBezTo>
                    <a:cubicBezTo>
                      <a:pt x="1696608" y="4275574"/>
                      <a:pt x="1992676" y="4431248"/>
                      <a:pt x="2224337" y="4602268"/>
                    </a:cubicBezTo>
                    <a:cubicBezTo>
                      <a:pt x="2348940" y="4694252"/>
                      <a:pt x="2446173" y="4783632"/>
                      <a:pt x="2521651" y="4875524"/>
                    </a:cubicBezTo>
                    <a:cubicBezTo>
                      <a:pt x="2606251" y="4978553"/>
                      <a:pt x="2661648" y="5082215"/>
                      <a:pt x="2691010" y="5192486"/>
                    </a:cubicBezTo>
                    <a:cubicBezTo>
                      <a:pt x="2721097" y="5305473"/>
                      <a:pt x="2722478" y="5426066"/>
                      <a:pt x="2695085" y="5550868"/>
                    </a:cubicBezTo>
                    <a:cubicBezTo>
                      <a:pt x="2665927" y="5683773"/>
                      <a:pt x="2602991" y="5826885"/>
                      <a:pt x="2508067" y="5976245"/>
                    </a:cubicBezTo>
                    <a:lnTo>
                      <a:pt x="2507592" y="5976969"/>
                    </a:lnTo>
                    <a:lnTo>
                      <a:pt x="2506732" y="5976969"/>
                    </a:lnTo>
                    <a:cubicBezTo>
                      <a:pt x="2399289" y="5972963"/>
                      <a:pt x="2348148" y="5973959"/>
                      <a:pt x="2335312" y="597586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FE4BA88F-8DEB-E13D-E94C-A9C858992B80}"/>
                  </a:ext>
                </a:extLst>
              </p:cNvPr>
              <p:cNvSpPr/>
              <p:nvPr/>
            </p:nvSpPr>
            <p:spPr>
              <a:xfrm>
                <a:off x="3576092" y="116663"/>
                <a:ext cx="5294777" cy="5938520"/>
              </a:xfrm>
              <a:custGeom>
                <a:avLst/>
                <a:gdLst>
                  <a:gd name="connsiteX0" fmla="*/ 2462451 w 5294777"/>
                  <a:gd name="connsiteY0" fmla="*/ 5938521 h 5938520"/>
                  <a:gd name="connsiteX1" fmla="*/ 2421407 w 5294777"/>
                  <a:gd name="connsiteY1" fmla="*/ 5932093 h 5938520"/>
                  <a:gd name="connsiteX2" fmla="*/ 2273486 w 5294777"/>
                  <a:gd name="connsiteY2" fmla="*/ 5904684 h 5938520"/>
                  <a:gd name="connsiteX3" fmla="*/ 2356819 w 5294777"/>
                  <a:gd name="connsiteY3" fmla="*/ 5902421 h 5938520"/>
                  <a:gd name="connsiteX4" fmla="*/ 2482146 w 5294777"/>
                  <a:gd name="connsiteY4" fmla="*/ 5903982 h 5938520"/>
                  <a:gd name="connsiteX5" fmla="*/ 2647725 w 5294777"/>
                  <a:gd name="connsiteY5" fmla="*/ 5246270 h 5938520"/>
                  <a:gd name="connsiteX6" fmla="*/ 2209283 w 5294777"/>
                  <a:gd name="connsiteY6" fmla="*/ 4653472 h 5938520"/>
                  <a:gd name="connsiteX7" fmla="*/ 1410569 w 5294777"/>
                  <a:gd name="connsiteY7" fmla="*/ 4142947 h 5938520"/>
                  <a:gd name="connsiteX8" fmla="*/ 446366 w 5294777"/>
                  <a:gd name="connsiteY8" fmla="*/ 3502845 h 5938520"/>
                  <a:gd name="connsiteX9" fmla="*/ 123335 w 5294777"/>
                  <a:gd name="connsiteY9" fmla="*/ 3120200 h 5938520"/>
                  <a:gd name="connsiteX10" fmla="*/ 0 w 5294777"/>
                  <a:gd name="connsiteY10" fmla="*/ 2667323 h 5938520"/>
                  <a:gd name="connsiteX11" fmla="*/ 33075 w 5294777"/>
                  <a:gd name="connsiteY11" fmla="*/ 2466155 h 5938520"/>
                  <a:gd name="connsiteX12" fmla="*/ 127093 w 5294777"/>
                  <a:gd name="connsiteY12" fmla="*/ 2313446 h 5938520"/>
                  <a:gd name="connsiteX13" fmla="*/ 465767 w 5294777"/>
                  <a:gd name="connsiteY13" fmla="*/ 2126243 h 5938520"/>
                  <a:gd name="connsiteX14" fmla="*/ 1523807 w 5294777"/>
                  <a:gd name="connsiteY14" fmla="*/ 2028804 h 5938520"/>
                  <a:gd name="connsiteX15" fmla="*/ 2563215 w 5294777"/>
                  <a:gd name="connsiteY15" fmla="*/ 1952733 h 5938520"/>
                  <a:gd name="connsiteX16" fmla="*/ 3308230 w 5294777"/>
                  <a:gd name="connsiteY16" fmla="*/ 1554448 h 5938520"/>
                  <a:gd name="connsiteX17" fmla="*/ 3332205 w 5294777"/>
                  <a:gd name="connsiteY17" fmla="*/ 291150 h 5938520"/>
                  <a:gd name="connsiteX18" fmla="*/ 3332069 w 5294777"/>
                  <a:gd name="connsiteY18" fmla="*/ 290720 h 5938520"/>
                  <a:gd name="connsiteX19" fmla="*/ 3332182 w 5294777"/>
                  <a:gd name="connsiteY19" fmla="*/ 290267 h 5938520"/>
                  <a:gd name="connsiteX20" fmla="*/ 3426427 w 5294777"/>
                  <a:gd name="connsiteY20" fmla="*/ 72192 h 5938520"/>
                  <a:gd name="connsiteX21" fmla="*/ 3542993 w 5294777"/>
                  <a:gd name="connsiteY21" fmla="*/ 81 h 5938520"/>
                  <a:gd name="connsiteX22" fmla="*/ 3695827 w 5294777"/>
                  <a:gd name="connsiteY22" fmla="*/ 72169 h 5938520"/>
                  <a:gd name="connsiteX23" fmla="*/ 3865345 w 5294777"/>
                  <a:gd name="connsiteY23" fmla="*/ 280150 h 5938520"/>
                  <a:gd name="connsiteX24" fmla="*/ 4235623 w 5294777"/>
                  <a:gd name="connsiteY24" fmla="*/ 995646 h 5938520"/>
                  <a:gd name="connsiteX25" fmla="*/ 4956210 w 5294777"/>
                  <a:gd name="connsiteY25" fmla="*/ 2869555 h 5938520"/>
                  <a:gd name="connsiteX26" fmla="*/ 5108568 w 5294777"/>
                  <a:gd name="connsiteY26" fmla="*/ 3291469 h 5938520"/>
                  <a:gd name="connsiteX27" fmla="*/ 5262240 w 5294777"/>
                  <a:gd name="connsiteY27" fmla="*/ 3852082 h 5938520"/>
                  <a:gd name="connsiteX28" fmla="*/ 5291375 w 5294777"/>
                  <a:gd name="connsiteY28" fmla="*/ 4326642 h 5938520"/>
                  <a:gd name="connsiteX29" fmla="*/ 5045791 w 5294777"/>
                  <a:gd name="connsiteY29" fmla="*/ 5046076 h 5938520"/>
                  <a:gd name="connsiteX30" fmla="*/ 4411434 w 5294777"/>
                  <a:gd name="connsiteY30" fmla="*/ 5558683 h 5938520"/>
                  <a:gd name="connsiteX31" fmla="*/ 3607921 w 5294777"/>
                  <a:gd name="connsiteY31" fmla="*/ 5813674 h 5938520"/>
                  <a:gd name="connsiteX32" fmla="*/ 2483822 w 5294777"/>
                  <a:gd name="connsiteY32" fmla="*/ 5907083 h 5938520"/>
                  <a:gd name="connsiteX33" fmla="*/ 2463017 w 5294777"/>
                  <a:gd name="connsiteY33" fmla="*/ 5937683 h 5938520"/>
                  <a:gd name="connsiteX34" fmla="*/ 2462451 w 5294777"/>
                  <a:gd name="connsiteY34" fmla="*/ 5938476 h 5938520"/>
                  <a:gd name="connsiteX35" fmla="*/ 2279508 w 5294777"/>
                  <a:gd name="connsiteY35" fmla="*/ 5905250 h 5938520"/>
                  <a:gd name="connsiteX36" fmla="*/ 2421905 w 5294777"/>
                  <a:gd name="connsiteY36" fmla="*/ 5929038 h 5938520"/>
                  <a:gd name="connsiteX37" fmla="*/ 2461024 w 5294777"/>
                  <a:gd name="connsiteY37" fmla="*/ 5935149 h 5938520"/>
                  <a:gd name="connsiteX38" fmla="*/ 2480109 w 5294777"/>
                  <a:gd name="connsiteY38" fmla="*/ 5907105 h 5938520"/>
                  <a:gd name="connsiteX39" fmla="*/ 2356796 w 5294777"/>
                  <a:gd name="connsiteY39" fmla="*/ 5905544 h 5938520"/>
                  <a:gd name="connsiteX40" fmla="*/ 2279530 w 5294777"/>
                  <a:gd name="connsiteY40" fmla="*/ 5905250 h 5938520"/>
                  <a:gd name="connsiteX41" fmla="*/ 2485859 w 5294777"/>
                  <a:gd name="connsiteY41" fmla="*/ 5904027 h 5938520"/>
                  <a:gd name="connsiteX42" fmla="*/ 3607332 w 5294777"/>
                  <a:gd name="connsiteY42" fmla="*/ 5810664 h 5938520"/>
                  <a:gd name="connsiteX43" fmla="*/ 5043256 w 5294777"/>
                  <a:gd name="connsiteY43" fmla="*/ 5044333 h 5938520"/>
                  <a:gd name="connsiteX44" fmla="*/ 5105648 w 5294777"/>
                  <a:gd name="connsiteY44" fmla="*/ 3292600 h 5938520"/>
                  <a:gd name="connsiteX45" fmla="*/ 4953268 w 5294777"/>
                  <a:gd name="connsiteY45" fmla="*/ 2870664 h 5938520"/>
                  <a:gd name="connsiteX46" fmla="*/ 3547679 w 5294777"/>
                  <a:gd name="connsiteY46" fmla="*/ 3159 h 5938520"/>
                  <a:gd name="connsiteX47" fmla="*/ 3543129 w 5294777"/>
                  <a:gd name="connsiteY47" fmla="*/ 3250 h 5938520"/>
                  <a:gd name="connsiteX48" fmla="*/ 3428940 w 5294777"/>
                  <a:gd name="connsiteY48" fmla="*/ 74116 h 5938520"/>
                  <a:gd name="connsiteX49" fmla="*/ 3335329 w 5294777"/>
                  <a:gd name="connsiteY49" fmla="*/ 290720 h 5938520"/>
                  <a:gd name="connsiteX50" fmla="*/ 3465003 w 5294777"/>
                  <a:gd name="connsiteY50" fmla="*/ 1058522 h 5938520"/>
                  <a:gd name="connsiteX51" fmla="*/ 3419160 w 5294777"/>
                  <a:gd name="connsiteY51" fmla="*/ 1337504 h 5938520"/>
                  <a:gd name="connsiteX52" fmla="*/ 3310788 w 5294777"/>
                  <a:gd name="connsiteY52" fmla="*/ 1556349 h 5938520"/>
                  <a:gd name="connsiteX53" fmla="*/ 2996768 w 5294777"/>
                  <a:gd name="connsiteY53" fmla="*/ 1816704 h 5938520"/>
                  <a:gd name="connsiteX54" fmla="*/ 2563849 w 5294777"/>
                  <a:gd name="connsiteY54" fmla="*/ 1955856 h 5938520"/>
                  <a:gd name="connsiteX55" fmla="*/ 1523920 w 5294777"/>
                  <a:gd name="connsiteY55" fmla="*/ 2031973 h 5938520"/>
                  <a:gd name="connsiteX56" fmla="*/ 466696 w 5294777"/>
                  <a:gd name="connsiteY56" fmla="*/ 2129298 h 5938520"/>
                  <a:gd name="connsiteX57" fmla="*/ 3169 w 5294777"/>
                  <a:gd name="connsiteY57" fmla="*/ 2667368 h 5938520"/>
                  <a:gd name="connsiteX58" fmla="*/ 1412176 w 5294777"/>
                  <a:gd name="connsiteY58" fmla="*/ 4140322 h 5938520"/>
                  <a:gd name="connsiteX59" fmla="*/ 2211275 w 5294777"/>
                  <a:gd name="connsiteY59" fmla="*/ 4651096 h 5938520"/>
                  <a:gd name="connsiteX60" fmla="*/ 2496658 w 5294777"/>
                  <a:gd name="connsiteY60" fmla="*/ 4931572 h 5938520"/>
                  <a:gd name="connsiteX61" fmla="*/ 2650804 w 5294777"/>
                  <a:gd name="connsiteY61" fmla="*/ 5245659 h 5938520"/>
                  <a:gd name="connsiteX62" fmla="*/ 2642609 w 5294777"/>
                  <a:gd name="connsiteY62" fmla="*/ 5568529 h 5938520"/>
                  <a:gd name="connsiteX63" fmla="*/ 2485882 w 5294777"/>
                  <a:gd name="connsiteY63" fmla="*/ 5904073 h 5938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5294777" h="5938520">
                    <a:moveTo>
                      <a:pt x="2462451" y="5938521"/>
                    </a:moveTo>
                    <a:lnTo>
                      <a:pt x="2421407" y="5932093"/>
                    </a:lnTo>
                    <a:cubicBezTo>
                      <a:pt x="2282836" y="5910432"/>
                      <a:pt x="2273146" y="5908645"/>
                      <a:pt x="2273486" y="5904684"/>
                    </a:cubicBezTo>
                    <a:cubicBezTo>
                      <a:pt x="2273780" y="5901289"/>
                      <a:pt x="2280006" y="5901130"/>
                      <a:pt x="2356819" y="5902421"/>
                    </a:cubicBezTo>
                    <a:cubicBezTo>
                      <a:pt x="2389781" y="5902986"/>
                      <a:pt x="2432024" y="5903688"/>
                      <a:pt x="2482146" y="5903982"/>
                    </a:cubicBezTo>
                    <a:cubicBezTo>
                      <a:pt x="2639281" y="5666963"/>
                      <a:pt x="2693433" y="5451512"/>
                      <a:pt x="2647725" y="5246270"/>
                    </a:cubicBezTo>
                    <a:cubicBezTo>
                      <a:pt x="2602584" y="5043608"/>
                      <a:pt x="2463266" y="4855251"/>
                      <a:pt x="2209283" y="4653472"/>
                    </a:cubicBezTo>
                    <a:cubicBezTo>
                      <a:pt x="1984707" y="4475051"/>
                      <a:pt x="1705822" y="4313741"/>
                      <a:pt x="1410569" y="4142947"/>
                    </a:cubicBezTo>
                    <a:cubicBezTo>
                      <a:pt x="1067412" y="3944450"/>
                      <a:pt x="712574" y="3739208"/>
                      <a:pt x="446366" y="3502845"/>
                    </a:cubicBezTo>
                    <a:cubicBezTo>
                      <a:pt x="302679" y="3375259"/>
                      <a:pt x="197002" y="3250094"/>
                      <a:pt x="123335" y="3120200"/>
                    </a:cubicBezTo>
                    <a:cubicBezTo>
                      <a:pt x="40342" y="2973873"/>
                      <a:pt x="0" y="2825736"/>
                      <a:pt x="0" y="2667323"/>
                    </a:cubicBezTo>
                    <a:cubicBezTo>
                      <a:pt x="0" y="2593333"/>
                      <a:pt x="11138" y="2525659"/>
                      <a:pt x="33075" y="2466155"/>
                    </a:cubicBezTo>
                    <a:cubicBezTo>
                      <a:pt x="54084" y="2409231"/>
                      <a:pt x="85710" y="2357853"/>
                      <a:pt x="127093" y="2313446"/>
                    </a:cubicBezTo>
                    <a:cubicBezTo>
                      <a:pt x="203703" y="2231240"/>
                      <a:pt x="314496" y="2170016"/>
                      <a:pt x="465767" y="2126243"/>
                    </a:cubicBezTo>
                    <a:cubicBezTo>
                      <a:pt x="747709" y="2044693"/>
                      <a:pt x="1124688" y="2036975"/>
                      <a:pt x="1523807" y="2028804"/>
                    </a:cubicBezTo>
                    <a:cubicBezTo>
                      <a:pt x="1878600" y="2021539"/>
                      <a:pt x="2245459" y="2014025"/>
                      <a:pt x="2563215" y="1952733"/>
                    </a:cubicBezTo>
                    <a:cubicBezTo>
                      <a:pt x="2922377" y="1883474"/>
                      <a:pt x="3166060" y="1753194"/>
                      <a:pt x="3308230" y="1554448"/>
                    </a:cubicBezTo>
                    <a:cubicBezTo>
                      <a:pt x="3506884" y="1276756"/>
                      <a:pt x="3514717" y="863533"/>
                      <a:pt x="3332205" y="291150"/>
                    </a:cubicBezTo>
                    <a:lnTo>
                      <a:pt x="3332069" y="290720"/>
                    </a:lnTo>
                    <a:lnTo>
                      <a:pt x="3332182" y="290267"/>
                    </a:lnTo>
                    <a:cubicBezTo>
                      <a:pt x="3358896" y="193667"/>
                      <a:pt x="3390590" y="120311"/>
                      <a:pt x="3426427" y="72192"/>
                    </a:cubicBezTo>
                    <a:cubicBezTo>
                      <a:pt x="3460860" y="25952"/>
                      <a:pt x="3500070" y="1688"/>
                      <a:pt x="3542993" y="81"/>
                    </a:cubicBezTo>
                    <a:cubicBezTo>
                      <a:pt x="3588927" y="-1594"/>
                      <a:pt x="3640362" y="22624"/>
                      <a:pt x="3695827" y="72169"/>
                    </a:cubicBezTo>
                    <a:cubicBezTo>
                      <a:pt x="3747760" y="118569"/>
                      <a:pt x="3804786" y="188552"/>
                      <a:pt x="3865345" y="280150"/>
                    </a:cubicBezTo>
                    <a:cubicBezTo>
                      <a:pt x="3973376" y="443588"/>
                      <a:pt x="4097957" y="684320"/>
                      <a:pt x="4235623" y="995646"/>
                    </a:cubicBezTo>
                    <a:cubicBezTo>
                      <a:pt x="4489515" y="1569816"/>
                      <a:pt x="4748275" y="2290495"/>
                      <a:pt x="4956210" y="2869555"/>
                    </a:cubicBezTo>
                    <a:cubicBezTo>
                      <a:pt x="5010611" y="3021019"/>
                      <a:pt x="5061978" y="3164086"/>
                      <a:pt x="5108568" y="3291469"/>
                    </a:cubicBezTo>
                    <a:cubicBezTo>
                      <a:pt x="5180446" y="3487929"/>
                      <a:pt x="5232153" y="3676558"/>
                      <a:pt x="5262240" y="3852082"/>
                    </a:cubicBezTo>
                    <a:cubicBezTo>
                      <a:pt x="5290877" y="4019186"/>
                      <a:pt x="5300680" y="4178867"/>
                      <a:pt x="5291375" y="4326642"/>
                    </a:cubicBezTo>
                    <a:cubicBezTo>
                      <a:pt x="5274215" y="4599219"/>
                      <a:pt x="5191584" y="4841264"/>
                      <a:pt x="5045791" y="5046076"/>
                    </a:cubicBezTo>
                    <a:cubicBezTo>
                      <a:pt x="4899048" y="5252201"/>
                      <a:pt x="4685633" y="5424669"/>
                      <a:pt x="4411434" y="5558683"/>
                    </a:cubicBezTo>
                    <a:cubicBezTo>
                      <a:pt x="4185070" y="5669316"/>
                      <a:pt x="3914742" y="5755098"/>
                      <a:pt x="3607921" y="5813674"/>
                    </a:cubicBezTo>
                    <a:cubicBezTo>
                      <a:pt x="3157638" y="5899614"/>
                      <a:pt x="2728092" y="5908418"/>
                      <a:pt x="2483822" y="5907083"/>
                    </a:cubicBezTo>
                    <a:cubicBezTo>
                      <a:pt x="2477075" y="5917245"/>
                      <a:pt x="2470148" y="5927453"/>
                      <a:pt x="2463017" y="5937683"/>
                    </a:cubicBezTo>
                    <a:lnTo>
                      <a:pt x="2462451" y="5938476"/>
                    </a:lnTo>
                    <a:close/>
                    <a:moveTo>
                      <a:pt x="2279508" y="5905250"/>
                    </a:moveTo>
                    <a:cubicBezTo>
                      <a:pt x="2292344" y="5908780"/>
                      <a:pt x="2341130" y="5916408"/>
                      <a:pt x="2421905" y="5929038"/>
                    </a:cubicBezTo>
                    <a:lnTo>
                      <a:pt x="2461024" y="5935149"/>
                    </a:lnTo>
                    <a:cubicBezTo>
                      <a:pt x="2467544" y="5925755"/>
                      <a:pt x="2473906" y="5916431"/>
                      <a:pt x="2480109" y="5907105"/>
                    </a:cubicBezTo>
                    <a:cubicBezTo>
                      <a:pt x="2430847" y="5906811"/>
                      <a:pt x="2389305" y="5906110"/>
                      <a:pt x="2356796" y="5905544"/>
                    </a:cubicBezTo>
                    <a:cubicBezTo>
                      <a:pt x="2318605" y="5904887"/>
                      <a:pt x="2289378" y="5904412"/>
                      <a:pt x="2279530" y="5905250"/>
                    </a:cubicBezTo>
                    <a:close/>
                    <a:moveTo>
                      <a:pt x="2485859" y="5904027"/>
                    </a:moveTo>
                    <a:cubicBezTo>
                      <a:pt x="2730402" y="5905340"/>
                      <a:pt x="3158544" y="5896309"/>
                      <a:pt x="3607332" y="5810664"/>
                    </a:cubicBezTo>
                    <a:cubicBezTo>
                      <a:pt x="4291042" y="5680158"/>
                      <a:pt x="4774150" y="5422338"/>
                      <a:pt x="5043256" y="5044333"/>
                    </a:cubicBezTo>
                    <a:cubicBezTo>
                      <a:pt x="5351504" y="4611328"/>
                      <a:pt x="5372490" y="4021970"/>
                      <a:pt x="5105648" y="3292600"/>
                    </a:cubicBezTo>
                    <a:cubicBezTo>
                      <a:pt x="5059035" y="3165218"/>
                      <a:pt x="5007668" y="3022151"/>
                      <a:pt x="4953268" y="2870664"/>
                    </a:cubicBezTo>
                    <a:cubicBezTo>
                      <a:pt x="4542920" y="1727912"/>
                      <a:pt x="3923617" y="3159"/>
                      <a:pt x="3547679" y="3159"/>
                    </a:cubicBezTo>
                    <a:cubicBezTo>
                      <a:pt x="3546140" y="3159"/>
                      <a:pt x="3544668" y="3182"/>
                      <a:pt x="3543129" y="3250"/>
                    </a:cubicBezTo>
                    <a:cubicBezTo>
                      <a:pt x="3501202" y="4812"/>
                      <a:pt x="3462784" y="28668"/>
                      <a:pt x="3428940" y="74116"/>
                    </a:cubicBezTo>
                    <a:cubicBezTo>
                      <a:pt x="3393397" y="121850"/>
                      <a:pt x="3361907" y="194708"/>
                      <a:pt x="3335329" y="290720"/>
                    </a:cubicBezTo>
                    <a:cubicBezTo>
                      <a:pt x="3429460" y="586044"/>
                      <a:pt x="3473085" y="844340"/>
                      <a:pt x="3465003" y="1058522"/>
                    </a:cubicBezTo>
                    <a:cubicBezTo>
                      <a:pt x="3461177" y="1159740"/>
                      <a:pt x="3445760" y="1253601"/>
                      <a:pt x="3419160" y="1337504"/>
                    </a:cubicBezTo>
                    <a:cubicBezTo>
                      <a:pt x="3393714" y="1417763"/>
                      <a:pt x="3357243" y="1491391"/>
                      <a:pt x="3310788" y="1556349"/>
                    </a:cubicBezTo>
                    <a:cubicBezTo>
                      <a:pt x="3234293" y="1663271"/>
                      <a:pt x="3131581" y="1748441"/>
                      <a:pt x="2996768" y="1816704"/>
                    </a:cubicBezTo>
                    <a:cubicBezTo>
                      <a:pt x="2877349" y="1877182"/>
                      <a:pt x="2735722" y="1922698"/>
                      <a:pt x="2563849" y="1955856"/>
                    </a:cubicBezTo>
                    <a:cubicBezTo>
                      <a:pt x="2245822" y="2017193"/>
                      <a:pt x="1878826" y="2024708"/>
                      <a:pt x="1523920" y="2031973"/>
                    </a:cubicBezTo>
                    <a:cubicBezTo>
                      <a:pt x="1125005" y="2040144"/>
                      <a:pt x="748230" y="2047862"/>
                      <a:pt x="466696" y="2129298"/>
                    </a:cubicBezTo>
                    <a:cubicBezTo>
                      <a:pt x="150456" y="2220761"/>
                      <a:pt x="3169" y="2391735"/>
                      <a:pt x="3169" y="2667368"/>
                    </a:cubicBezTo>
                    <a:cubicBezTo>
                      <a:pt x="3169" y="3325306"/>
                      <a:pt x="719456" y="3739638"/>
                      <a:pt x="1412176" y="4140322"/>
                    </a:cubicBezTo>
                    <a:cubicBezTo>
                      <a:pt x="1707542" y="4311161"/>
                      <a:pt x="1986518" y="4472539"/>
                      <a:pt x="2211275" y="4651096"/>
                    </a:cubicBezTo>
                    <a:cubicBezTo>
                      <a:pt x="2332075" y="4747062"/>
                      <a:pt x="2425436" y="4838819"/>
                      <a:pt x="2496658" y="4931572"/>
                    </a:cubicBezTo>
                    <a:cubicBezTo>
                      <a:pt x="2576436" y="5035461"/>
                      <a:pt x="2626852" y="5138195"/>
                      <a:pt x="2650804" y="5245659"/>
                    </a:cubicBezTo>
                    <a:cubicBezTo>
                      <a:pt x="2673896" y="5349299"/>
                      <a:pt x="2671134" y="5457918"/>
                      <a:pt x="2642609" y="5568529"/>
                    </a:cubicBezTo>
                    <a:cubicBezTo>
                      <a:pt x="2615035" y="5675495"/>
                      <a:pt x="2562355" y="5788211"/>
                      <a:pt x="2485882" y="5904073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2F53A963-87AC-C3A9-39E1-34B57EA0FEB8}"/>
                  </a:ext>
                </a:extLst>
              </p:cNvPr>
              <p:cNvSpPr/>
              <p:nvPr/>
            </p:nvSpPr>
            <p:spPr>
              <a:xfrm>
                <a:off x="3621188" y="125526"/>
                <a:ext cx="5252759" cy="5900120"/>
              </a:xfrm>
              <a:custGeom>
                <a:avLst/>
                <a:gdLst>
                  <a:gd name="connsiteX0" fmla="*/ 2417264 w 5252759"/>
                  <a:gd name="connsiteY0" fmla="*/ 5900121 h 5900120"/>
                  <a:gd name="connsiteX1" fmla="*/ 2416245 w 5252759"/>
                  <a:gd name="connsiteY1" fmla="*/ 5899849 h 5900120"/>
                  <a:gd name="connsiteX2" fmla="*/ 2217455 w 5252759"/>
                  <a:gd name="connsiteY2" fmla="*/ 5832922 h 5900120"/>
                  <a:gd name="connsiteX3" fmla="*/ 2420252 w 5252759"/>
                  <a:gd name="connsiteY3" fmla="*/ 5825905 h 5900120"/>
                  <a:gd name="connsiteX4" fmla="*/ 2466367 w 5252759"/>
                  <a:gd name="connsiteY4" fmla="*/ 5826901 h 5900120"/>
                  <a:gd name="connsiteX5" fmla="*/ 2605753 w 5252759"/>
                  <a:gd name="connsiteY5" fmla="*/ 5297568 h 5900120"/>
                  <a:gd name="connsiteX6" fmla="*/ 1413308 w 5252759"/>
                  <a:gd name="connsiteY6" fmla="*/ 4161878 h 5900120"/>
                  <a:gd name="connsiteX7" fmla="*/ 449241 w 5252759"/>
                  <a:gd name="connsiteY7" fmla="*/ 3469401 h 5900120"/>
                  <a:gd name="connsiteX8" fmla="*/ 124331 w 5252759"/>
                  <a:gd name="connsiteY8" fmla="*/ 3067563 h 5900120"/>
                  <a:gd name="connsiteX9" fmla="*/ 0 w 5252759"/>
                  <a:gd name="connsiteY9" fmla="*/ 2606402 h 5900120"/>
                  <a:gd name="connsiteX10" fmla="*/ 33007 w 5252759"/>
                  <a:gd name="connsiteY10" fmla="*/ 2404465 h 5900120"/>
                  <a:gd name="connsiteX11" fmla="*/ 126822 w 5252759"/>
                  <a:gd name="connsiteY11" fmla="*/ 2250126 h 5900120"/>
                  <a:gd name="connsiteX12" fmla="*/ 464771 w 5252759"/>
                  <a:gd name="connsiteY12" fmla="*/ 2057536 h 5900120"/>
                  <a:gd name="connsiteX13" fmla="*/ 1520660 w 5252759"/>
                  <a:gd name="connsiteY13" fmla="*/ 1943870 h 5900120"/>
                  <a:gd name="connsiteX14" fmla="*/ 2552349 w 5252759"/>
                  <a:gd name="connsiteY14" fmla="*/ 1853086 h 5900120"/>
                  <a:gd name="connsiteX15" fmla="*/ 3296436 w 5252759"/>
                  <a:gd name="connsiteY15" fmla="*/ 1449935 h 5900120"/>
                  <a:gd name="connsiteX16" fmla="*/ 3359733 w 5252759"/>
                  <a:gd name="connsiteY16" fmla="*/ 282264 h 5900120"/>
                  <a:gd name="connsiteX17" fmla="*/ 3359597 w 5252759"/>
                  <a:gd name="connsiteY17" fmla="*/ 281766 h 5900120"/>
                  <a:gd name="connsiteX18" fmla="*/ 3359779 w 5252759"/>
                  <a:gd name="connsiteY18" fmla="*/ 281291 h 5900120"/>
                  <a:gd name="connsiteX19" fmla="*/ 3472179 w 5252759"/>
                  <a:gd name="connsiteY19" fmla="*/ 66747 h 5900120"/>
                  <a:gd name="connsiteX20" fmla="*/ 3595130 w 5252759"/>
                  <a:gd name="connsiteY20" fmla="*/ 0 h 5900120"/>
                  <a:gd name="connsiteX21" fmla="*/ 3596443 w 5252759"/>
                  <a:gd name="connsiteY21" fmla="*/ 0 h 5900120"/>
                  <a:gd name="connsiteX22" fmla="*/ 3720095 w 5252759"/>
                  <a:gd name="connsiteY22" fmla="*/ 54706 h 5900120"/>
                  <a:gd name="connsiteX23" fmla="*/ 3849384 w 5252759"/>
                  <a:gd name="connsiteY23" fmla="*/ 205219 h 5900120"/>
                  <a:gd name="connsiteX24" fmla="*/ 4120482 w 5252759"/>
                  <a:gd name="connsiteY24" fmla="*/ 731475 h 5900120"/>
                  <a:gd name="connsiteX25" fmla="*/ 4672096 w 5252759"/>
                  <a:gd name="connsiteY25" fmla="*/ 2252457 h 5900120"/>
                  <a:gd name="connsiteX26" fmla="*/ 5033816 w 5252759"/>
                  <a:gd name="connsiteY26" fmla="*/ 3282651 h 5900120"/>
                  <a:gd name="connsiteX27" fmla="*/ 5207092 w 5252759"/>
                  <a:gd name="connsiteY27" fmla="*/ 3858972 h 5900120"/>
                  <a:gd name="connsiteX28" fmla="*/ 5251962 w 5252759"/>
                  <a:gd name="connsiteY28" fmla="*/ 4341839 h 5900120"/>
                  <a:gd name="connsiteX29" fmla="*/ 5186128 w 5252759"/>
                  <a:gd name="connsiteY29" fmla="*/ 4739444 h 5900120"/>
                  <a:gd name="connsiteX30" fmla="*/ 5027296 w 5252759"/>
                  <a:gd name="connsiteY30" fmla="*/ 5059914 h 5900120"/>
                  <a:gd name="connsiteX31" fmla="*/ 3713281 w 5252759"/>
                  <a:gd name="connsiteY31" fmla="*/ 5754383 h 5900120"/>
                  <a:gd name="connsiteX32" fmla="*/ 2467929 w 5252759"/>
                  <a:gd name="connsiteY32" fmla="*/ 5830138 h 5900120"/>
                  <a:gd name="connsiteX33" fmla="*/ 2417898 w 5252759"/>
                  <a:gd name="connsiteY33" fmla="*/ 5899283 h 5900120"/>
                  <a:gd name="connsiteX34" fmla="*/ 2417241 w 5252759"/>
                  <a:gd name="connsiteY34" fmla="*/ 5900121 h 5900120"/>
                  <a:gd name="connsiteX35" fmla="*/ 2291914 w 5252759"/>
                  <a:gd name="connsiteY35" fmla="*/ 5826991 h 5900120"/>
                  <a:gd name="connsiteX36" fmla="*/ 2273282 w 5252759"/>
                  <a:gd name="connsiteY36" fmla="*/ 5827105 h 5900120"/>
                  <a:gd name="connsiteX37" fmla="*/ 2220625 w 5252759"/>
                  <a:gd name="connsiteY37" fmla="*/ 5833374 h 5900120"/>
                  <a:gd name="connsiteX38" fmla="*/ 2265766 w 5252759"/>
                  <a:gd name="connsiteY38" fmla="*/ 5853813 h 5900120"/>
                  <a:gd name="connsiteX39" fmla="*/ 2416041 w 5252759"/>
                  <a:gd name="connsiteY39" fmla="*/ 5896499 h 5900120"/>
                  <a:gd name="connsiteX40" fmla="*/ 2464239 w 5252759"/>
                  <a:gd name="connsiteY40" fmla="*/ 5830070 h 5900120"/>
                  <a:gd name="connsiteX41" fmla="*/ 2420184 w 5252759"/>
                  <a:gd name="connsiteY41" fmla="*/ 5829119 h 5900120"/>
                  <a:gd name="connsiteX42" fmla="*/ 2291936 w 5252759"/>
                  <a:gd name="connsiteY42" fmla="*/ 5827014 h 5900120"/>
                  <a:gd name="connsiteX43" fmla="*/ 2470057 w 5252759"/>
                  <a:gd name="connsiteY43" fmla="*/ 5826991 h 5900120"/>
                  <a:gd name="connsiteX44" fmla="*/ 3712737 w 5252759"/>
                  <a:gd name="connsiteY44" fmla="*/ 5751237 h 5900120"/>
                  <a:gd name="connsiteX45" fmla="*/ 5024692 w 5252759"/>
                  <a:gd name="connsiteY45" fmla="*/ 5058081 h 5900120"/>
                  <a:gd name="connsiteX46" fmla="*/ 5030827 w 5252759"/>
                  <a:gd name="connsiteY46" fmla="*/ 3283783 h 5900120"/>
                  <a:gd name="connsiteX47" fmla="*/ 4669062 w 5252759"/>
                  <a:gd name="connsiteY47" fmla="*/ 2253430 h 5900120"/>
                  <a:gd name="connsiteX48" fmla="*/ 3596398 w 5252759"/>
                  <a:gd name="connsiteY48" fmla="*/ 3169 h 5900120"/>
                  <a:gd name="connsiteX49" fmla="*/ 3595107 w 5252759"/>
                  <a:gd name="connsiteY49" fmla="*/ 3169 h 5900120"/>
                  <a:gd name="connsiteX50" fmla="*/ 3474579 w 5252759"/>
                  <a:gd name="connsiteY50" fmla="*/ 68806 h 5900120"/>
                  <a:gd name="connsiteX51" fmla="*/ 3362948 w 5252759"/>
                  <a:gd name="connsiteY51" fmla="*/ 281880 h 5900120"/>
                  <a:gd name="connsiteX52" fmla="*/ 3457102 w 5252759"/>
                  <a:gd name="connsiteY52" fmla="*/ 985447 h 5900120"/>
                  <a:gd name="connsiteX53" fmla="*/ 3405961 w 5252759"/>
                  <a:gd name="connsiteY53" fmla="*/ 1245168 h 5900120"/>
                  <a:gd name="connsiteX54" fmla="*/ 3299016 w 5252759"/>
                  <a:gd name="connsiteY54" fmla="*/ 1451791 h 5900120"/>
                  <a:gd name="connsiteX55" fmla="*/ 2984135 w 5252759"/>
                  <a:gd name="connsiteY55" fmla="*/ 1712689 h 5900120"/>
                  <a:gd name="connsiteX56" fmla="*/ 2552983 w 5252759"/>
                  <a:gd name="connsiteY56" fmla="*/ 1856209 h 5900120"/>
                  <a:gd name="connsiteX57" fmla="*/ 1520751 w 5252759"/>
                  <a:gd name="connsiteY57" fmla="*/ 1947061 h 5900120"/>
                  <a:gd name="connsiteX58" fmla="*/ 465677 w 5252759"/>
                  <a:gd name="connsiteY58" fmla="*/ 2060591 h 5900120"/>
                  <a:gd name="connsiteX59" fmla="*/ 3169 w 5252759"/>
                  <a:gd name="connsiteY59" fmla="*/ 2606425 h 5900120"/>
                  <a:gd name="connsiteX60" fmla="*/ 451392 w 5252759"/>
                  <a:gd name="connsiteY60" fmla="*/ 3467093 h 5900120"/>
                  <a:gd name="connsiteX61" fmla="*/ 1414983 w 5252759"/>
                  <a:gd name="connsiteY61" fmla="*/ 4159207 h 5900120"/>
                  <a:gd name="connsiteX62" fmla="*/ 2608877 w 5252759"/>
                  <a:gd name="connsiteY62" fmla="*/ 5297047 h 5900120"/>
                  <a:gd name="connsiteX63" fmla="*/ 2589521 w 5252759"/>
                  <a:gd name="connsiteY63" fmla="*/ 5583884 h 5900120"/>
                  <a:gd name="connsiteX64" fmla="*/ 2470035 w 5252759"/>
                  <a:gd name="connsiteY64" fmla="*/ 5827014 h 5900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5252759" h="5900120">
                    <a:moveTo>
                      <a:pt x="2417264" y="5900121"/>
                    </a:moveTo>
                    <a:lnTo>
                      <a:pt x="2416245" y="5899849"/>
                    </a:lnTo>
                    <a:cubicBezTo>
                      <a:pt x="2246569" y="5854740"/>
                      <a:pt x="2216187" y="5841907"/>
                      <a:pt x="2217455" y="5832922"/>
                    </a:cubicBezTo>
                    <a:cubicBezTo>
                      <a:pt x="2218995" y="5822012"/>
                      <a:pt x="2270769" y="5822601"/>
                      <a:pt x="2420252" y="5825905"/>
                    </a:cubicBezTo>
                    <a:cubicBezTo>
                      <a:pt x="2434945" y="5826222"/>
                      <a:pt x="2450339" y="5826562"/>
                      <a:pt x="2466367" y="5826901"/>
                    </a:cubicBezTo>
                    <a:cubicBezTo>
                      <a:pt x="2590427" y="5643116"/>
                      <a:pt x="2636044" y="5469289"/>
                      <a:pt x="2605753" y="5297568"/>
                    </a:cubicBezTo>
                    <a:cubicBezTo>
                      <a:pt x="2530027" y="4868320"/>
                      <a:pt x="1987605" y="4525171"/>
                      <a:pt x="1413308" y="4161878"/>
                    </a:cubicBezTo>
                    <a:cubicBezTo>
                      <a:pt x="1070808" y="3945206"/>
                      <a:pt x="716649" y="3721156"/>
                      <a:pt x="449241" y="3469401"/>
                    </a:cubicBezTo>
                    <a:cubicBezTo>
                      <a:pt x="304784" y="3333395"/>
                      <a:pt x="198518" y="3201962"/>
                      <a:pt x="124331" y="3067563"/>
                    </a:cubicBezTo>
                    <a:cubicBezTo>
                      <a:pt x="40659" y="2915986"/>
                      <a:pt x="0" y="2765132"/>
                      <a:pt x="0" y="2606402"/>
                    </a:cubicBezTo>
                    <a:cubicBezTo>
                      <a:pt x="0" y="2532322"/>
                      <a:pt x="11093" y="2464376"/>
                      <a:pt x="33007" y="2404465"/>
                    </a:cubicBezTo>
                    <a:cubicBezTo>
                      <a:pt x="53971" y="2347134"/>
                      <a:pt x="85529" y="2295212"/>
                      <a:pt x="126822" y="2250126"/>
                    </a:cubicBezTo>
                    <a:cubicBezTo>
                      <a:pt x="203272" y="2166653"/>
                      <a:pt x="313817" y="2103641"/>
                      <a:pt x="464771" y="2057536"/>
                    </a:cubicBezTo>
                    <a:cubicBezTo>
                      <a:pt x="746102" y="1971596"/>
                      <a:pt x="1122333" y="1958129"/>
                      <a:pt x="1520660" y="1943870"/>
                    </a:cubicBezTo>
                    <a:cubicBezTo>
                      <a:pt x="1872578" y="1931263"/>
                      <a:pt x="2236449" y="1918248"/>
                      <a:pt x="2552349" y="1853086"/>
                    </a:cubicBezTo>
                    <a:cubicBezTo>
                      <a:pt x="2909383" y="1779436"/>
                      <a:pt x="3152793" y="1647572"/>
                      <a:pt x="3296436" y="1449935"/>
                    </a:cubicBezTo>
                    <a:cubicBezTo>
                      <a:pt x="3488140" y="1186185"/>
                      <a:pt x="3508831" y="804242"/>
                      <a:pt x="3359733" y="282264"/>
                    </a:cubicBezTo>
                    <a:lnTo>
                      <a:pt x="3359597" y="281766"/>
                    </a:lnTo>
                    <a:lnTo>
                      <a:pt x="3359779" y="281291"/>
                    </a:lnTo>
                    <a:cubicBezTo>
                      <a:pt x="3394280" y="185460"/>
                      <a:pt x="3432109" y="113281"/>
                      <a:pt x="3472179" y="66747"/>
                    </a:cubicBezTo>
                    <a:cubicBezTo>
                      <a:pt x="3510325" y="22453"/>
                      <a:pt x="3551686" y="0"/>
                      <a:pt x="3595130" y="0"/>
                    </a:cubicBezTo>
                    <a:cubicBezTo>
                      <a:pt x="3595560" y="0"/>
                      <a:pt x="3596013" y="0"/>
                      <a:pt x="3596443" y="0"/>
                    </a:cubicBezTo>
                    <a:cubicBezTo>
                      <a:pt x="3635336" y="407"/>
                      <a:pt x="3676946" y="18809"/>
                      <a:pt x="3720095" y="54706"/>
                    </a:cubicBezTo>
                    <a:cubicBezTo>
                      <a:pt x="3760890" y="88611"/>
                      <a:pt x="3804379" y="139265"/>
                      <a:pt x="3849384" y="205219"/>
                    </a:cubicBezTo>
                    <a:cubicBezTo>
                      <a:pt x="3931857" y="326083"/>
                      <a:pt x="4020533" y="498212"/>
                      <a:pt x="4120482" y="731475"/>
                    </a:cubicBezTo>
                    <a:cubicBezTo>
                      <a:pt x="4304896" y="1161809"/>
                      <a:pt x="4491575" y="1716265"/>
                      <a:pt x="4672096" y="2252457"/>
                    </a:cubicBezTo>
                    <a:cubicBezTo>
                      <a:pt x="4801204" y="2635917"/>
                      <a:pt x="4923158" y="2998123"/>
                      <a:pt x="5033816" y="3282651"/>
                    </a:cubicBezTo>
                    <a:cubicBezTo>
                      <a:pt x="5112734" y="3485562"/>
                      <a:pt x="5171028" y="3679464"/>
                      <a:pt x="5207092" y="3858972"/>
                    </a:cubicBezTo>
                    <a:cubicBezTo>
                      <a:pt x="5241435" y="4029946"/>
                      <a:pt x="5256535" y="4192411"/>
                      <a:pt x="5251962" y="4341839"/>
                    </a:cubicBezTo>
                    <a:cubicBezTo>
                      <a:pt x="5247615" y="4483593"/>
                      <a:pt x="5225474" y="4617358"/>
                      <a:pt x="5186128" y="4739444"/>
                    </a:cubicBezTo>
                    <a:cubicBezTo>
                      <a:pt x="5148978" y="4854672"/>
                      <a:pt x="5095551" y="4962499"/>
                      <a:pt x="5027296" y="5059914"/>
                    </a:cubicBezTo>
                    <a:cubicBezTo>
                      <a:pt x="4783410" y="5408043"/>
                      <a:pt x="4341299" y="5641690"/>
                      <a:pt x="3713281" y="5754383"/>
                    </a:cubicBezTo>
                    <a:cubicBezTo>
                      <a:pt x="3229357" y="5841228"/>
                      <a:pt x="2749599" y="5836068"/>
                      <a:pt x="2467929" y="5830138"/>
                    </a:cubicBezTo>
                    <a:cubicBezTo>
                      <a:pt x="2452422" y="5853111"/>
                      <a:pt x="2435737" y="5876174"/>
                      <a:pt x="2417898" y="5899283"/>
                    </a:cubicBezTo>
                    <a:lnTo>
                      <a:pt x="2417241" y="5900121"/>
                    </a:lnTo>
                    <a:close/>
                    <a:moveTo>
                      <a:pt x="2291914" y="5826991"/>
                    </a:moveTo>
                    <a:cubicBezTo>
                      <a:pt x="2285281" y="5826991"/>
                      <a:pt x="2279055" y="5827037"/>
                      <a:pt x="2273282" y="5827105"/>
                    </a:cubicBezTo>
                    <a:cubicBezTo>
                      <a:pt x="2228141" y="5827761"/>
                      <a:pt x="2220896" y="5831315"/>
                      <a:pt x="2220625" y="5833374"/>
                    </a:cubicBezTo>
                    <a:cubicBezTo>
                      <a:pt x="2220398" y="5835004"/>
                      <a:pt x="2224337" y="5840278"/>
                      <a:pt x="2265766" y="5853813"/>
                    </a:cubicBezTo>
                    <a:cubicBezTo>
                      <a:pt x="2296124" y="5863726"/>
                      <a:pt x="2343892" y="5877283"/>
                      <a:pt x="2416041" y="5896499"/>
                    </a:cubicBezTo>
                    <a:cubicBezTo>
                      <a:pt x="2433224" y="5874206"/>
                      <a:pt x="2449297" y="5852070"/>
                      <a:pt x="2464239" y="5830070"/>
                    </a:cubicBezTo>
                    <a:cubicBezTo>
                      <a:pt x="2448958" y="5829753"/>
                      <a:pt x="2434243" y="5829413"/>
                      <a:pt x="2420184" y="5829119"/>
                    </a:cubicBezTo>
                    <a:cubicBezTo>
                      <a:pt x="2367912" y="5827965"/>
                      <a:pt x="2324785" y="5827014"/>
                      <a:pt x="2291936" y="5827014"/>
                    </a:cubicBezTo>
                    <a:close/>
                    <a:moveTo>
                      <a:pt x="2470057" y="5826991"/>
                    </a:moveTo>
                    <a:cubicBezTo>
                      <a:pt x="2751886" y="5832899"/>
                      <a:pt x="3230285" y="5837810"/>
                      <a:pt x="3712737" y="5751237"/>
                    </a:cubicBezTo>
                    <a:cubicBezTo>
                      <a:pt x="4339896" y="5638680"/>
                      <a:pt x="4781304" y="5405462"/>
                      <a:pt x="5024692" y="5058081"/>
                    </a:cubicBezTo>
                    <a:cubicBezTo>
                      <a:pt x="5321757" y="4634061"/>
                      <a:pt x="5323817" y="4037099"/>
                      <a:pt x="5030827" y="3283783"/>
                    </a:cubicBezTo>
                    <a:cubicBezTo>
                      <a:pt x="4920124" y="2999164"/>
                      <a:pt x="4798170" y="2636935"/>
                      <a:pt x="4669062" y="2253430"/>
                    </a:cubicBezTo>
                    <a:cubicBezTo>
                      <a:pt x="4314450" y="1200218"/>
                      <a:pt x="3912546" y="6473"/>
                      <a:pt x="3596398" y="3169"/>
                    </a:cubicBezTo>
                    <a:cubicBezTo>
                      <a:pt x="3595967" y="3169"/>
                      <a:pt x="3595537" y="3169"/>
                      <a:pt x="3595107" y="3169"/>
                    </a:cubicBezTo>
                    <a:cubicBezTo>
                      <a:pt x="3552637" y="3169"/>
                      <a:pt x="3512091" y="25237"/>
                      <a:pt x="3474579" y="68806"/>
                    </a:cubicBezTo>
                    <a:cubicBezTo>
                      <a:pt x="3434826" y="114979"/>
                      <a:pt x="3397268" y="186660"/>
                      <a:pt x="3362948" y="281880"/>
                    </a:cubicBezTo>
                    <a:cubicBezTo>
                      <a:pt x="3439715" y="550745"/>
                      <a:pt x="3471387" y="787448"/>
                      <a:pt x="3457102" y="985447"/>
                    </a:cubicBezTo>
                    <a:cubicBezTo>
                      <a:pt x="3450333" y="1079218"/>
                      <a:pt x="3433128" y="1166607"/>
                      <a:pt x="3405961" y="1245168"/>
                    </a:cubicBezTo>
                    <a:cubicBezTo>
                      <a:pt x="3379927" y="1320448"/>
                      <a:pt x="3343954" y="1389956"/>
                      <a:pt x="3299016" y="1451791"/>
                    </a:cubicBezTo>
                    <a:cubicBezTo>
                      <a:pt x="3221728" y="1558124"/>
                      <a:pt x="3118722" y="1643476"/>
                      <a:pt x="2984135" y="1712689"/>
                    </a:cubicBezTo>
                    <a:cubicBezTo>
                      <a:pt x="2864898" y="1774004"/>
                      <a:pt x="2723882" y="1820946"/>
                      <a:pt x="2552983" y="1856209"/>
                    </a:cubicBezTo>
                    <a:cubicBezTo>
                      <a:pt x="2236811" y="1921417"/>
                      <a:pt x="1872804" y="1934454"/>
                      <a:pt x="1520751" y="1947061"/>
                    </a:cubicBezTo>
                    <a:cubicBezTo>
                      <a:pt x="1122650" y="1961320"/>
                      <a:pt x="746622" y="1974765"/>
                      <a:pt x="465677" y="2060591"/>
                    </a:cubicBezTo>
                    <a:cubicBezTo>
                      <a:pt x="150140" y="2156988"/>
                      <a:pt x="3169" y="2330430"/>
                      <a:pt x="3169" y="2606425"/>
                    </a:cubicBezTo>
                    <a:cubicBezTo>
                      <a:pt x="3169" y="2901590"/>
                      <a:pt x="149777" y="3183108"/>
                      <a:pt x="451392" y="3467093"/>
                    </a:cubicBezTo>
                    <a:cubicBezTo>
                      <a:pt x="718573" y="3718643"/>
                      <a:pt x="1072596" y="3942603"/>
                      <a:pt x="1414983" y="4159207"/>
                    </a:cubicBezTo>
                    <a:cubicBezTo>
                      <a:pt x="1989892" y="4522908"/>
                      <a:pt x="2532902" y="4866419"/>
                      <a:pt x="2608877" y="5297047"/>
                    </a:cubicBezTo>
                    <a:cubicBezTo>
                      <a:pt x="2625404" y="5390796"/>
                      <a:pt x="2618906" y="5487283"/>
                      <a:pt x="2589521" y="5583884"/>
                    </a:cubicBezTo>
                    <a:cubicBezTo>
                      <a:pt x="2565479" y="5662920"/>
                      <a:pt x="2525386" y="5744424"/>
                      <a:pt x="2470035" y="582701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A3093A6A-67B3-2B72-8884-9CC3AED8A1E5}"/>
                  </a:ext>
                </a:extLst>
              </p:cNvPr>
              <p:cNvSpPr/>
              <p:nvPr/>
            </p:nvSpPr>
            <p:spPr>
              <a:xfrm>
                <a:off x="3666284" y="134200"/>
                <a:ext cx="5213523" cy="5861931"/>
              </a:xfrm>
              <a:custGeom>
                <a:avLst/>
                <a:gdLst>
                  <a:gd name="connsiteX0" fmla="*/ 2372032 w 5213523"/>
                  <a:gd name="connsiteY0" fmla="*/ 5861887 h 5861931"/>
                  <a:gd name="connsiteX1" fmla="*/ 2370968 w 5213523"/>
                  <a:gd name="connsiteY1" fmla="*/ 5861502 h 5861931"/>
                  <a:gd name="connsiteX2" fmla="*/ 2161515 w 5213523"/>
                  <a:gd name="connsiteY2" fmla="*/ 5760330 h 5861931"/>
                  <a:gd name="connsiteX3" fmla="*/ 2453169 w 5213523"/>
                  <a:gd name="connsiteY3" fmla="*/ 5751231 h 5861931"/>
                  <a:gd name="connsiteX4" fmla="*/ 2562038 w 5213523"/>
                  <a:gd name="connsiteY4" fmla="*/ 5346428 h 5861931"/>
                  <a:gd name="connsiteX5" fmla="*/ 1417270 w 5213523"/>
                  <a:gd name="connsiteY5" fmla="*/ 4185004 h 5861931"/>
                  <a:gd name="connsiteX6" fmla="*/ 452705 w 5213523"/>
                  <a:gd name="connsiteY6" fmla="*/ 3438093 h 5861931"/>
                  <a:gd name="connsiteX7" fmla="*/ 125509 w 5213523"/>
                  <a:gd name="connsiteY7" fmla="*/ 3015908 h 5861931"/>
                  <a:gd name="connsiteX8" fmla="*/ 32917 w 5213523"/>
                  <a:gd name="connsiteY8" fmla="*/ 2787534 h 5861931"/>
                  <a:gd name="connsiteX9" fmla="*/ 0 w 5213523"/>
                  <a:gd name="connsiteY9" fmla="*/ 2545716 h 5861931"/>
                  <a:gd name="connsiteX10" fmla="*/ 32985 w 5213523"/>
                  <a:gd name="connsiteY10" fmla="*/ 2342760 h 5861931"/>
                  <a:gd name="connsiteX11" fmla="*/ 126731 w 5213523"/>
                  <a:gd name="connsiteY11" fmla="*/ 2186610 h 5861931"/>
                  <a:gd name="connsiteX12" fmla="*/ 464522 w 5213523"/>
                  <a:gd name="connsiteY12" fmla="*/ 1988317 h 5861931"/>
                  <a:gd name="connsiteX13" fmla="*/ 1519868 w 5213523"/>
                  <a:gd name="connsiteY13" fmla="*/ 1858060 h 5861931"/>
                  <a:gd name="connsiteX14" fmla="*/ 2543723 w 5213523"/>
                  <a:gd name="connsiteY14" fmla="*/ 1752723 h 5861931"/>
                  <a:gd name="connsiteX15" fmla="*/ 3287222 w 5213523"/>
                  <a:gd name="connsiteY15" fmla="*/ 1345747 h 5861931"/>
                  <a:gd name="connsiteX16" fmla="*/ 3387262 w 5213523"/>
                  <a:gd name="connsiteY16" fmla="*/ 273545 h 5861931"/>
                  <a:gd name="connsiteX17" fmla="*/ 3387126 w 5213523"/>
                  <a:gd name="connsiteY17" fmla="*/ 273002 h 5861931"/>
                  <a:gd name="connsiteX18" fmla="*/ 3387352 w 5213523"/>
                  <a:gd name="connsiteY18" fmla="*/ 272481 h 5861931"/>
                  <a:gd name="connsiteX19" fmla="*/ 3518611 w 5213523"/>
                  <a:gd name="connsiteY19" fmla="*/ 61037 h 5861931"/>
                  <a:gd name="connsiteX20" fmla="*/ 3650979 w 5213523"/>
                  <a:gd name="connsiteY20" fmla="*/ 266 h 5861931"/>
                  <a:gd name="connsiteX21" fmla="*/ 3867518 w 5213523"/>
                  <a:gd name="connsiteY21" fmla="*/ 175722 h 5861931"/>
                  <a:gd name="connsiteX22" fmla="*/ 4083083 w 5213523"/>
                  <a:gd name="connsiteY22" fmla="*/ 613910 h 5861931"/>
                  <a:gd name="connsiteX23" fmla="*/ 4513353 w 5213523"/>
                  <a:gd name="connsiteY23" fmla="*/ 1925870 h 5861931"/>
                  <a:gd name="connsiteX24" fmla="*/ 4959063 w 5213523"/>
                  <a:gd name="connsiteY24" fmla="*/ 3273931 h 5861931"/>
                  <a:gd name="connsiteX25" fmla="*/ 5153325 w 5213523"/>
                  <a:gd name="connsiteY25" fmla="*/ 3869151 h 5861931"/>
                  <a:gd name="connsiteX26" fmla="*/ 5213521 w 5213523"/>
                  <a:gd name="connsiteY26" fmla="*/ 4362475 h 5861931"/>
                  <a:gd name="connsiteX27" fmla="*/ 5157988 w 5213523"/>
                  <a:gd name="connsiteY27" fmla="*/ 4763294 h 5861931"/>
                  <a:gd name="connsiteX28" fmla="*/ 5005087 w 5213523"/>
                  <a:gd name="connsiteY28" fmla="*/ 5080958 h 5861931"/>
                  <a:gd name="connsiteX29" fmla="*/ 4470453 w 5213523"/>
                  <a:gd name="connsiteY29" fmla="*/ 5509142 h 5861931"/>
                  <a:gd name="connsiteX30" fmla="*/ 3764987 w 5213523"/>
                  <a:gd name="connsiteY30" fmla="*/ 5711170 h 5861931"/>
                  <a:gd name="connsiteX31" fmla="*/ 2460934 w 5213523"/>
                  <a:gd name="connsiteY31" fmla="*/ 5754852 h 5861931"/>
                  <a:gd name="connsiteX32" fmla="*/ 2454686 w 5213523"/>
                  <a:gd name="connsiteY32" fmla="*/ 5754604 h 5861931"/>
                  <a:gd name="connsiteX33" fmla="*/ 2372802 w 5213523"/>
                  <a:gd name="connsiteY33" fmla="*/ 5861072 h 5861931"/>
                  <a:gd name="connsiteX34" fmla="*/ 2372055 w 5213523"/>
                  <a:gd name="connsiteY34" fmla="*/ 5861932 h 5861931"/>
                  <a:gd name="connsiteX35" fmla="*/ 2253994 w 5213523"/>
                  <a:gd name="connsiteY35" fmla="*/ 5748470 h 5861931"/>
                  <a:gd name="connsiteX36" fmla="*/ 2164730 w 5213523"/>
                  <a:gd name="connsiteY36" fmla="*/ 5760964 h 5861931"/>
                  <a:gd name="connsiteX37" fmla="*/ 2371036 w 5213523"/>
                  <a:gd name="connsiteY37" fmla="*/ 5858039 h 5861931"/>
                  <a:gd name="connsiteX38" fmla="*/ 2451018 w 5213523"/>
                  <a:gd name="connsiteY38" fmla="*/ 5754422 h 5861931"/>
                  <a:gd name="connsiteX39" fmla="*/ 2253994 w 5213523"/>
                  <a:gd name="connsiteY39" fmla="*/ 5748470 h 5861931"/>
                  <a:gd name="connsiteX40" fmla="*/ 2456768 w 5213523"/>
                  <a:gd name="connsiteY40" fmla="*/ 5751390 h 5861931"/>
                  <a:gd name="connsiteX41" fmla="*/ 2461047 w 5213523"/>
                  <a:gd name="connsiteY41" fmla="*/ 5751570 h 5861931"/>
                  <a:gd name="connsiteX42" fmla="*/ 3764467 w 5213523"/>
                  <a:gd name="connsiteY42" fmla="*/ 5707933 h 5861931"/>
                  <a:gd name="connsiteX43" fmla="*/ 5002393 w 5213523"/>
                  <a:gd name="connsiteY43" fmla="*/ 5079079 h 5861931"/>
                  <a:gd name="connsiteX44" fmla="*/ 4956052 w 5213523"/>
                  <a:gd name="connsiteY44" fmla="*/ 3275176 h 5861931"/>
                  <a:gd name="connsiteX45" fmla="*/ 4510229 w 5213523"/>
                  <a:gd name="connsiteY45" fmla="*/ 1926821 h 5861931"/>
                  <a:gd name="connsiteX46" fmla="*/ 4080072 w 5213523"/>
                  <a:gd name="connsiteY46" fmla="*/ 615109 h 5861931"/>
                  <a:gd name="connsiteX47" fmla="*/ 3864847 w 5213523"/>
                  <a:gd name="connsiteY47" fmla="*/ 177533 h 5861931"/>
                  <a:gd name="connsiteX48" fmla="*/ 3650821 w 5213523"/>
                  <a:gd name="connsiteY48" fmla="*/ 3503 h 5861931"/>
                  <a:gd name="connsiteX49" fmla="*/ 3520988 w 5213523"/>
                  <a:gd name="connsiteY49" fmla="*/ 63301 h 5861931"/>
                  <a:gd name="connsiteX50" fmla="*/ 3390612 w 5213523"/>
                  <a:gd name="connsiteY50" fmla="*/ 273251 h 5861931"/>
                  <a:gd name="connsiteX51" fmla="*/ 3451216 w 5213523"/>
                  <a:gd name="connsiteY51" fmla="*/ 913512 h 5861931"/>
                  <a:gd name="connsiteX52" fmla="*/ 3289893 w 5213523"/>
                  <a:gd name="connsiteY52" fmla="*/ 1347648 h 5861931"/>
                  <a:gd name="connsiteX53" fmla="*/ 2973880 w 5213523"/>
                  <a:gd name="connsiteY53" fmla="*/ 1608365 h 5861931"/>
                  <a:gd name="connsiteX54" fmla="*/ 2544470 w 5213523"/>
                  <a:gd name="connsiteY54" fmla="*/ 1755869 h 5861931"/>
                  <a:gd name="connsiteX55" fmla="*/ 1520094 w 5213523"/>
                  <a:gd name="connsiteY55" fmla="*/ 1861274 h 5861931"/>
                  <a:gd name="connsiteX56" fmla="*/ 465586 w 5213523"/>
                  <a:gd name="connsiteY56" fmla="*/ 1991372 h 5861931"/>
                  <a:gd name="connsiteX57" fmla="*/ 3328 w 5213523"/>
                  <a:gd name="connsiteY57" fmla="*/ 2545648 h 5861931"/>
                  <a:gd name="connsiteX58" fmla="*/ 455082 w 5213523"/>
                  <a:gd name="connsiteY58" fmla="*/ 3435717 h 5861931"/>
                  <a:gd name="connsiteX59" fmla="*/ 1419194 w 5213523"/>
                  <a:gd name="connsiteY59" fmla="*/ 4182265 h 5861931"/>
                  <a:gd name="connsiteX60" fmla="*/ 2565343 w 5213523"/>
                  <a:gd name="connsiteY60" fmla="*/ 5345975 h 5861931"/>
                  <a:gd name="connsiteX61" fmla="*/ 2536117 w 5213523"/>
                  <a:gd name="connsiteY61" fmla="*/ 5596643 h 5861931"/>
                  <a:gd name="connsiteX62" fmla="*/ 2456836 w 5213523"/>
                  <a:gd name="connsiteY62" fmla="*/ 5751344 h 5861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5213523" h="5861931">
                    <a:moveTo>
                      <a:pt x="2372032" y="5861887"/>
                    </a:moveTo>
                    <a:lnTo>
                      <a:pt x="2370968" y="5861502"/>
                    </a:lnTo>
                    <a:cubicBezTo>
                      <a:pt x="2193368" y="5796453"/>
                      <a:pt x="2158798" y="5774023"/>
                      <a:pt x="2161515" y="5760330"/>
                    </a:cubicBezTo>
                    <a:cubicBezTo>
                      <a:pt x="2165454" y="5740526"/>
                      <a:pt x="2253903" y="5743060"/>
                      <a:pt x="2453169" y="5751231"/>
                    </a:cubicBezTo>
                    <a:cubicBezTo>
                      <a:pt x="2543497" y="5615746"/>
                      <a:pt x="2579198" y="5482388"/>
                      <a:pt x="2562038" y="5346428"/>
                    </a:cubicBezTo>
                    <a:cubicBezTo>
                      <a:pt x="2510377" y="4937528"/>
                      <a:pt x="1979410" y="4571995"/>
                      <a:pt x="1417270" y="4185004"/>
                    </a:cubicBezTo>
                    <a:cubicBezTo>
                      <a:pt x="1075245" y="3949546"/>
                      <a:pt x="721607" y="3706076"/>
                      <a:pt x="452705" y="3438093"/>
                    </a:cubicBezTo>
                    <a:cubicBezTo>
                      <a:pt x="307320" y="3293193"/>
                      <a:pt x="200284" y="3155082"/>
                      <a:pt x="125509" y="3015908"/>
                    </a:cubicBezTo>
                    <a:cubicBezTo>
                      <a:pt x="84827" y="2940175"/>
                      <a:pt x="53676" y="2863334"/>
                      <a:pt x="32917" y="2787534"/>
                    </a:cubicBezTo>
                    <a:cubicBezTo>
                      <a:pt x="11070" y="2707750"/>
                      <a:pt x="0" y="2626382"/>
                      <a:pt x="0" y="2545716"/>
                    </a:cubicBezTo>
                    <a:cubicBezTo>
                      <a:pt x="0" y="2471455"/>
                      <a:pt x="11093" y="2403169"/>
                      <a:pt x="32985" y="2342760"/>
                    </a:cubicBezTo>
                    <a:cubicBezTo>
                      <a:pt x="53925" y="2284976"/>
                      <a:pt x="85484" y="2232443"/>
                      <a:pt x="126731" y="2186610"/>
                    </a:cubicBezTo>
                    <a:cubicBezTo>
                      <a:pt x="203159" y="2101734"/>
                      <a:pt x="313636" y="2036888"/>
                      <a:pt x="464522" y="1988317"/>
                    </a:cubicBezTo>
                    <a:cubicBezTo>
                      <a:pt x="745717" y="1897805"/>
                      <a:pt x="1121745" y="1878498"/>
                      <a:pt x="1519868" y="1858060"/>
                    </a:cubicBezTo>
                    <a:cubicBezTo>
                      <a:pt x="1868843" y="1840134"/>
                      <a:pt x="2229680" y="1821597"/>
                      <a:pt x="2543723" y="1752723"/>
                    </a:cubicBezTo>
                    <a:cubicBezTo>
                      <a:pt x="2898629" y="1674885"/>
                      <a:pt x="3141836" y="1541754"/>
                      <a:pt x="3287222" y="1345747"/>
                    </a:cubicBezTo>
                    <a:cubicBezTo>
                      <a:pt x="3471862" y="1096799"/>
                      <a:pt x="3504598" y="746068"/>
                      <a:pt x="3387262" y="273545"/>
                    </a:cubicBezTo>
                    <a:lnTo>
                      <a:pt x="3387126" y="273002"/>
                    </a:lnTo>
                    <a:lnTo>
                      <a:pt x="3387352" y="272481"/>
                    </a:lnTo>
                    <a:cubicBezTo>
                      <a:pt x="3429936" y="177125"/>
                      <a:pt x="3474104" y="105988"/>
                      <a:pt x="3518611" y="61037"/>
                    </a:cubicBezTo>
                    <a:cubicBezTo>
                      <a:pt x="3561398" y="17830"/>
                      <a:pt x="3605951" y="-2609"/>
                      <a:pt x="3650979" y="266"/>
                    </a:cubicBezTo>
                    <a:cubicBezTo>
                      <a:pt x="3720457" y="4702"/>
                      <a:pt x="3791294" y="62101"/>
                      <a:pt x="3867518" y="175722"/>
                    </a:cubicBezTo>
                    <a:cubicBezTo>
                      <a:pt x="3935208" y="276623"/>
                      <a:pt x="4005704" y="419939"/>
                      <a:pt x="4083083" y="613910"/>
                    </a:cubicBezTo>
                    <a:cubicBezTo>
                      <a:pt x="4226703" y="973989"/>
                      <a:pt x="4372427" y="1457897"/>
                      <a:pt x="4513353" y="1925870"/>
                    </a:cubicBezTo>
                    <a:cubicBezTo>
                      <a:pt x="4659758" y="2412019"/>
                      <a:pt x="4811142" y="2914735"/>
                      <a:pt x="4959063" y="3273931"/>
                    </a:cubicBezTo>
                    <a:cubicBezTo>
                      <a:pt x="5045769" y="3484470"/>
                      <a:pt x="5111127" y="3684732"/>
                      <a:pt x="5153325" y="3869151"/>
                    </a:cubicBezTo>
                    <a:cubicBezTo>
                      <a:pt x="5193509" y="4044789"/>
                      <a:pt x="5213770" y="4210784"/>
                      <a:pt x="5213521" y="4362475"/>
                    </a:cubicBezTo>
                    <a:cubicBezTo>
                      <a:pt x="5213295" y="4506357"/>
                      <a:pt x="5194595" y="4641231"/>
                      <a:pt x="5157988" y="4763294"/>
                    </a:cubicBezTo>
                    <a:cubicBezTo>
                      <a:pt x="5123420" y="4878522"/>
                      <a:pt x="5071984" y="4985398"/>
                      <a:pt x="5005087" y="5080958"/>
                    </a:cubicBezTo>
                    <a:cubicBezTo>
                      <a:pt x="4881978" y="5256822"/>
                      <a:pt x="4702092" y="5400885"/>
                      <a:pt x="4470453" y="5509142"/>
                    </a:cubicBezTo>
                    <a:cubicBezTo>
                      <a:pt x="4274606" y="5600672"/>
                      <a:pt x="4037263" y="5668641"/>
                      <a:pt x="3764987" y="5711170"/>
                    </a:cubicBezTo>
                    <a:cubicBezTo>
                      <a:pt x="3272212" y="5788169"/>
                      <a:pt x="2764359" y="5767301"/>
                      <a:pt x="2460934" y="5754852"/>
                    </a:cubicBezTo>
                    <a:cubicBezTo>
                      <a:pt x="2458828" y="5754762"/>
                      <a:pt x="2456768" y="5754672"/>
                      <a:pt x="2454686" y="5754604"/>
                    </a:cubicBezTo>
                    <a:cubicBezTo>
                      <a:pt x="2430983" y="5790093"/>
                      <a:pt x="2403658" y="5825650"/>
                      <a:pt x="2372802" y="5861072"/>
                    </a:cubicBezTo>
                    <a:lnTo>
                      <a:pt x="2372055" y="5861932"/>
                    </a:lnTo>
                    <a:close/>
                    <a:moveTo>
                      <a:pt x="2253994" y="5748470"/>
                    </a:moveTo>
                    <a:cubicBezTo>
                      <a:pt x="2199525" y="5748470"/>
                      <a:pt x="2166586" y="5751684"/>
                      <a:pt x="2164730" y="5760964"/>
                    </a:cubicBezTo>
                    <a:cubicBezTo>
                      <a:pt x="2161221" y="5778686"/>
                      <a:pt x="2272897" y="5822075"/>
                      <a:pt x="2371036" y="5858039"/>
                    </a:cubicBezTo>
                    <a:cubicBezTo>
                      <a:pt x="2401236" y="5823296"/>
                      <a:pt x="2427881" y="5788803"/>
                      <a:pt x="2451018" y="5754422"/>
                    </a:cubicBezTo>
                    <a:cubicBezTo>
                      <a:pt x="2372168" y="5751186"/>
                      <a:pt x="2304003" y="5748470"/>
                      <a:pt x="2253994" y="5748470"/>
                    </a:cubicBezTo>
                    <a:close/>
                    <a:moveTo>
                      <a:pt x="2456768" y="5751390"/>
                    </a:moveTo>
                    <a:cubicBezTo>
                      <a:pt x="2458172" y="5751457"/>
                      <a:pt x="2459621" y="5751503"/>
                      <a:pt x="2461047" y="5751570"/>
                    </a:cubicBezTo>
                    <a:cubicBezTo>
                      <a:pt x="2764359" y="5764019"/>
                      <a:pt x="3272009" y="5784887"/>
                      <a:pt x="3764467" y="5707933"/>
                    </a:cubicBezTo>
                    <a:cubicBezTo>
                      <a:pt x="4358800" y="5615067"/>
                      <a:pt x="4775305" y="5403487"/>
                      <a:pt x="5002393" y="5079079"/>
                    </a:cubicBezTo>
                    <a:cubicBezTo>
                      <a:pt x="5293390" y="4663389"/>
                      <a:pt x="5277792" y="4056468"/>
                      <a:pt x="4956052" y="3275176"/>
                    </a:cubicBezTo>
                    <a:cubicBezTo>
                      <a:pt x="4808063" y="2915844"/>
                      <a:pt x="4656656" y="2413060"/>
                      <a:pt x="4510229" y="1926821"/>
                    </a:cubicBezTo>
                    <a:cubicBezTo>
                      <a:pt x="4369326" y="1458915"/>
                      <a:pt x="4223624" y="975053"/>
                      <a:pt x="4080072" y="615109"/>
                    </a:cubicBezTo>
                    <a:cubicBezTo>
                      <a:pt x="4002806" y="421365"/>
                      <a:pt x="3932400" y="278230"/>
                      <a:pt x="3864847" y="177533"/>
                    </a:cubicBezTo>
                    <a:cubicBezTo>
                      <a:pt x="3789211" y="64795"/>
                      <a:pt x="3719212" y="7871"/>
                      <a:pt x="3650821" y="3503"/>
                    </a:cubicBezTo>
                    <a:cubicBezTo>
                      <a:pt x="3606766" y="696"/>
                      <a:pt x="3563074" y="20817"/>
                      <a:pt x="3520988" y="63301"/>
                    </a:cubicBezTo>
                    <a:cubicBezTo>
                      <a:pt x="3476820" y="107889"/>
                      <a:pt x="3432969" y="178529"/>
                      <a:pt x="3390612" y="273251"/>
                    </a:cubicBezTo>
                    <a:cubicBezTo>
                      <a:pt x="3450899" y="516268"/>
                      <a:pt x="3471296" y="731650"/>
                      <a:pt x="3451216" y="913512"/>
                    </a:cubicBezTo>
                    <a:cubicBezTo>
                      <a:pt x="3432562" y="1082404"/>
                      <a:pt x="3378297" y="1228459"/>
                      <a:pt x="3289893" y="1347648"/>
                    </a:cubicBezTo>
                    <a:cubicBezTo>
                      <a:pt x="3211677" y="1453098"/>
                      <a:pt x="3108308" y="1538382"/>
                      <a:pt x="2973880" y="1608365"/>
                    </a:cubicBezTo>
                    <a:cubicBezTo>
                      <a:pt x="2854801" y="1670359"/>
                      <a:pt x="2714328" y="1718614"/>
                      <a:pt x="2544470" y="1755869"/>
                    </a:cubicBezTo>
                    <a:cubicBezTo>
                      <a:pt x="2230178" y="1824811"/>
                      <a:pt x="1869182" y="1843348"/>
                      <a:pt x="1520094" y="1861274"/>
                    </a:cubicBezTo>
                    <a:cubicBezTo>
                      <a:pt x="1122198" y="1881712"/>
                      <a:pt x="746373" y="1901018"/>
                      <a:pt x="465586" y="1991372"/>
                    </a:cubicBezTo>
                    <a:cubicBezTo>
                      <a:pt x="150207" y="2092884"/>
                      <a:pt x="3328" y="2268997"/>
                      <a:pt x="3328" y="2545648"/>
                    </a:cubicBezTo>
                    <a:cubicBezTo>
                      <a:pt x="3328" y="2841606"/>
                      <a:pt x="151090" y="3132743"/>
                      <a:pt x="455082" y="3435717"/>
                    </a:cubicBezTo>
                    <a:cubicBezTo>
                      <a:pt x="723780" y="3703495"/>
                      <a:pt x="1077305" y="3946898"/>
                      <a:pt x="1419194" y="4182265"/>
                    </a:cubicBezTo>
                    <a:cubicBezTo>
                      <a:pt x="1981945" y="4569686"/>
                      <a:pt x="2513501" y="4935627"/>
                      <a:pt x="2565343" y="5345975"/>
                    </a:cubicBezTo>
                    <a:cubicBezTo>
                      <a:pt x="2575893" y="5429426"/>
                      <a:pt x="2566045" y="5513758"/>
                      <a:pt x="2536117" y="5596643"/>
                    </a:cubicBezTo>
                    <a:cubicBezTo>
                      <a:pt x="2517644" y="5647773"/>
                      <a:pt x="2491134" y="5699490"/>
                      <a:pt x="2456836" y="575134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2EE18D87-0AEB-4979-172B-74AA244DF312}"/>
                  </a:ext>
                </a:extLst>
              </p:cNvPr>
              <p:cNvSpPr/>
              <p:nvPr/>
            </p:nvSpPr>
            <p:spPr>
              <a:xfrm>
                <a:off x="3711290" y="142633"/>
                <a:ext cx="5176957" cy="5823872"/>
              </a:xfrm>
              <a:custGeom>
                <a:avLst/>
                <a:gdLst>
                  <a:gd name="connsiteX0" fmla="*/ 2326890 w 5176957"/>
                  <a:gd name="connsiteY0" fmla="*/ 5823872 h 5823872"/>
                  <a:gd name="connsiteX1" fmla="*/ 2325826 w 5176957"/>
                  <a:gd name="connsiteY1" fmla="*/ 5823397 h 5823872"/>
                  <a:gd name="connsiteX2" fmla="*/ 2105892 w 5176957"/>
                  <a:gd name="connsiteY2" fmla="*/ 5686939 h 5823872"/>
                  <a:gd name="connsiteX3" fmla="*/ 2441646 w 5176957"/>
                  <a:gd name="connsiteY3" fmla="*/ 5677206 h 5823872"/>
                  <a:gd name="connsiteX4" fmla="*/ 2516512 w 5176957"/>
                  <a:gd name="connsiteY4" fmla="*/ 5391931 h 5823872"/>
                  <a:gd name="connsiteX5" fmla="*/ 2167650 w 5176957"/>
                  <a:gd name="connsiteY5" fmla="*/ 4814026 h 5823872"/>
                  <a:gd name="connsiteX6" fmla="*/ 1422726 w 5176957"/>
                  <a:gd name="connsiteY6" fmla="*/ 4212898 h 5823872"/>
                  <a:gd name="connsiteX7" fmla="*/ 456938 w 5176957"/>
                  <a:gd name="connsiteY7" fmla="*/ 3409245 h 5823872"/>
                  <a:gd name="connsiteX8" fmla="*/ 126935 w 5176957"/>
                  <a:gd name="connsiteY8" fmla="*/ 2965308 h 5823872"/>
                  <a:gd name="connsiteX9" fmla="*/ 0 w 5176957"/>
                  <a:gd name="connsiteY9" fmla="*/ 2485203 h 5823872"/>
                  <a:gd name="connsiteX10" fmla="*/ 33030 w 5176957"/>
                  <a:gd name="connsiteY10" fmla="*/ 2280979 h 5823872"/>
                  <a:gd name="connsiteX11" fmla="*/ 126912 w 5176957"/>
                  <a:gd name="connsiteY11" fmla="*/ 2122770 h 5823872"/>
                  <a:gd name="connsiteX12" fmla="*/ 465156 w 5176957"/>
                  <a:gd name="connsiteY12" fmla="*/ 1918456 h 5823872"/>
                  <a:gd name="connsiteX13" fmla="*/ 1521792 w 5176957"/>
                  <a:gd name="connsiteY13" fmla="*/ 1771201 h 5823872"/>
                  <a:gd name="connsiteX14" fmla="*/ 2537498 w 5176957"/>
                  <a:gd name="connsiteY14" fmla="*/ 1651605 h 5823872"/>
                  <a:gd name="connsiteX15" fmla="*/ 3280770 w 5176957"/>
                  <a:gd name="connsiteY15" fmla="*/ 1242162 h 5823872"/>
                  <a:gd name="connsiteX16" fmla="*/ 3414790 w 5176957"/>
                  <a:gd name="connsiteY16" fmla="*/ 264931 h 5823872"/>
                  <a:gd name="connsiteX17" fmla="*/ 3414677 w 5176957"/>
                  <a:gd name="connsiteY17" fmla="*/ 264342 h 5823872"/>
                  <a:gd name="connsiteX18" fmla="*/ 3414971 w 5176957"/>
                  <a:gd name="connsiteY18" fmla="*/ 263799 h 5823872"/>
                  <a:gd name="connsiteX19" fmla="*/ 3565700 w 5176957"/>
                  <a:gd name="connsiteY19" fmla="*/ 55343 h 5823872"/>
                  <a:gd name="connsiteX20" fmla="*/ 3706263 w 5176957"/>
                  <a:gd name="connsiteY20" fmla="*/ 954 h 5823872"/>
                  <a:gd name="connsiteX21" fmla="*/ 4411389 w 5176957"/>
                  <a:gd name="connsiteY21" fmla="*/ 1716813 h 5823872"/>
                  <a:gd name="connsiteX22" fmla="*/ 4884332 w 5176957"/>
                  <a:gd name="connsiteY22" fmla="*/ 3265385 h 5823872"/>
                  <a:gd name="connsiteX23" fmla="*/ 5100554 w 5176957"/>
                  <a:gd name="connsiteY23" fmla="*/ 3880183 h 5823872"/>
                  <a:gd name="connsiteX24" fmla="*/ 5176371 w 5176957"/>
                  <a:gd name="connsiteY24" fmla="*/ 4384326 h 5823872"/>
                  <a:gd name="connsiteX25" fmla="*/ 5130890 w 5176957"/>
                  <a:gd name="connsiteY25" fmla="*/ 4788518 h 5823872"/>
                  <a:gd name="connsiteX26" fmla="*/ 4983241 w 5176957"/>
                  <a:gd name="connsiteY26" fmla="*/ 5103307 h 5823872"/>
                  <a:gd name="connsiteX27" fmla="*/ 4476136 w 5176957"/>
                  <a:gd name="connsiteY27" fmla="*/ 5499215 h 5823872"/>
                  <a:gd name="connsiteX28" fmla="*/ 3797383 w 5176957"/>
                  <a:gd name="connsiteY28" fmla="*/ 5675373 h 5823872"/>
                  <a:gd name="connsiteX29" fmla="*/ 2489911 w 5176957"/>
                  <a:gd name="connsiteY29" fmla="*/ 5683611 h 5823872"/>
                  <a:gd name="connsiteX30" fmla="*/ 2443140 w 5176957"/>
                  <a:gd name="connsiteY30" fmla="*/ 5680601 h 5823872"/>
                  <a:gd name="connsiteX31" fmla="*/ 2327683 w 5176957"/>
                  <a:gd name="connsiteY31" fmla="*/ 5823012 h 5823872"/>
                  <a:gd name="connsiteX32" fmla="*/ 2326845 w 5176957"/>
                  <a:gd name="connsiteY32" fmla="*/ 5823827 h 5823872"/>
                  <a:gd name="connsiteX33" fmla="*/ 2207290 w 5176957"/>
                  <a:gd name="connsiteY33" fmla="*/ 5669805 h 5823872"/>
                  <a:gd name="connsiteX34" fmla="*/ 2109175 w 5176957"/>
                  <a:gd name="connsiteY34" fmla="*/ 5687753 h 5823872"/>
                  <a:gd name="connsiteX35" fmla="*/ 2326189 w 5176957"/>
                  <a:gd name="connsiteY35" fmla="*/ 5819866 h 5823872"/>
                  <a:gd name="connsiteX36" fmla="*/ 2439676 w 5176957"/>
                  <a:gd name="connsiteY36" fmla="*/ 5680443 h 5823872"/>
                  <a:gd name="connsiteX37" fmla="*/ 2207313 w 5176957"/>
                  <a:gd name="connsiteY37" fmla="*/ 5669827 h 5823872"/>
                  <a:gd name="connsiteX38" fmla="*/ 2445177 w 5176957"/>
                  <a:gd name="connsiteY38" fmla="*/ 5677409 h 5823872"/>
                  <a:gd name="connsiteX39" fmla="*/ 2490160 w 5176957"/>
                  <a:gd name="connsiteY39" fmla="*/ 5680307 h 5823872"/>
                  <a:gd name="connsiteX40" fmla="*/ 3796998 w 5176957"/>
                  <a:gd name="connsiteY40" fmla="*/ 5672091 h 5823872"/>
                  <a:gd name="connsiteX41" fmla="*/ 4980547 w 5176957"/>
                  <a:gd name="connsiteY41" fmla="*/ 5101428 h 5823872"/>
                  <a:gd name="connsiteX42" fmla="*/ 4881322 w 5176957"/>
                  <a:gd name="connsiteY42" fmla="*/ 3266788 h 5823872"/>
                  <a:gd name="connsiteX43" fmla="*/ 4408197 w 5176957"/>
                  <a:gd name="connsiteY43" fmla="*/ 1717718 h 5823872"/>
                  <a:gd name="connsiteX44" fmla="*/ 3705923 w 5176957"/>
                  <a:gd name="connsiteY44" fmla="*/ 4350 h 5823872"/>
                  <a:gd name="connsiteX45" fmla="*/ 3567964 w 5176957"/>
                  <a:gd name="connsiteY45" fmla="*/ 57923 h 5823872"/>
                  <a:gd name="connsiteX46" fmla="*/ 3418254 w 5176957"/>
                  <a:gd name="connsiteY46" fmla="*/ 264931 h 5823872"/>
                  <a:gd name="connsiteX47" fmla="*/ 3447435 w 5176957"/>
                  <a:gd name="connsiteY47" fmla="*/ 842995 h 5823872"/>
                  <a:gd name="connsiteX48" fmla="*/ 3283509 w 5176957"/>
                  <a:gd name="connsiteY48" fmla="*/ 1244267 h 5823872"/>
                  <a:gd name="connsiteX49" fmla="*/ 2966047 w 5176957"/>
                  <a:gd name="connsiteY49" fmla="*/ 1503920 h 5823872"/>
                  <a:gd name="connsiteX50" fmla="*/ 2538335 w 5176957"/>
                  <a:gd name="connsiteY50" fmla="*/ 1654932 h 5823872"/>
                  <a:gd name="connsiteX51" fmla="*/ 1522087 w 5176957"/>
                  <a:gd name="connsiteY51" fmla="*/ 1774596 h 5823872"/>
                  <a:gd name="connsiteX52" fmla="*/ 466288 w 5176957"/>
                  <a:gd name="connsiteY52" fmla="*/ 1921670 h 5823872"/>
                  <a:gd name="connsiteX53" fmla="*/ 3396 w 5176957"/>
                  <a:gd name="connsiteY53" fmla="*/ 2485203 h 5823872"/>
                  <a:gd name="connsiteX54" fmla="*/ 459406 w 5176957"/>
                  <a:gd name="connsiteY54" fmla="*/ 3406914 h 5823872"/>
                  <a:gd name="connsiteX55" fmla="*/ 1424763 w 5176957"/>
                  <a:gd name="connsiteY55" fmla="*/ 4210182 h 5823872"/>
                  <a:gd name="connsiteX56" fmla="*/ 2170027 w 5176957"/>
                  <a:gd name="connsiteY56" fmla="*/ 4811604 h 5823872"/>
                  <a:gd name="connsiteX57" fmla="*/ 2415136 w 5176957"/>
                  <a:gd name="connsiteY57" fmla="*/ 5102582 h 5823872"/>
                  <a:gd name="connsiteX58" fmla="*/ 2519907 w 5176957"/>
                  <a:gd name="connsiteY58" fmla="*/ 5391682 h 5823872"/>
                  <a:gd name="connsiteX59" fmla="*/ 2482282 w 5176957"/>
                  <a:gd name="connsiteY59" fmla="*/ 5606589 h 5823872"/>
                  <a:gd name="connsiteX60" fmla="*/ 2445177 w 5176957"/>
                  <a:gd name="connsiteY60" fmla="*/ 5677409 h 5823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176957" h="5823872">
                    <a:moveTo>
                      <a:pt x="2326890" y="5823872"/>
                    </a:moveTo>
                    <a:lnTo>
                      <a:pt x="2325826" y="5823397"/>
                    </a:lnTo>
                    <a:cubicBezTo>
                      <a:pt x="2166020" y="5750109"/>
                      <a:pt x="2100255" y="5709300"/>
                      <a:pt x="2105892" y="5686939"/>
                    </a:cubicBezTo>
                    <a:cubicBezTo>
                      <a:pt x="2113136" y="5658216"/>
                      <a:pt x="2235974" y="5664078"/>
                      <a:pt x="2441646" y="5677206"/>
                    </a:cubicBezTo>
                    <a:cubicBezTo>
                      <a:pt x="2498921" y="5584702"/>
                      <a:pt x="2523530" y="5490365"/>
                      <a:pt x="2516512" y="5391931"/>
                    </a:cubicBezTo>
                    <a:cubicBezTo>
                      <a:pt x="2504015" y="5216973"/>
                      <a:pt x="2393176" y="5033346"/>
                      <a:pt x="2167650" y="4814026"/>
                    </a:cubicBezTo>
                    <a:cubicBezTo>
                      <a:pt x="1966913" y="4618833"/>
                      <a:pt x="1702584" y="4421649"/>
                      <a:pt x="1422726" y="4212898"/>
                    </a:cubicBezTo>
                    <a:cubicBezTo>
                      <a:pt x="1081018" y="3958021"/>
                      <a:pt x="727697" y="3694452"/>
                      <a:pt x="456938" y="3409245"/>
                    </a:cubicBezTo>
                    <a:cubicBezTo>
                      <a:pt x="310398" y="3254883"/>
                      <a:pt x="202457" y="3109688"/>
                      <a:pt x="126935" y="2965308"/>
                    </a:cubicBezTo>
                    <a:cubicBezTo>
                      <a:pt x="42719" y="2804292"/>
                      <a:pt x="0" y="2642756"/>
                      <a:pt x="0" y="2485203"/>
                    </a:cubicBezTo>
                    <a:cubicBezTo>
                      <a:pt x="0" y="2410647"/>
                      <a:pt x="11116" y="2341954"/>
                      <a:pt x="33030" y="2280979"/>
                    </a:cubicBezTo>
                    <a:cubicBezTo>
                      <a:pt x="53993" y="2222652"/>
                      <a:pt x="85597" y="2169418"/>
                      <a:pt x="126912" y="2122770"/>
                    </a:cubicBezTo>
                    <a:cubicBezTo>
                      <a:pt x="203431" y="2036400"/>
                      <a:pt x="314066" y="1969563"/>
                      <a:pt x="465156" y="1918456"/>
                    </a:cubicBezTo>
                    <a:cubicBezTo>
                      <a:pt x="746736" y="1823213"/>
                      <a:pt x="1123216" y="1797954"/>
                      <a:pt x="1521792" y="1771201"/>
                    </a:cubicBezTo>
                    <a:cubicBezTo>
                      <a:pt x="1867711" y="1747979"/>
                      <a:pt x="2225401" y="1723987"/>
                      <a:pt x="2537498" y="1651605"/>
                    </a:cubicBezTo>
                    <a:cubicBezTo>
                      <a:pt x="2890208" y="1569829"/>
                      <a:pt x="3133324" y="1435906"/>
                      <a:pt x="3280770" y="1242162"/>
                    </a:cubicBezTo>
                    <a:cubicBezTo>
                      <a:pt x="3458279" y="1008922"/>
                      <a:pt x="3502108" y="689267"/>
                      <a:pt x="3414790" y="264931"/>
                    </a:cubicBezTo>
                    <a:lnTo>
                      <a:pt x="3414677" y="264342"/>
                    </a:lnTo>
                    <a:lnTo>
                      <a:pt x="3414971" y="263799"/>
                    </a:lnTo>
                    <a:cubicBezTo>
                      <a:pt x="3465931" y="168760"/>
                      <a:pt x="3516642" y="98641"/>
                      <a:pt x="3565700" y="55343"/>
                    </a:cubicBezTo>
                    <a:cubicBezTo>
                      <a:pt x="3612833" y="13742"/>
                      <a:pt x="3660125" y="-4546"/>
                      <a:pt x="3706263" y="954"/>
                    </a:cubicBezTo>
                    <a:cubicBezTo>
                      <a:pt x="3973761" y="32913"/>
                      <a:pt x="4186338" y="850849"/>
                      <a:pt x="4411389" y="1716813"/>
                    </a:cubicBezTo>
                    <a:cubicBezTo>
                      <a:pt x="4557725" y="2279848"/>
                      <a:pt x="4709019" y="2862031"/>
                      <a:pt x="4884332" y="3265385"/>
                    </a:cubicBezTo>
                    <a:cubicBezTo>
                      <a:pt x="4979279" y="3483823"/>
                      <a:pt x="5052017" y="3690649"/>
                      <a:pt x="5100554" y="3880183"/>
                    </a:cubicBezTo>
                    <a:cubicBezTo>
                      <a:pt x="5146783" y="4060664"/>
                      <a:pt x="5172296" y="4230304"/>
                      <a:pt x="5176371" y="4384326"/>
                    </a:cubicBezTo>
                    <a:cubicBezTo>
                      <a:pt x="5180243" y="4530426"/>
                      <a:pt x="5164939" y="4666409"/>
                      <a:pt x="5130890" y="4788518"/>
                    </a:cubicBezTo>
                    <a:cubicBezTo>
                      <a:pt x="5098766" y="4903723"/>
                      <a:pt x="5049074" y="5009648"/>
                      <a:pt x="4983241" y="5103307"/>
                    </a:cubicBezTo>
                    <a:cubicBezTo>
                      <a:pt x="4867127" y="5268465"/>
                      <a:pt x="4696522" y="5401664"/>
                      <a:pt x="4476136" y="5499215"/>
                    </a:cubicBezTo>
                    <a:cubicBezTo>
                      <a:pt x="4288710" y="5582167"/>
                      <a:pt x="4060354" y="5641445"/>
                      <a:pt x="3797383" y="5675373"/>
                    </a:cubicBezTo>
                    <a:cubicBezTo>
                      <a:pt x="3319142" y="5737095"/>
                      <a:pt x="2820118" y="5704910"/>
                      <a:pt x="2489911" y="5683611"/>
                    </a:cubicBezTo>
                    <a:cubicBezTo>
                      <a:pt x="2473974" y="5682593"/>
                      <a:pt x="2458376" y="5681574"/>
                      <a:pt x="2443140" y="5680601"/>
                    </a:cubicBezTo>
                    <a:cubicBezTo>
                      <a:pt x="2413211" y="5728630"/>
                      <a:pt x="2374590" y="5776296"/>
                      <a:pt x="2327683" y="5823012"/>
                    </a:cubicBezTo>
                    <a:lnTo>
                      <a:pt x="2326845" y="5823827"/>
                    </a:lnTo>
                    <a:close/>
                    <a:moveTo>
                      <a:pt x="2207290" y="5669805"/>
                    </a:moveTo>
                    <a:cubicBezTo>
                      <a:pt x="2148181" y="5669805"/>
                      <a:pt x="2112480" y="5674625"/>
                      <a:pt x="2109175" y="5687753"/>
                    </a:cubicBezTo>
                    <a:cubicBezTo>
                      <a:pt x="2102587" y="5713827"/>
                      <a:pt x="2229544" y="5775504"/>
                      <a:pt x="2326189" y="5819866"/>
                    </a:cubicBezTo>
                    <a:cubicBezTo>
                      <a:pt x="2372485" y="5773648"/>
                      <a:pt x="2410269" y="5727271"/>
                      <a:pt x="2439676" y="5680443"/>
                    </a:cubicBezTo>
                    <a:cubicBezTo>
                      <a:pt x="2345454" y="5674445"/>
                      <a:pt x="2265155" y="5669827"/>
                      <a:pt x="2207313" y="5669827"/>
                    </a:cubicBezTo>
                    <a:close/>
                    <a:moveTo>
                      <a:pt x="2445177" y="5677409"/>
                    </a:moveTo>
                    <a:cubicBezTo>
                      <a:pt x="2459757" y="5678338"/>
                      <a:pt x="2474766" y="5679311"/>
                      <a:pt x="2490160" y="5680307"/>
                    </a:cubicBezTo>
                    <a:cubicBezTo>
                      <a:pt x="2820254" y="5701605"/>
                      <a:pt x="3319074" y="5733768"/>
                      <a:pt x="3796998" y="5672091"/>
                    </a:cubicBezTo>
                    <a:cubicBezTo>
                      <a:pt x="4367923" y="5598395"/>
                      <a:pt x="4766136" y="5406394"/>
                      <a:pt x="4980547" y="5101428"/>
                    </a:cubicBezTo>
                    <a:cubicBezTo>
                      <a:pt x="5266835" y="4694181"/>
                      <a:pt x="5233466" y="4076915"/>
                      <a:pt x="4881322" y="3266788"/>
                    </a:cubicBezTo>
                    <a:cubicBezTo>
                      <a:pt x="4705895" y="2863208"/>
                      <a:pt x="4554556" y="2280889"/>
                      <a:pt x="4408197" y="1717718"/>
                    </a:cubicBezTo>
                    <a:cubicBezTo>
                      <a:pt x="4183440" y="852886"/>
                      <a:pt x="3971135" y="36014"/>
                      <a:pt x="3705923" y="4350"/>
                    </a:cubicBezTo>
                    <a:cubicBezTo>
                      <a:pt x="3660782" y="-1037"/>
                      <a:pt x="3614373" y="16979"/>
                      <a:pt x="3567964" y="57923"/>
                    </a:cubicBezTo>
                    <a:cubicBezTo>
                      <a:pt x="3519290" y="100882"/>
                      <a:pt x="3468919" y="170526"/>
                      <a:pt x="3418254" y="264931"/>
                    </a:cubicBezTo>
                    <a:cubicBezTo>
                      <a:pt x="3463033" y="482757"/>
                      <a:pt x="3472836" y="677248"/>
                      <a:pt x="3447435" y="842995"/>
                    </a:cubicBezTo>
                    <a:cubicBezTo>
                      <a:pt x="3423755" y="997424"/>
                      <a:pt x="3368608" y="1132434"/>
                      <a:pt x="3283509" y="1244267"/>
                    </a:cubicBezTo>
                    <a:cubicBezTo>
                      <a:pt x="3204206" y="1348495"/>
                      <a:pt x="3100362" y="1433416"/>
                      <a:pt x="2966047" y="1503920"/>
                    </a:cubicBezTo>
                    <a:cubicBezTo>
                      <a:pt x="2847058" y="1566389"/>
                      <a:pt x="2707152" y="1615776"/>
                      <a:pt x="2538335" y="1654932"/>
                    </a:cubicBezTo>
                    <a:cubicBezTo>
                      <a:pt x="2225967" y="1727360"/>
                      <a:pt x="1868141" y="1751374"/>
                      <a:pt x="1522087" y="1774596"/>
                    </a:cubicBezTo>
                    <a:cubicBezTo>
                      <a:pt x="1123714" y="1801327"/>
                      <a:pt x="747460" y="1826586"/>
                      <a:pt x="466288" y="1921670"/>
                    </a:cubicBezTo>
                    <a:cubicBezTo>
                      <a:pt x="150479" y="2028478"/>
                      <a:pt x="3396" y="2207556"/>
                      <a:pt x="3396" y="2485203"/>
                    </a:cubicBezTo>
                    <a:cubicBezTo>
                      <a:pt x="3396" y="2782224"/>
                      <a:pt x="152562" y="3083705"/>
                      <a:pt x="459406" y="3406914"/>
                    </a:cubicBezTo>
                    <a:cubicBezTo>
                      <a:pt x="729960" y="3691894"/>
                      <a:pt x="1083191" y="3955372"/>
                      <a:pt x="1424763" y="4210182"/>
                    </a:cubicBezTo>
                    <a:cubicBezTo>
                      <a:pt x="1704713" y="4419001"/>
                      <a:pt x="1969132" y="4616253"/>
                      <a:pt x="2170027" y="4811604"/>
                    </a:cubicBezTo>
                    <a:cubicBezTo>
                      <a:pt x="2277719" y="4916330"/>
                      <a:pt x="2357905" y="5011504"/>
                      <a:pt x="2415136" y="5102582"/>
                    </a:cubicBezTo>
                    <a:cubicBezTo>
                      <a:pt x="2479022" y="5204230"/>
                      <a:pt x="2513297" y="5298793"/>
                      <a:pt x="2519907" y="5391682"/>
                    </a:cubicBezTo>
                    <a:cubicBezTo>
                      <a:pt x="2525114" y="5464630"/>
                      <a:pt x="2512459" y="5536945"/>
                      <a:pt x="2482282" y="5606589"/>
                    </a:cubicBezTo>
                    <a:cubicBezTo>
                      <a:pt x="2472049" y="5630241"/>
                      <a:pt x="2459666" y="5653871"/>
                      <a:pt x="2445177" y="5677409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6F721443-98CF-B934-DBD7-866FC6D378F9}"/>
                  </a:ext>
                </a:extLst>
              </p:cNvPr>
              <p:cNvSpPr/>
              <p:nvPr/>
            </p:nvSpPr>
            <p:spPr>
              <a:xfrm>
                <a:off x="3756431" y="151055"/>
                <a:ext cx="5143196" cy="5785844"/>
              </a:xfrm>
              <a:custGeom>
                <a:avLst/>
                <a:gdLst>
                  <a:gd name="connsiteX0" fmla="*/ 2281613 w 5143196"/>
                  <a:gd name="connsiteY0" fmla="*/ 5785822 h 5785844"/>
                  <a:gd name="connsiteX1" fmla="*/ 2280594 w 5143196"/>
                  <a:gd name="connsiteY1" fmla="*/ 5785257 h 5785844"/>
                  <a:gd name="connsiteX2" fmla="*/ 2050450 w 5143196"/>
                  <a:gd name="connsiteY2" fmla="*/ 5612494 h 5785844"/>
                  <a:gd name="connsiteX3" fmla="*/ 2428923 w 5143196"/>
                  <a:gd name="connsiteY3" fmla="*/ 5604368 h 5785844"/>
                  <a:gd name="connsiteX4" fmla="*/ 2469106 w 5143196"/>
                  <a:gd name="connsiteY4" fmla="*/ 5432715 h 5785844"/>
                  <a:gd name="connsiteX5" fmla="*/ 2152347 w 5143196"/>
                  <a:gd name="connsiteY5" fmla="*/ 4871513 h 5785844"/>
                  <a:gd name="connsiteX6" fmla="*/ 1429789 w 5143196"/>
                  <a:gd name="connsiteY6" fmla="*/ 4245918 h 5785844"/>
                  <a:gd name="connsiteX7" fmla="*/ 461964 w 5143196"/>
                  <a:gd name="connsiteY7" fmla="*/ 3382987 h 5785844"/>
                  <a:gd name="connsiteX8" fmla="*/ 128587 w 5143196"/>
                  <a:gd name="connsiteY8" fmla="*/ 2915738 h 5785844"/>
                  <a:gd name="connsiteX9" fmla="*/ 0 w 5143196"/>
                  <a:gd name="connsiteY9" fmla="*/ 2424701 h 5785844"/>
                  <a:gd name="connsiteX10" fmla="*/ 33166 w 5143196"/>
                  <a:gd name="connsiteY10" fmla="*/ 2218915 h 5785844"/>
                  <a:gd name="connsiteX11" fmla="*/ 127388 w 5143196"/>
                  <a:gd name="connsiteY11" fmla="*/ 2058420 h 5785844"/>
                  <a:gd name="connsiteX12" fmla="*/ 466854 w 5143196"/>
                  <a:gd name="connsiteY12" fmla="*/ 1847723 h 5785844"/>
                  <a:gd name="connsiteX13" fmla="*/ 1526999 w 5143196"/>
                  <a:gd name="connsiteY13" fmla="*/ 1683018 h 5785844"/>
                  <a:gd name="connsiteX14" fmla="*/ 2534057 w 5143196"/>
                  <a:gd name="connsiteY14" fmla="*/ 1549615 h 5785844"/>
                  <a:gd name="connsiteX15" fmla="*/ 3277374 w 5143196"/>
                  <a:gd name="connsiteY15" fmla="*/ 1139516 h 5785844"/>
                  <a:gd name="connsiteX16" fmla="*/ 3442342 w 5143196"/>
                  <a:gd name="connsiteY16" fmla="*/ 256463 h 5785844"/>
                  <a:gd name="connsiteX17" fmla="*/ 3442251 w 5143196"/>
                  <a:gd name="connsiteY17" fmla="*/ 255830 h 5785844"/>
                  <a:gd name="connsiteX18" fmla="*/ 3442591 w 5143196"/>
                  <a:gd name="connsiteY18" fmla="*/ 255286 h 5785844"/>
                  <a:gd name="connsiteX19" fmla="*/ 3613309 w 5143196"/>
                  <a:gd name="connsiteY19" fmla="*/ 49795 h 5785844"/>
                  <a:gd name="connsiteX20" fmla="*/ 3761999 w 5143196"/>
                  <a:gd name="connsiteY20" fmla="*/ 2129 h 5785844"/>
                  <a:gd name="connsiteX21" fmla="*/ 3935072 w 5143196"/>
                  <a:gd name="connsiteY21" fmla="*/ 154023 h 5785844"/>
                  <a:gd name="connsiteX22" fmla="*/ 4082019 w 5143196"/>
                  <a:gd name="connsiteY22" fmla="*/ 503668 h 5785844"/>
                  <a:gd name="connsiteX23" fmla="*/ 4342024 w 5143196"/>
                  <a:gd name="connsiteY23" fmla="*/ 1570959 h 5785844"/>
                  <a:gd name="connsiteX24" fmla="*/ 4809648 w 5143196"/>
                  <a:gd name="connsiteY24" fmla="*/ 3256986 h 5785844"/>
                  <a:gd name="connsiteX25" fmla="*/ 5048780 w 5143196"/>
                  <a:gd name="connsiteY25" fmla="*/ 3891294 h 5785844"/>
                  <a:gd name="connsiteX26" fmla="*/ 5140738 w 5143196"/>
                  <a:gd name="connsiteY26" fmla="*/ 4406142 h 5785844"/>
                  <a:gd name="connsiteX27" fmla="*/ 5105490 w 5143196"/>
                  <a:gd name="connsiteY27" fmla="*/ 4813480 h 5785844"/>
                  <a:gd name="connsiteX28" fmla="*/ 4963002 w 5143196"/>
                  <a:gd name="connsiteY28" fmla="*/ 5125168 h 5785844"/>
                  <a:gd name="connsiteX29" fmla="*/ 4478218 w 5143196"/>
                  <a:gd name="connsiteY29" fmla="*/ 5492219 h 5785844"/>
                  <a:gd name="connsiteX30" fmla="*/ 3820611 w 5143196"/>
                  <a:gd name="connsiteY30" fmla="*/ 5643909 h 5785844"/>
                  <a:gd name="connsiteX31" fmla="*/ 3378568 w 5143196"/>
                  <a:gd name="connsiteY31" fmla="*/ 5664415 h 5785844"/>
                  <a:gd name="connsiteX32" fmla="*/ 2512120 w 5143196"/>
                  <a:gd name="connsiteY32" fmla="*/ 5615255 h 5785844"/>
                  <a:gd name="connsiteX33" fmla="*/ 2430779 w 5143196"/>
                  <a:gd name="connsiteY33" fmla="*/ 5608012 h 5785844"/>
                  <a:gd name="connsiteX34" fmla="*/ 2428244 w 5143196"/>
                  <a:gd name="connsiteY34" fmla="*/ 5612901 h 5785844"/>
                  <a:gd name="connsiteX35" fmla="*/ 2282609 w 5143196"/>
                  <a:gd name="connsiteY35" fmla="*/ 5785098 h 5785844"/>
                  <a:gd name="connsiteX36" fmla="*/ 2281704 w 5143196"/>
                  <a:gd name="connsiteY36" fmla="*/ 5785845 h 5785844"/>
                  <a:gd name="connsiteX37" fmla="*/ 2157418 w 5143196"/>
                  <a:gd name="connsiteY37" fmla="*/ 5590766 h 5785844"/>
                  <a:gd name="connsiteX38" fmla="*/ 2053732 w 5143196"/>
                  <a:gd name="connsiteY38" fmla="*/ 5613489 h 5785844"/>
                  <a:gd name="connsiteX39" fmla="*/ 2281206 w 5143196"/>
                  <a:gd name="connsiteY39" fmla="*/ 5781680 h 5785844"/>
                  <a:gd name="connsiteX40" fmla="*/ 2427225 w 5143196"/>
                  <a:gd name="connsiteY40" fmla="*/ 5607673 h 5785844"/>
                  <a:gd name="connsiteX41" fmla="*/ 2157418 w 5143196"/>
                  <a:gd name="connsiteY41" fmla="*/ 5590766 h 5785844"/>
                  <a:gd name="connsiteX42" fmla="*/ 2432341 w 5143196"/>
                  <a:gd name="connsiteY42" fmla="*/ 5604662 h 5785844"/>
                  <a:gd name="connsiteX43" fmla="*/ 2512324 w 5143196"/>
                  <a:gd name="connsiteY43" fmla="*/ 5611792 h 5785844"/>
                  <a:gd name="connsiteX44" fmla="*/ 3820181 w 5143196"/>
                  <a:gd name="connsiteY44" fmla="*/ 5640446 h 5785844"/>
                  <a:gd name="connsiteX45" fmla="*/ 4960127 w 5143196"/>
                  <a:gd name="connsiteY45" fmla="*/ 5123131 h 5785844"/>
                  <a:gd name="connsiteX46" fmla="*/ 5137252 w 5143196"/>
                  <a:gd name="connsiteY46" fmla="*/ 4406278 h 5785844"/>
                  <a:gd name="connsiteX47" fmla="*/ 4806478 w 5143196"/>
                  <a:gd name="connsiteY47" fmla="*/ 3258366 h 5785844"/>
                  <a:gd name="connsiteX48" fmla="*/ 4338628 w 5143196"/>
                  <a:gd name="connsiteY48" fmla="*/ 1571638 h 5785844"/>
                  <a:gd name="connsiteX49" fmla="*/ 4078714 w 5143196"/>
                  <a:gd name="connsiteY49" fmla="*/ 504664 h 5785844"/>
                  <a:gd name="connsiteX50" fmla="*/ 3932106 w 5143196"/>
                  <a:gd name="connsiteY50" fmla="*/ 155744 h 5785844"/>
                  <a:gd name="connsiteX51" fmla="*/ 3761388 w 5143196"/>
                  <a:gd name="connsiteY51" fmla="*/ 5456 h 5785844"/>
                  <a:gd name="connsiteX52" fmla="*/ 3615414 w 5143196"/>
                  <a:gd name="connsiteY52" fmla="*/ 52444 h 5785844"/>
                  <a:gd name="connsiteX53" fmla="*/ 3445828 w 5143196"/>
                  <a:gd name="connsiteY53" fmla="*/ 256509 h 5785844"/>
                  <a:gd name="connsiteX54" fmla="*/ 3445941 w 5143196"/>
                  <a:gd name="connsiteY54" fmla="*/ 773778 h 5785844"/>
                  <a:gd name="connsiteX55" fmla="*/ 3280068 w 5143196"/>
                  <a:gd name="connsiteY55" fmla="*/ 1141575 h 5785844"/>
                  <a:gd name="connsiteX56" fmla="*/ 2960840 w 5143196"/>
                  <a:gd name="connsiteY56" fmla="*/ 1399033 h 5785844"/>
                  <a:gd name="connsiteX57" fmla="*/ 2534872 w 5143196"/>
                  <a:gd name="connsiteY57" fmla="*/ 1552897 h 5785844"/>
                  <a:gd name="connsiteX58" fmla="*/ 1527293 w 5143196"/>
                  <a:gd name="connsiteY58" fmla="*/ 1686390 h 5785844"/>
                  <a:gd name="connsiteX59" fmla="*/ 468009 w 5143196"/>
                  <a:gd name="connsiteY59" fmla="*/ 1850915 h 5785844"/>
                  <a:gd name="connsiteX60" fmla="*/ 3441 w 5143196"/>
                  <a:gd name="connsiteY60" fmla="*/ 2424678 h 5785844"/>
                  <a:gd name="connsiteX61" fmla="*/ 464522 w 5143196"/>
                  <a:gd name="connsiteY61" fmla="*/ 3380656 h 5785844"/>
                  <a:gd name="connsiteX62" fmla="*/ 1431940 w 5143196"/>
                  <a:gd name="connsiteY62" fmla="*/ 4243202 h 5785844"/>
                  <a:gd name="connsiteX63" fmla="*/ 2154814 w 5143196"/>
                  <a:gd name="connsiteY63" fmla="*/ 4869091 h 5785844"/>
                  <a:gd name="connsiteX64" fmla="*/ 2384868 w 5143196"/>
                  <a:gd name="connsiteY64" fmla="*/ 5158575 h 5785844"/>
                  <a:gd name="connsiteX65" fmla="*/ 2472547 w 5143196"/>
                  <a:gd name="connsiteY65" fmla="*/ 5432647 h 5785844"/>
                  <a:gd name="connsiteX66" fmla="*/ 2432364 w 5143196"/>
                  <a:gd name="connsiteY66" fmla="*/ 5604640 h 5785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5143196" h="5785844">
                    <a:moveTo>
                      <a:pt x="2281613" y="5785822"/>
                    </a:moveTo>
                    <a:lnTo>
                      <a:pt x="2280594" y="5785257"/>
                    </a:lnTo>
                    <a:cubicBezTo>
                      <a:pt x="2112887" y="5694043"/>
                      <a:pt x="2041892" y="5640740"/>
                      <a:pt x="2050450" y="5612494"/>
                    </a:cubicBezTo>
                    <a:cubicBezTo>
                      <a:pt x="2061520" y="5575872"/>
                      <a:pt x="2205389" y="5584767"/>
                      <a:pt x="2428923" y="5604368"/>
                    </a:cubicBezTo>
                    <a:cubicBezTo>
                      <a:pt x="2456429" y="5549640"/>
                      <a:pt x="2469695" y="5492648"/>
                      <a:pt x="2469106" y="5432715"/>
                    </a:cubicBezTo>
                    <a:cubicBezTo>
                      <a:pt x="2467522" y="5271676"/>
                      <a:pt x="2366870" y="5093346"/>
                      <a:pt x="2152347" y="4871513"/>
                    </a:cubicBezTo>
                    <a:cubicBezTo>
                      <a:pt x="1960869" y="4673514"/>
                      <a:pt x="1702901" y="4465804"/>
                      <a:pt x="1429789" y="4245918"/>
                    </a:cubicBezTo>
                    <a:cubicBezTo>
                      <a:pt x="1088217" y="3970897"/>
                      <a:pt x="734986" y="3686505"/>
                      <a:pt x="461964" y="3382987"/>
                    </a:cubicBezTo>
                    <a:cubicBezTo>
                      <a:pt x="314021" y="3218531"/>
                      <a:pt x="204970" y="3065708"/>
                      <a:pt x="128587" y="2915738"/>
                    </a:cubicBezTo>
                    <a:cubicBezTo>
                      <a:pt x="43262" y="2748226"/>
                      <a:pt x="0" y="2583023"/>
                      <a:pt x="0" y="2424701"/>
                    </a:cubicBezTo>
                    <a:cubicBezTo>
                      <a:pt x="0" y="2349761"/>
                      <a:pt x="11161" y="2280524"/>
                      <a:pt x="33166" y="2218915"/>
                    </a:cubicBezTo>
                    <a:cubicBezTo>
                      <a:pt x="54220" y="2159955"/>
                      <a:pt x="85914" y="2105951"/>
                      <a:pt x="127388" y="2058420"/>
                    </a:cubicBezTo>
                    <a:cubicBezTo>
                      <a:pt x="204178" y="1970398"/>
                      <a:pt x="315220" y="1901478"/>
                      <a:pt x="466854" y="1847723"/>
                    </a:cubicBezTo>
                    <a:cubicBezTo>
                      <a:pt x="749407" y="1747547"/>
                      <a:pt x="1127110" y="1716199"/>
                      <a:pt x="1526999" y="1683018"/>
                    </a:cubicBezTo>
                    <a:cubicBezTo>
                      <a:pt x="1869658" y="1654590"/>
                      <a:pt x="2223975" y="1625189"/>
                      <a:pt x="2534057" y="1549615"/>
                    </a:cubicBezTo>
                    <a:cubicBezTo>
                      <a:pt x="2884412" y="1464241"/>
                      <a:pt x="3127551" y="1330091"/>
                      <a:pt x="3277374" y="1139516"/>
                    </a:cubicBezTo>
                    <a:cubicBezTo>
                      <a:pt x="3447707" y="922844"/>
                      <a:pt x="3501655" y="633993"/>
                      <a:pt x="3442342" y="256463"/>
                    </a:cubicBezTo>
                    <a:lnTo>
                      <a:pt x="3442251" y="255830"/>
                    </a:lnTo>
                    <a:lnTo>
                      <a:pt x="3442591" y="255286"/>
                    </a:lnTo>
                    <a:cubicBezTo>
                      <a:pt x="3502198" y="160519"/>
                      <a:pt x="3559633" y="91396"/>
                      <a:pt x="3613309" y="49795"/>
                    </a:cubicBezTo>
                    <a:cubicBezTo>
                      <a:pt x="3664857" y="9847"/>
                      <a:pt x="3714888" y="-6178"/>
                      <a:pt x="3761999" y="2129"/>
                    </a:cubicBezTo>
                    <a:cubicBezTo>
                      <a:pt x="3822942" y="12880"/>
                      <a:pt x="3879539" y="62561"/>
                      <a:pt x="3935072" y="154023"/>
                    </a:cubicBezTo>
                    <a:cubicBezTo>
                      <a:pt x="3984786" y="235889"/>
                      <a:pt x="4032848" y="350257"/>
                      <a:pt x="4082019" y="503668"/>
                    </a:cubicBezTo>
                    <a:cubicBezTo>
                      <a:pt x="4173841" y="790120"/>
                      <a:pt x="4255545" y="1169392"/>
                      <a:pt x="4342024" y="1570959"/>
                    </a:cubicBezTo>
                    <a:cubicBezTo>
                      <a:pt x="4474867" y="2187726"/>
                      <a:pt x="4612216" y="2825497"/>
                      <a:pt x="4809648" y="3256986"/>
                    </a:cubicBezTo>
                    <a:cubicBezTo>
                      <a:pt x="4913197" y="3483300"/>
                      <a:pt x="4993655" y="3696712"/>
                      <a:pt x="5048780" y="3891294"/>
                    </a:cubicBezTo>
                    <a:cubicBezTo>
                      <a:pt x="5101279" y="4076596"/>
                      <a:pt x="5132203" y="4249811"/>
                      <a:pt x="5140738" y="4406142"/>
                    </a:cubicBezTo>
                    <a:cubicBezTo>
                      <a:pt x="5148820" y="4554393"/>
                      <a:pt x="5136957" y="4691439"/>
                      <a:pt x="5105490" y="4813480"/>
                    </a:cubicBezTo>
                    <a:cubicBezTo>
                      <a:pt x="5075787" y="4928618"/>
                      <a:pt x="5027862" y="5033479"/>
                      <a:pt x="4963002" y="5125168"/>
                    </a:cubicBezTo>
                    <a:cubicBezTo>
                      <a:pt x="4852820" y="5280933"/>
                      <a:pt x="4689709" y="5404422"/>
                      <a:pt x="4478218" y="5492219"/>
                    </a:cubicBezTo>
                    <a:cubicBezTo>
                      <a:pt x="4297539" y="5567226"/>
                      <a:pt x="4076291" y="5618265"/>
                      <a:pt x="3820611" y="5643909"/>
                    </a:cubicBezTo>
                    <a:cubicBezTo>
                      <a:pt x="3673663" y="5658644"/>
                      <a:pt x="3524701" y="5664415"/>
                      <a:pt x="3378568" y="5664415"/>
                    </a:cubicBezTo>
                    <a:cubicBezTo>
                      <a:pt x="3060495" y="5664415"/>
                      <a:pt x="2755508" y="5637074"/>
                      <a:pt x="2512120" y="5615255"/>
                    </a:cubicBezTo>
                    <a:cubicBezTo>
                      <a:pt x="2484116" y="5612743"/>
                      <a:pt x="2456949" y="5610321"/>
                      <a:pt x="2430779" y="5608012"/>
                    </a:cubicBezTo>
                    <a:cubicBezTo>
                      <a:pt x="2429942" y="5609642"/>
                      <a:pt x="2429104" y="5611271"/>
                      <a:pt x="2428244" y="5612901"/>
                    </a:cubicBezTo>
                    <a:cubicBezTo>
                      <a:pt x="2396867" y="5672473"/>
                      <a:pt x="2347877" y="5730393"/>
                      <a:pt x="2282609" y="5785098"/>
                    </a:cubicBezTo>
                    <a:lnTo>
                      <a:pt x="2281704" y="5785845"/>
                    </a:lnTo>
                    <a:close/>
                    <a:moveTo>
                      <a:pt x="2157418" y="5590766"/>
                    </a:moveTo>
                    <a:cubicBezTo>
                      <a:pt x="2095976" y="5590766"/>
                      <a:pt x="2058713" y="5597057"/>
                      <a:pt x="2053732" y="5613489"/>
                    </a:cubicBezTo>
                    <a:cubicBezTo>
                      <a:pt x="2045854" y="5639473"/>
                      <a:pt x="2118139" y="5692934"/>
                      <a:pt x="2281206" y="5781680"/>
                    </a:cubicBezTo>
                    <a:cubicBezTo>
                      <a:pt x="2347650" y="5725843"/>
                      <a:pt x="2396165" y="5668150"/>
                      <a:pt x="2427225" y="5607673"/>
                    </a:cubicBezTo>
                    <a:cubicBezTo>
                      <a:pt x="2316386" y="5597963"/>
                      <a:pt x="2223092" y="5590766"/>
                      <a:pt x="2157418" y="5590766"/>
                    </a:cubicBezTo>
                    <a:close/>
                    <a:moveTo>
                      <a:pt x="2432341" y="5604662"/>
                    </a:moveTo>
                    <a:cubicBezTo>
                      <a:pt x="2457991" y="5606926"/>
                      <a:pt x="2484682" y="5609302"/>
                      <a:pt x="2512324" y="5611792"/>
                    </a:cubicBezTo>
                    <a:cubicBezTo>
                      <a:pt x="2867411" y="5643615"/>
                      <a:pt x="3353734" y="5687207"/>
                      <a:pt x="3820181" y="5640446"/>
                    </a:cubicBezTo>
                    <a:cubicBezTo>
                      <a:pt x="4372971" y="5585017"/>
                      <a:pt x="4756493" y="5410963"/>
                      <a:pt x="4960127" y="5123131"/>
                    </a:cubicBezTo>
                    <a:cubicBezTo>
                      <a:pt x="5093332" y="4934842"/>
                      <a:pt x="5152917" y="4693680"/>
                      <a:pt x="5137252" y="4406278"/>
                    </a:cubicBezTo>
                    <a:cubicBezTo>
                      <a:pt x="5119797" y="4086147"/>
                      <a:pt x="5008506" y="3699926"/>
                      <a:pt x="4806478" y="3258366"/>
                    </a:cubicBezTo>
                    <a:cubicBezTo>
                      <a:pt x="4608888" y="2826539"/>
                      <a:pt x="4471494" y="2188586"/>
                      <a:pt x="4338628" y="1571638"/>
                    </a:cubicBezTo>
                    <a:cubicBezTo>
                      <a:pt x="4252171" y="1170162"/>
                      <a:pt x="4170491" y="790957"/>
                      <a:pt x="4078714" y="504664"/>
                    </a:cubicBezTo>
                    <a:cubicBezTo>
                      <a:pt x="4029611" y="351525"/>
                      <a:pt x="3981662" y="237383"/>
                      <a:pt x="3932106" y="155744"/>
                    </a:cubicBezTo>
                    <a:cubicBezTo>
                      <a:pt x="3877139" y="65186"/>
                      <a:pt x="3821290" y="16026"/>
                      <a:pt x="3761388" y="5456"/>
                    </a:cubicBezTo>
                    <a:cubicBezTo>
                      <a:pt x="3715273" y="-2669"/>
                      <a:pt x="3666170" y="13129"/>
                      <a:pt x="3615414" y="52444"/>
                    </a:cubicBezTo>
                    <a:cubicBezTo>
                      <a:pt x="3562145" y="93705"/>
                      <a:pt x="3505096" y="162375"/>
                      <a:pt x="3445828" y="256509"/>
                    </a:cubicBezTo>
                    <a:cubicBezTo>
                      <a:pt x="3476164" y="449981"/>
                      <a:pt x="3476186" y="624011"/>
                      <a:pt x="3445941" y="773778"/>
                    </a:cubicBezTo>
                    <a:cubicBezTo>
                      <a:pt x="3417643" y="913813"/>
                      <a:pt x="3361839" y="1037551"/>
                      <a:pt x="3280068" y="1141575"/>
                    </a:cubicBezTo>
                    <a:cubicBezTo>
                      <a:pt x="3199474" y="1244106"/>
                      <a:pt x="3095042" y="1328303"/>
                      <a:pt x="2960840" y="1399033"/>
                    </a:cubicBezTo>
                    <a:cubicBezTo>
                      <a:pt x="2841920" y="1461706"/>
                      <a:pt x="2702579" y="1512021"/>
                      <a:pt x="2534872" y="1552897"/>
                    </a:cubicBezTo>
                    <a:cubicBezTo>
                      <a:pt x="2224541" y="1628516"/>
                      <a:pt x="1870065" y="1657940"/>
                      <a:pt x="1527293" y="1686390"/>
                    </a:cubicBezTo>
                    <a:cubicBezTo>
                      <a:pt x="1127653" y="1719549"/>
                      <a:pt x="750154" y="1750874"/>
                      <a:pt x="468009" y="1850915"/>
                    </a:cubicBezTo>
                    <a:cubicBezTo>
                      <a:pt x="151068" y="1963291"/>
                      <a:pt x="3441" y="2145605"/>
                      <a:pt x="3441" y="2424678"/>
                    </a:cubicBezTo>
                    <a:cubicBezTo>
                      <a:pt x="3441" y="2723057"/>
                      <a:pt x="154260" y="3035764"/>
                      <a:pt x="464522" y="3380656"/>
                    </a:cubicBezTo>
                    <a:cubicBezTo>
                      <a:pt x="737363" y="3683947"/>
                      <a:pt x="1090458" y="3968271"/>
                      <a:pt x="1431940" y="4243202"/>
                    </a:cubicBezTo>
                    <a:cubicBezTo>
                      <a:pt x="1705143" y="4463179"/>
                      <a:pt x="1963201" y="4670956"/>
                      <a:pt x="2154814" y="4869091"/>
                    </a:cubicBezTo>
                    <a:cubicBezTo>
                      <a:pt x="2257435" y="4975220"/>
                      <a:pt x="2332686" y="5069897"/>
                      <a:pt x="2384868" y="5158575"/>
                    </a:cubicBezTo>
                    <a:cubicBezTo>
                      <a:pt x="2443027" y="5257417"/>
                      <a:pt x="2471710" y="5347069"/>
                      <a:pt x="2472547" y="5432647"/>
                    </a:cubicBezTo>
                    <a:cubicBezTo>
                      <a:pt x="2473136" y="5492128"/>
                      <a:pt x="2459621" y="5549957"/>
                      <a:pt x="2432364" y="5604640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E0F2742A-16DD-9811-115E-6D20D69C2A9F}"/>
                  </a:ext>
                </a:extLst>
              </p:cNvPr>
              <p:cNvSpPr/>
              <p:nvPr/>
            </p:nvSpPr>
            <p:spPr>
              <a:xfrm>
                <a:off x="3801505" y="159134"/>
                <a:ext cx="5112030" cy="5748092"/>
              </a:xfrm>
              <a:custGeom>
                <a:avLst/>
                <a:gdLst>
                  <a:gd name="connsiteX0" fmla="*/ 2236358 w 5112030"/>
                  <a:gd name="connsiteY0" fmla="*/ 5748093 h 5748092"/>
                  <a:gd name="connsiteX1" fmla="*/ 2235385 w 5112030"/>
                  <a:gd name="connsiteY1" fmla="*/ 5747482 h 5748092"/>
                  <a:gd name="connsiteX2" fmla="*/ 1995325 w 5112030"/>
                  <a:gd name="connsiteY2" fmla="*/ 5537487 h 5748092"/>
                  <a:gd name="connsiteX3" fmla="*/ 2409046 w 5112030"/>
                  <a:gd name="connsiteY3" fmla="*/ 5532282 h 5748092"/>
                  <a:gd name="connsiteX4" fmla="*/ 2420026 w 5112030"/>
                  <a:gd name="connsiteY4" fmla="*/ 5468115 h 5748092"/>
                  <a:gd name="connsiteX5" fmla="*/ 2135820 w 5112030"/>
                  <a:gd name="connsiteY5" fmla="*/ 4930588 h 5748092"/>
                  <a:gd name="connsiteX6" fmla="*/ 1438822 w 5112030"/>
                  <a:gd name="connsiteY6" fmla="*/ 4285166 h 5748092"/>
                  <a:gd name="connsiteX7" fmla="*/ 468031 w 5112030"/>
                  <a:gd name="connsiteY7" fmla="*/ 3360129 h 5748092"/>
                  <a:gd name="connsiteX8" fmla="*/ 130602 w 5112030"/>
                  <a:gd name="connsiteY8" fmla="*/ 2867733 h 5748092"/>
                  <a:gd name="connsiteX9" fmla="*/ 0 w 5112030"/>
                  <a:gd name="connsiteY9" fmla="*/ 2364542 h 5748092"/>
                  <a:gd name="connsiteX10" fmla="*/ 33369 w 5112030"/>
                  <a:gd name="connsiteY10" fmla="*/ 2156787 h 5748092"/>
                  <a:gd name="connsiteX11" fmla="*/ 128203 w 5112030"/>
                  <a:gd name="connsiteY11" fmla="*/ 1993689 h 5748092"/>
                  <a:gd name="connsiteX12" fmla="*/ 469774 w 5112030"/>
                  <a:gd name="connsiteY12" fmla="*/ 1776134 h 5748092"/>
                  <a:gd name="connsiteX13" fmla="*/ 1536055 w 5112030"/>
                  <a:gd name="connsiteY13" fmla="*/ 1593435 h 5748092"/>
                  <a:gd name="connsiteX14" fmla="*/ 2533581 w 5112030"/>
                  <a:gd name="connsiteY14" fmla="*/ 1446905 h 5748092"/>
                  <a:gd name="connsiteX15" fmla="*/ 3277148 w 5112030"/>
                  <a:gd name="connsiteY15" fmla="*/ 1038412 h 5748092"/>
                  <a:gd name="connsiteX16" fmla="*/ 3469870 w 5112030"/>
                  <a:gd name="connsiteY16" fmla="*/ 248203 h 5748092"/>
                  <a:gd name="connsiteX17" fmla="*/ 3469802 w 5112030"/>
                  <a:gd name="connsiteY17" fmla="*/ 247547 h 5748092"/>
                  <a:gd name="connsiteX18" fmla="*/ 3470187 w 5112030"/>
                  <a:gd name="connsiteY18" fmla="*/ 247004 h 5748092"/>
                  <a:gd name="connsiteX19" fmla="*/ 3817984 w 5112030"/>
                  <a:gd name="connsiteY19" fmla="*/ 3896 h 5748092"/>
                  <a:gd name="connsiteX20" fmla="*/ 3975640 w 5112030"/>
                  <a:gd name="connsiteY20" fmla="*/ 151173 h 5748092"/>
                  <a:gd name="connsiteX21" fmla="*/ 4098160 w 5112030"/>
                  <a:gd name="connsiteY21" fmla="*/ 475491 h 5748092"/>
                  <a:gd name="connsiteX22" fmla="*/ 4293487 w 5112030"/>
                  <a:gd name="connsiteY22" fmla="*/ 1464220 h 5748092"/>
                  <a:gd name="connsiteX23" fmla="*/ 4734872 w 5112030"/>
                  <a:gd name="connsiteY23" fmla="*/ 3248816 h 5748092"/>
                  <a:gd name="connsiteX24" fmla="*/ 4997730 w 5112030"/>
                  <a:gd name="connsiteY24" fmla="*/ 3902205 h 5748092"/>
                  <a:gd name="connsiteX25" fmla="*/ 5106418 w 5112030"/>
                  <a:gd name="connsiteY25" fmla="*/ 4427351 h 5748092"/>
                  <a:gd name="connsiteX26" fmla="*/ 5081787 w 5112030"/>
                  <a:gd name="connsiteY26" fmla="*/ 4837541 h 5748092"/>
                  <a:gd name="connsiteX27" fmla="*/ 4944642 w 5112030"/>
                  <a:gd name="connsiteY27" fmla="*/ 5145880 h 5748092"/>
                  <a:gd name="connsiteX28" fmla="*/ 4479033 w 5112030"/>
                  <a:gd name="connsiteY28" fmla="*/ 5486674 h 5748092"/>
                  <a:gd name="connsiteX29" fmla="*/ 3838993 w 5112030"/>
                  <a:gd name="connsiteY29" fmla="*/ 5615279 h 5748092"/>
                  <a:gd name="connsiteX30" fmla="*/ 2530231 w 5112030"/>
                  <a:gd name="connsiteY30" fmla="*/ 5549641 h 5748092"/>
                  <a:gd name="connsiteX31" fmla="*/ 2411446 w 5112030"/>
                  <a:gd name="connsiteY31" fmla="*/ 5536084 h 5748092"/>
                  <a:gd name="connsiteX32" fmla="*/ 2374069 w 5112030"/>
                  <a:gd name="connsiteY32" fmla="*/ 5615528 h 5748092"/>
                  <a:gd name="connsiteX33" fmla="*/ 2237332 w 5112030"/>
                  <a:gd name="connsiteY33" fmla="*/ 5747459 h 5748092"/>
                  <a:gd name="connsiteX34" fmla="*/ 2236381 w 5112030"/>
                  <a:gd name="connsiteY34" fmla="*/ 5748093 h 5748092"/>
                  <a:gd name="connsiteX35" fmla="*/ 2106707 w 5112030"/>
                  <a:gd name="connsiteY35" fmla="*/ 5511730 h 5748092"/>
                  <a:gd name="connsiteX36" fmla="*/ 1998653 w 5112030"/>
                  <a:gd name="connsiteY36" fmla="*/ 5538641 h 5748092"/>
                  <a:gd name="connsiteX37" fmla="*/ 2236291 w 5112030"/>
                  <a:gd name="connsiteY37" fmla="*/ 5743884 h 5748092"/>
                  <a:gd name="connsiteX38" fmla="*/ 2408027 w 5112030"/>
                  <a:gd name="connsiteY38" fmla="*/ 5535699 h 5748092"/>
                  <a:gd name="connsiteX39" fmla="*/ 2106707 w 5112030"/>
                  <a:gd name="connsiteY39" fmla="*/ 5511730 h 5748092"/>
                  <a:gd name="connsiteX40" fmla="*/ 2412442 w 5112030"/>
                  <a:gd name="connsiteY40" fmla="*/ 5532643 h 5748092"/>
                  <a:gd name="connsiteX41" fmla="*/ 2530616 w 5112030"/>
                  <a:gd name="connsiteY41" fmla="*/ 5546133 h 5748092"/>
                  <a:gd name="connsiteX42" fmla="*/ 3838744 w 5112030"/>
                  <a:gd name="connsiteY42" fmla="*/ 5611771 h 5748092"/>
                  <a:gd name="connsiteX43" fmla="*/ 4941790 w 5112030"/>
                  <a:gd name="connsiteY43" fmla="*/ 5143842 h 5748092"/>
                  <a:gd name="connsiteX44" fmla="*/ 5102932 w 5112030"/>
                  <a:gd name="connsiteY44" fmla="*/ 4427668 h 5748092"/>
                  <a:gd name="connsiteX45" fmla="*/ 4731703 w 5112030"/>
                  <a:gd name="connsiteY45" fmla="*/ 3250355 h 5748092"/>
                  <a:gd name="connsiteX46" fmla="*/ 4469864 w 5112030"/>
                  <a:gd name="connsiteY46" fmla="*/ 2426784 h 5748092"/>
                  <a:gd name="connsiteX47" fmla="*/ 4290000 w 5112030"/>
                  <a:gd name="connsiteY47" fmla="*/ 1464808 h 5748092"/>
                  <a:gd name="connsiteX48" fmla="*/ 4094742 w 5112030"/>
                  <a:gd name="connsiteY48" fmla="*/ 476441 h 5748092"/>
                  <a:gd name="connsiteX49" fmla="*/ 3972561 w 5112030"/>
                  <a:gd name="connsiteY49" fmla="*/ 152916 h 5748092"/>
                  <a:gd name="connsiteX50" fmla="*/ 3817170 w 5112030"/>
                  <a:gd name="connsiteY50" fmla="*/ 7336 h 5748092"/>
                  <a:gd name="connsiteX51" fmla="*/ 3663363 w 5112030"/>
                  <a:gd name="connsiteY51" fmla="*/ 47488 h 5748092"/>
                  <a:gd name="connsiteX52" fmla="*/ 3473424 w 5112030"/>
                  <a:gd name="connsiteY52" fmla="*/ 248543 h 5748092"/>
                  <a:gd name="connsiteX53" fmla="*/ 3447005 w 5112030"/>
                  <a:gd name="connsiteY53" fmla="*/ 706761 h 5748092"/>
                  <a:gd name="connsiteX54" fmla="*/ 3279864 w 5112030"/>
                  <a:gd name="connsiteY54" fmla="*/ 1040653 h 5748092"/>
                  <a:gd name="connsiteX55" fmla="*/ 2958531 w 5112030"/>
                  <a:gd name="connsiteY55" fmla="*/ 1294467 h 5748092"/>
                  <a:gd name="connsiteX56" fmla="*/ 2534441 w 5112030"/>
                  <a:gd name="connsiteY56" fmla="*/ 1450323 h 5748092"/>
                  <a:gd name="connsiteX57" fmla="*/ 1536394 w 5112030"/>
                  <a:gd name="connsiteY57" fmla="*/ 1596943 h 5748092"/>
                  <a:gd name="connsiteX58" fmla="*/ 470997 w 5112030"/>
                  <a:gd name="connsiteY58" fmla="*/ 1779439 h 5748092"/>
                  <a:gd name="connsiteX59" fmla="*/ 3509 w 5112030"/>
                  <a:gd name="connsiteY59" fmla="*/ 2364542 h 5748092"/>
                  <a:gd name="connsiteX60" fmla="*/ 470703 w 5112030"/>
                  <a:gd name="connsiteY60" fmla="*/ 3357843 h 5748092"/>
                  <a:gd name="connsiteX61" fmla="*/ 1441131 w 5112030"/>
                  <a:gd name="connsiteY61" fmla="*/ 4282496 h 5748092"/>
                  <a:gd name="connsiteX62" fmla="*/ 2138424 w 5112030"/>
                  <a:gd name="connsiteY62" fmla="*/ 4928189 h 5748092"/>
                  <a:gd name="connsiteX63" fmla="*/ 2352653 w 5112030"/>
                  <a:gd name="connsiteY63" fmla="*/ 5213011 h 5748092"/>
                  <a:gd name="connsiteX64" fmla="*/ 2423557 w 5112030"/>
                  <a:gd name="connsiteY64" fmla="*/ 5468296 h 5748092"/>
                  <a:gd name="connsiteX65" fmla="*/ 2412464 w 5112030"/>
                  <a:gd name="connsiteY65" fmla="*/ 5532621 h 5748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5112030" h="5748092">
                    <a:moveTo>
                      <a:pt x="2236358" y="5748093"/>
                    </a:moveTo>
                    <a:lnTo>
                      <a:pt x="2235385" y="5747482"/>
                    </a:lnTo>
                    <a:cubicBezTo>
                      <a:pt x="2057355" y="5636577"/>
                      <a:pt x="1983326" y="5571822"/>
                      <a:pt x="1995325" y="5537487"/>
                    </a:cubicBezTo>
                    <a:cubicBezTo>
                      <a:pt x="2010696" y="5493487"/>
                      <a:pt x="2166269" y="5505144"/>
                      <a:pt x="2409046" y="5532282"/>
                    </a:cubicBezTo>
                    <a:cubicBezTo>
                      <a:pt x="2415045" y="5511549"/>
                      <a:pt x="2418690" y="5490183"/>
                      <a:pt x="2420026" y="5468115"/>
                    </a:cubicBezTo>
                    <a:cubicBezTo>
                      <a:pt x="2428742" y="5323509"/>
                      <a:pt x="2338436" y="5152692"/>
                      <a:pt x="2135820" y="4930588"/>
                    </a:cubicBezTo>
                    <a:cubicBezTo>
                      <a:pt x="1954394" y="4731728"/>
                      <a:pt x="1703965" y="4514808"/>
                      <a:pt x="1438822" y="4285166"/>
                    </a:cubicBezTo>
                    <a:cubicBezTo>
                      <a:pt x="1097137" y="3989231"/>
                      <a:pt x="743838" y="3683224"/>
                      <a:pt x="468031" y="3360129"/>
                    </a:cubicBezTo>
                    <a:cubicBezTo>
                      <a:pt x="318413" y="3184831"/>
                      <a:pt x="208026" y="3023770"/>
                      <a:pt x="130602" y="2867733"/>
                    </a:cubicBezTo>
                    <a:cubicBezTo>
                      <a:pt x="43942" y="2693092"/>
                      <a:pt x="0" y="2523815"/>
                      <a:pt x="0" y="2364542"/>
                    </a:cubicBezTo>
                    <a:cubicBezTo>
                      <a:pt x="0" y="2289104"/>
                      <a:pt x="11229" y="2219211"/>
                      <a:pt x="33369" y="2156787"/>
                    </a:cubicBezTo>
                    <a:cubicBezTo>
                      <a:pt x="54559" y="2097080"/>
                      <a:pt x="86457" y="2042215"/>
                      <a:pt x="128203" y="1993689"/>
                    </a:cubicBezTo>
                    <a:cubicBezTo>
                      <a:pt x="205491" y="1903833"/>
                      <a:pt x="317213" y="1832673"/>
                      <a:pt x="469774" y="1776134"/>
                    </a:cubicBezTo>
                    <a:cubicBezTo>
                      <a:pt x="754071" y="1670752"/>
                      <a:pt x="1133924" y="1633203"/>
                      <a:pt x="1536055" y="1593435"/>
                    </a:cubicBezTo>
                    <a:cubicBezTo>
                      <a:pt x="1875114" y="1559915"/>
                      <a:pt x="2225741" y="1525240"/>
                      <a:pt x="2533581" y="1446905"/>
                    </a:cubicBezTo>
                    <a:cubicBezTo>
                      <a:pt x="2881333" y="1358407"/>
                      <a:pt x="3124563" y="1224778"/>
                      <a:pt x="3277148" y="1038412"/>
                    </a:cubicBezTo>
                    <a:cubicBezTo>
                      <a:pt x="3440304" y="839123"/>
                      <a:pt x="3503353" y="580647"/>
                      <a:pt x="3469870" y="248203"/>
                    </a:cubicBezTo>
                    <a:lnTo>
                      <a:pt x="3469802" y="247547"/>
                    </a:lnTo>
                    <a:lnTo>
                      <a:pt x="3470187" y="247004"/>
                    </a:lnTo>
                    <a:cubicBezTo>
                      <a:pt x="3605589" y="60321"/>
                      <a:pt x="3719348" y="-19213"/>
                      <a:pt x="3817984" y="3896"/>
                    </a:cubicBezTo>
                    <a:cubicBezTo>
                      <a:pt x="3875781" y="17431"/>
                      <a:pt x="3927352" y="65618"/>
                      <a:pt x="3975640" y="151173"/>
                    </a:cubicBezTo>
                    <a:cubicBezTo>
                      <a:pt x="4018970" y="227946"/>
                      <a:pt x="4059041" y="334030"/>
                      <a:pt x="4098160" y="475491"/>
                    </a:cubicBezTo>
                    <a:cubicBezTo>
                      <a:pt x="4171306" y="740033"/>
                      <a:pt x="4230665" y="1091805"/>
                      <a:pt x="4293487" y="1464220"/>
                    </a:cubicBezTo>
                    <a:cubicBezTo>
                      <a:pt x="4399050" y="2089859"/>
                      <a:pt x="4518696" y="2798949"/>
                      <a:pt x="4734872" y="3248816"/>
                    </a:cubicBezTo>
                    <a:cubicBezTo>
                      <a:pt x="4847341" y="3482871"/>
                      <a:pt x="4935790" y="3702712"/>
                      <a:pt x="4997730" y="3902205"/>
                    </a:cubicBezTo>
                    <a:cubicBezTo>
                      <a:pt x="5056726" y="4092169"/>
                      <a:pt x="5093287" y="4268870"/>
                      <a:pt x="5106418" y="4427351"/>
                    </a:cubicBezTo>
                    <a:cubicBezTo>
                      <a:pt x="5118869" y="4577639"/>
                      <a:pt x="5110583" y="4715659"/>
                      <a:pt x="5081787" y="4837541"/>
                    </a:cubicBezTo>
                    <a:cubicBezTo>
                      <a:pt x="5054620" y="4952497"/>
                      <a:pt x="5008483" y="5056250"/>
                      <a:pt x="4944642" y="5145880"/>
                    </a:cubicBezTo>
                    <a:cubicBezTo>
                      <a:pt x="4839712" y="5293179"/>
                      <a:pt x="4683075" y="5407842"/>
                      <a:pt x="4479033" y="5486674"/>
                    </a:cubicBezTo>
                    <a:cubicBezTo>
                      <a:pt x="4304059" y="5554281"/>
                      <a:pt x="4088720" y="5597557"/>
                      <a:pt x="3838993" y="5615279"/>
                    </a:cubicBezTo>
                    <a:cubicBezTo>
                      <a:pt x="3381738" y="5647758"/>
                      <a:pt x="2889574" y="5591038"/>
                      <a:pt x="2530231" y="5549641"/>
                    </a:cubicBezTo>
                    <a:cubicBezTo>
                      <a:pt x="2488960" y="5544888"/>
                      <a:pt x="2449252" y="5540316"/>
                      <a:pt x="2411446" y="5536084"/>
                    </a:cubicBezTo>
                    <a:cubicBezTo>
                      <a:pt x="2403069" y="5563697"/>
                      <a:pt x="2390595" y="5590246"/>
                      <a:pt x="2374069" y="5615528"/>
                    </a:cubicBezTo>
                    <a:cubicBezTo>
                      <a:pt x="2343236" y="5662674"/>
                      <a:pt x="2297234" y="5707059"/>
                      <a:pt x="2237332" y="5747459"/>
                    </a:cubicBezTo>
                    <a:lnTo>
                      <a:pt x="2236381" y="5748093"/>
                    </a:lnTo>
                    <a:close/>
                    <a:moveTo>
                      <a:pt x="2106707" y="5511730"/>
                    </a:moveTo>
                    <a:cubicBezTo>
                      <a:pt x="2043862" y="5511730"/>
                      <a:pt x="2005376" y="5519358"/>
                      <a:pt x="1998653" y="5538641"/>
                    </a:cubicBezTo>
                    <a:cubicBezTo>
                      <a:pt x="1987469" y="5570623"/>
                      <a:pt x="2062992" y="5635853"/>
                      <a:pt x="2236291" y="5743884"/>
                    </a:cubicBezTo>
                    <a:cubicBezTo>
                      <a:pt x="2327818" y="5681958"/>
                      <a:pt x="2384528" y="5613378"/>
                      <a:pt x="2408027" y="5535699"/>
                    </a:cubicBezTo>
                    <a:cubicBezTo>
                      <a:pt x="2282971" y="5521757"/>
                      <a:pt x="2178811" y="5511730"/>
                      <a:pt x="2106707" y="5511730"/>
                    </a:cubicBezTo>
                    <a:close/>
                    <a:moveTo>
                      <a:pt x="2412442" y="5532643"/>
                    </a:moveTo>
                    <a:cubicBezTo>
                      <a:pt x="2449841" y="5536831"/>
                      <a:pt x="2489300" y="5541380"/>
                      <a:pt x="2530616" y="5546133"/>
                    </a:cubicBezTo>
                    <a:cubicBezTo>
                      <a:pt x="2889823" y="5587530"/>
                      <a:pt x="3381806" y="5644205"/>
                      <a:pt x="3838744" y="5611771"/>
                    </a:cubicBezTo>
                    <a:cubicBezTo>
                      <a:pt x="4384291" y="5573022"/>
                      <a:pt x="4745082" y="5419973"/>
                      <a:pt x="4941790" y="5143842"/>
                    </a:cubicBezTo>
                    <a:cubicBezTo>
                      <a:pt x="5072845" y="4959853"/>
                      <a:pt x="5127064" y="4718895"/>
                      <a:pt x="5102932" y="4427668"/>
                    </a:cubicBezTo>
                    <a:cubicBezTo>
                      <a:pt x="5076037" y="4103101"/>
                      <a:pt x="4951162" y="3706989"/>
                      <a:pt x="4731703" y="3250355"/>
                    </a:cubicBezTo>
                    <a:cubicBezTo>
                      <a:pt x="4635014" y="3049119"/>
                      <a:pt x="4549371" y="2779733"/>
                      <a:pt x="4469864" y="2426784"/>
                    </a:cubicBezTo>
                    <a:cubicBezTo>
                      <a:pt x="4399911" y="2116114"/>
                      <a:pt x="4344039" y="1785007"/>
                      <a:pt x="4290000" y="1464808"/>
                    </a:cubicBezTo>
                    <a:cubicBezTo>
                      <a:pt x="4227178" y="1092484"/>
                      <a:pt x="4167842" y="740802"/>
                      <a:pt x="4094742" y="476441"/>
                    </a:cubicBezTo>
                    <a:cubicBezTo>
                      <a:pt x="4055713" y="335252"/>
                      <a:pt x="4015733" y="229417"/>
                      <a:pt x="3972561" y="152916"/>
                    </a:cubicBezTo>
                    <a:cubicBezTo>
                      <a:pt x="3924793" y="68266"/>
                      <a:pt x="3873947" y="20645"/>
                      <a:pt x="3817170" y="7336"/>
                    </a:cubicBezTo>
                    <a:cubicBezTo>
                      <a:pt x="3770240" y="-3664"/>
                      <a:pt x="3718488" y="9848"/>
                      <a:pt x="3663363" y="47488"/>
                    </a:cubicBezTo>
                    <a:cubicBezTo>
                      <a:pt x="3605476" y="87006"/>
                      <a:pt x="3541567" y="154658"/>
                      <a:pt x="3473424" y="248543"/>
                    </a:cubicBezTo>
                    <a:cubicBezTo>
                      <a:pt x="3490494" y="418590"/>
                      <a:pt x="3481597" y="572747"/>
                      <a:pt x="3447005" y="706761"/>
                    </a:cubicBezTo>
                    <a:cubicBezTo>
                      <a:pt x="3414541" y="832491"/>
                      <a:pt x="3358307" y="944845"/>
                      <a:pt x="3279864" y="1040653"/>
                    </a:cubicBezTo>
                    <a:cubicBezTo>
                      <a:pt x="3197799" y="1140898"/>
                      <a:pt x="3092688" y="1223918"/>
                      <a:pt x="2958531" y="1294467"/>
                    </a:cubicBezTo>
                    <a:cubicBezTo>
                      <a:pt x="2839656" y="1356981"/>
                      <a:pt x="2700926" y="1407952"/>
                      <a:pt x="2534441" y="1450323"/>
                    </a:cubicBezTo>
                    <a:cubicBezTo>
                      <a:pt x="2226352" y="1528726"/>
                      <a:pt x="1875589" y="1563423"/>
                      <a:pt x="1536394" y="1596943"/>
                    </a:cubicBezTo>
                    <a:cubicBezTo>
                      <a:pt x="1134490" y="1636688"/>
                      <a:pt x="754863" y="1674215"/>
                      <a:pt x="470997" y="1779439"/>
                    </a:cubicBezTo>
                    <a:cubicBezTo>
                      <a:pt x="152041" y="1897654"/>
                      <a:pt x="3509" y="2083567"/>
                      <a:pt x="3509" y="2364542"/>
                    </a:cubicBezTo>
                    <a:cubicBezTo>
                      <a:pt x="3509" y="2664641"/>
                      <a:pt x="156320" y="2989548"/>
                      <a:pt x="470703" y="3357843"/>
                    </a:cubicBezTo>
                    <a:cubicBezTo>
                      <a:pt x="746328" y="3680757"/>
                      <a:pt x="1099536" y="3986673"/>
                      <a:pt x="1441131" y="4282496"/>
                    </a:cubicBezTo>
                    <a:cubicBezTo>
                      <a:pt x="1706342" y="4512205"/>
                      <a:pt x="1956862" y="4729171"/>
                      <a:pt x="2138424" y="4928189"/>
                    </a:cubicBezTo>
                    <a:cubicBezTo>
                      <a:pt x="2235543" y="5034658"/>
                      <a:pt x="2305610" y="5127817"/>
                      <a:pt x="2352653" y="5213011"/>
                    </a:cubicBezTo>
                    <a:cubicBezTo>
                      <a:pt x="2404994" y="5307846"/>
                      <a:pt x="2428198" y="5391342"/>
                      <a:pt x="2423557" y="5468296"/>
                    </a:cubicBezTo>
                    <a:cubicBezTo>
                      <a:pt x="2422222" y="5490273"/>
                      <a:pt x="2418532" y="5511753"/>
                      <a:pt x="2412464" y="5532621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ECEAF3D4-213B-BEA7-AD91-B784A9D74B26}"/>
                  </a:ext>
                </a:extLst>
              </p:cNvPr>
              <p:cNvSpPr/>
              <p:nvPr/>
            </p:nvSpPr>
            <p:spPr>
              <a:xfrm>
                <a:off x="3846556" y="167178"/>
                <a:ext cx="5083730" cy="5710377"/>
              </a:xfrm>
              <a:custGeom>
                <a:avLst/>
                <a:gdLst>
                  <a:gd name="connsiteX0" fmla="*/ 2191126 w 5083730"/>
                  <a:gd name="connsiteY0" fmla="*/ 5710377 h 5710377"/>
                  <a:gd name="connsiteX1" fmla="*/ 2190243 w 5083730"/>
                  <a:gd name="connsiteY1" fmla="*/ 5709766 h 5710377"/>
                  <a:gd name="connsiteX2" fmla="*/ 1988307 w 5083730"/>
                  <a:gd name="connsiteY2" fmla="*/ 5550833 h 5710377"/>
                  <a:gd name="connsiteX3" fmla="*/ 1940562 w 5083730"/>
                  <a:gd name="connsiteY3" fmla="*/ 5461678 h 5710377"/>
                  <a:gd name="connsiteX4" fmla="*/ 2125972 w 5083730"/>
                  <a:gd name="connsiteY4" fmla="*/ 5431463 h 5710377"/>
                  <a:gd name="connsiteX5" fmla="*/ 2372055 w 5083730"/>
                  <a:gd name="connsiteY5" fmla="*/ 5458600 h 5710377"/>
                  <a:gd name="connsiteX6" fmla="*/ 1450186 w 5083730"/>
                  <a:gd name="connsiteY6" fmla="*/ 4331308 h 5710377"/>
                  <a:gd name="connsiteX7" fmla="*/ 475321 w 5083730"/>
                  <a:gd name="connsiteY7" fmla="*/ 3340972 h 5710377"/>
                  <a:gd name="connsiteX8" fmla="*/ 0 w 5083730"/>
                  <a:gd name="connsiteY8" fmla="*/ 2304441 h 5710377"/>
                  <a:gd name="connsiteX9" fmla="*/ 33709 w 5083730"/>
                  <a:gd name="connsiteY9" fmla="*/ 2094310 h 5710377"/>
                  <a:gd name="connsiteX10" fmla="*/ 129470 w 5083730"/>
                  <a:gd name="connsiteY10" fmla="*/ 1928224 h 5710377"/>
                  <a:gd name="connsiteX11" fmla="*/ 474280 w 5083730"/>
                  <a:gd name="connsiteY11" fmla="*/ 1703268 h 5710377"/>
                  <a:gd name="connsiteX12" fmla="*/ 1549909 w 5083730"/>
                  <a:gd name="connsiteY12" fmla="*/ 1501964 h 5710377"/>
                  <a:gd name="connsiteX13" fmla="*/ 2894509 w 5083730"/>
                  <a:gd name="connsiteY13" fmla="*/ 1217821 h 5710377"/>
                  <a:gd name="connsiteX14" fmla="*/ 3497444 w 5083730"/>
                  <a:gd name="connsiteY14" fmla="*/ 240002 h 5710377"/>
                  <a:gd name="connsiteX15" fmla="*/ 3497444 w 5083730"/>
                  <a:gd name="connsiteY15" fmla="*/ 239323 h 5710377"/>
                  <a:gd name="connsiteX16" fmla="*/ 3497851 w 5083730"/>
                  <a:gd name="connsiteY16" fmla="*/ 238802 h 5710377"/>
                  <a:gd name="connsiteX17" fmla="*/ 3874196 w 5083730"/>
                  <a:gd name="connsiteY17" fmla="*/ 6083 h 5710377"/>
                  <a:gd name="connsiteX18" fmla="*/ 4259303 w 5083730"/>
                  <a:gd name="connsiteY18" fmla="*/ 1383613 h 5710377"/>
                  <a:gd name="connsiteX19" fmla="*/ 4660210 w 5083730"/>
                  <a:gd name="connsiteY19" fmla="*/ 3240728 h 5710377"/>
                  <a:gd name="connsiteX20" fmla="*/ 4947631 w 5083730"/>
                  <a:gd name="connsiteY20" fmla="*/ 3912608 h 5710377"/>
                  <a:gd name="connsiteX21" fmla="*/ 5073682 w 5083730"/>
                  <a:gd name="connsiteY21" fmla="*/ 4447600 h 5710377"/>
                  <a:gd name="connsiteX22" fmla="*/ 5060122 w 5083730"/>
                  <a:gd name="connsiteY22" fmla="*/ 4860257 h 5710377"/>
                  <a:gd name="connsiteX23" fmla="*/ 4928614 w 5083730"/>
                  <a:gd name="connsiteY23" fmla="*/ 5164974 h 5710377"/>
                  <a:gd name="connsiteX24" fmla="*/ 4480097 w 5083730"/>
                  <a:gd name="connsiteY24" fmla="*/ 5481573 h 5710377"/>
                  <a:gd name="connsiteX25" fmla="*/ 3855271 w 5083730"/>
                  <a:gd name="connsiteY25" fmla="*/ 5588472 h 5710377"/>
                  <a:gd name="connsiteX26" fmla="*/ 3700241 w 5083730"/>
                  <a:gd name="connsiteY26" fmla="*/ 5591596 h 5710377"/>
                  <a:gd name="connsiteX27" fmla="*/ 2546440 w 5083730"/>
                  <a:gd name="connsiteY27" fmla="*/ 5486372 h 5710377"/>
                  <a:gd name="connsiteX28" fmla="*/ 2375722 w 5083730"/>
                  <a:gd name="connsiteY28" fmla="*/ 5462719 h 5710377"/>
                  <a:gd name="connsiteX29" fmla="*/ 2373300 w 5083730"/>
                  <a:gd name="connsiteY29" fmla="*/ 5497304 h 5710377"/>
                  <a:gd name="connsiteX30" fmla="*/ 2192123 w 5083730"/>
                  <a:gd name="connsiteY30" fmla="*/ 5709902 h 5710377"/>
                  <a:gd name="connsiteX31" fmla="*/ 2191172 w 5083730"/>
                  <a:gd name="connsiteY31" fmla="*/ 5710377 h 5710377"/>
                  <a:gd name="connsiteX32" fmla="*/ 2055974 w 5083730"/>
                  <a:gd name="connsiteY32" fmla="*/ 5432368 h 5710377"/>
                  <a:gd name="connsiteX33" fmla="*/ 1943912 w 5083730"/>
                  <a:gd name="connsiteY33" fmla="*/ 5462991 h 5710377"/>
                  <a:gd name="connsiteX34" fmla="*/ 2191421 w 5083730"/>
                  <a:gd name="connsiteY34" fmla="*/ 5706190 h 5710377"/>
                  <a:gd name="connsiteX35" fmla="*/ 2369677 w 5083730"/>
                  <a:gd name="connsiteY35" fmla="*/ 5496783 h 5710377"/>
                  <a:gd name="connsiteX36" fmla="*/ 2372077 w 5083730"/>
                  <a:gd name="connsiteY36" fmla="*/ 5462221 h 5710377"/>
                  <a:gd name="connsiteX37" fmla="*/ 2055974 w 5083730"/>
                  <a:gd name="connsiteY37" fmla="*/ 5432368 h 5710377"/>
                  <a:gd name="connsiteX38" fmla="*/ 2375654 w 5083730"/>
                  <a:gd name="connsiteY38" fmla="*/ 5459076 h 5710377"/>
                  <a:gd name="connsiteX39" fmla="*/ 2546893 w 5083730"/>
                  <a:gd name="connsiteY39" fmla="*/ 5482796 h 5710377"/>
                  <a:gd name="connsiteX40" fmla="*/ 3700196 w 5083730"/>
                  <a:gd name="connsiteY40" fmla="*/ 5587974 h 5710377"/>
                  <a:gd name="connsiteX41" fmla="*/ 3855067 w 5083730"/>
                  <a:gd name="connsiteY41" fmla="*/ 5584851 h 5710377"/>
                  <a:gd name="connsiteX42" fmla="*/ 4925625 w 5083730"/>
                  <a:gd name="connsiteY42" fmla="*/ 5162869 h 5710377"/>
                  <a:gd name="connsiteX43" fmla="*/ 5070037 w 5083730"/>
                  <a:gd name="connsiteY43" fmla="*/ 4447984 h 5710377"/>
                  <a:gd name="connsiteX44" fmla="*/ 4656927 w 5083730"/>
                  <a:gd name="connsiteY44" fmla="*/ 3242334 h 5710377"/>
                  <a:gd name="connsiteX45" fmla="*/ 4255657 w 5083730"/>
                  <a:gd name="connsiteY45" fmla="*/ 1384043 h 5710377"/>
                  <a:gd name="connsiteX46" fmla="*/ 3873110 w 5083730"/>
                  <a:gd name="connsiteY46" fmla="*/ 9523 h 5710377"/>
                  <a:gd name="connsiteX47" fmla="*/ 3500998 w 5083730"/>
                  <a:gd name="connsiteY47" fmla="*/ 240567 h 5710377"/>
                  <a:gd name="connsiteX48" fmla="*/ 3466542 w 5083730"/>
                  <a:gd name="connsiteY48" fmla="*/ 587723 h 5710377"/>
                  <a:gd name="connsiteX49" fmla="*/ 3345199 w 5083730"/>
                  <a:gd name="connsiteY49" fmla="*/ 860209 h 5710377"/>
                  <a:gd name="connsiteX50" fmla="*/ 2895958 w 5083730"/>
                  <a:gd name="connsiteY50" fmla="*/ 1221103 h 5710377"/>
                  <a:gd name="connsiteX51" fmla="*/ 1550249 w 5083730"/>
                  <a:gd name="connsiteY51" fmla="*/ 1505563 h 5710377"/>
                  <a:gd name="connsiteX52" fmla="*/ 475525 w 5083730"/>
                  <a:gd name="connsiteY52" fmla="*/ 1706640 h 5710377"/>
                  <a:gd name="connsiteX53" fmla="*/ 3554 w 5083730"/>
                  <a:gd name="connsiteY53" fmla="*/ 2304463 h 5710377"/>
                  <a:gd name="connsiteX54" fmla="*/ 478083 w 5083730"/>
                  <a:gd name="connsiteY54" fmla="*/ 3338709 h 5710377"/>
                  <a:gd name="connsiteX55" fmla="*/ 1452609 w 5083730"/>
                  <a:gd name="connsiteY55" fmla="*/ 4328682 h 5710377"/>
                  <a:gd name="connsiteX56" fmla="*/ 2375631 w 5083730"/>
                  <a:gd name="connsiteY56" fmla="*/ 5459076 h 5710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083730" h="5710377">
                    <a:moveTo>
                      <a:pt x="2191126" y="5710377"/>
                    </a:moveTo>
                    <a:lnTo>
                      <a:pt x="2190243" y="5709766"/>
                    </a:lnTo>
                    <a:cubicBezTo>
                      <a:pt x="2095184" y="5643563"/>
                      <a:pt x="2029124" y="5591573"/>
                      <a:pt x="1988307" y="5550833"/>
                    </a:cubicBezTo>
                    <a:cubicBezTo>
                      <a:pt x="1948304" y="5510907"/>
                      <a:pt x="1932684" y="5481755"/>
                      <a:pt x="1940562" y="5461678"/>
                    </a:cubicBezTo>
                    <a:cubicBezTo>
                      <a:pt x="1951813" y="5433002"/>
                      <a:pt x="2008999" y="5423676"/>
                      <a:pt x="2125972" y="5431463"/>
                    </a:cubicBezTo>
                    <a:cubicBezTo>
                      <a:pt x="2193209" y="5435921"/>
                      <a:pt x="2276723" y="5445857"/>
                      <a:pt x="2372055" y="5458600"/>
                    </a:cubicBezTo>
                    <a:cubicBezTo>
                      <a:pt x="2368387" y="5184077"/>
                      <a:pt x="1941241" y="4787399"/>
                      <a:pt x="1450186" y="4331308"/>
                    </a:cubicBezTo>
                    <a:cubicBezTo>
                      <a:pt x="1124099" y="4028447"/>
                      <a:pt x="754501" y="3685185"/>
                      <a:pt x="475321" y="3340972"/>
                    </a:cubicBezTo>
                    <a:cubicBezTo>
                      <a:pt x="155482" y="2946626"/>
                      <a:pt x="0" y="2607573"/>
                      <a:pt x="0" y="2304441"/>
                    </a:cubicBezTo>
                    <a:cubicBezTo>
                      <a:pt x="0" y="2228324"/>
                      <a:pt x="11342" y="2157616"/>
                      <a:pt x="33709" y="2094310"/>
                    </a:cubicBezTo>
                    <a:cubicBezTo>
                      <a:pt x="55102" y="2033742"/>
                      <a:pt x="87317" y="1977859"/>
                      <a:pt x="129470" y="1928224"/>
                    </a:cubicBezTo>
                    <a:cubicBezTo>
                      <a:pt x="207506" y="1836331"/>
                      <a:pt x="320292" y="1762749"/>
                      <a:pt x="474280" y="1703268"/>
                    </a:cubicBezTo>
                    <a:cubicBezTo>
                      <a:pt x="761224" y="1592408"/>
                      <a:pt x="1144316" y="1548476"/>
                      <a:pt x="1549909" y="1501964"/>
                    </a:cubicBezTo>
                    <a:cubicBezTo>
                      <a:pt x="2027834" y="1447145"/>
                      <a:pt x="2522036" y="1390493"/>
                      <a:pt x="2894509" y="1217821"/>
                    </a:cubicBezTo>
                    <a:cubicBezTo>
                      <a:pt x="3316267" y="1022311"/>
                      <a:pt x="3513472" y="702475"/>
                      <a:pt x="3497444" y="240002"/>
                    </a:cubicBezTo>
                    <a:lnTo>
                      <a:pt x="3497444" y="239323"/>
                    </a:lnTo>
                    <a:cubicBezTo>
                      <a:pt x="3497444" y="239323"/>
                      <a:pt x="3497851" y="238802"/>
                      <a:pt x="3497851" y="238802"/>
                    </a:cubicBezTo>
                    <a:cubicBezTo>
                      <a:pt x="3651206" y="52957"/>
                      <a:pt x="3774292" y="-23183"/>
                      <a:pt x="3874196" y="6083"/>
                    </a:cubicBezTo>
                    <a:cubicBezTo>
                      <a:pt x="4101149" y="72535"/>
                      <a:pt x="4174453" y="680113"/>
                      <a:pt x="4259303" y="1383613"/>
                    </a:cubicBezTo>
                    <a:cubicBezTo>
                      <a:pt x="4338198" y="2037658"/>
                      <a:pt x="4427598" y="2778978"/>
                      <a:pt x="4660210" y="3240728"/>
                    </a:cubicBezTo>
                    <a:cubicBezTo>
                      <a:pt x="4781915" y="3482319"/>
                      <a:pt x="4878605" y="3708362"/>
                      <a:pt x="4947631" y="3912608"/>
                    </a:cubicBezTo>
                    <a:cubicBezTo>
                      <a:pt x="5013350" y="4107099"/>
                      <a:pt x="5055753" y="4287082"/>
                      <a:pt x="5073682" y="4447600"/>
                    </a:cubicBezTo>
                    <a:cubicBezTo>
                      <a:pt x="5090661" y="4599788"/>
                      <a:pt x="5086111" y="4738623"/>
                      <a:pt x="5060122" y="4860257"/>
                    </a:cubicBezTo>
                    <a:cubicBezTo>
                      <a:pt x="5035604" y="4974964"/>
                      <a:pt x="4991368" y="5077472"/>
                      <a:pt x="4928614" y="5164974"/>
                    </a:cubicBezTo>
                    <a:cubicBezTo>
                      <a:pt x="4828551" y="5304510"/>
                      <a:pt x="4677665" y="5411024"/>
                      <a:pt x="4480097" y="5481573"/>
                    </a:cubicBezTo>
                    <a:cubicBezTo>
                      <a:pt x="4310149" y="5542254"/>
                      <a:pt x="4099926" y="5578219"/>
                      <a:pt x="3855271" y="5588472"/>
                    </a:cubicBezTo>
                    <a:cubicBezTo>
                      <a:pt x="3804152" y="5590600"/>
                      <a:pt x="3752333" y="5591596"/>
                      <a:pt x="3700241" y="5591596"/>
                    </a:cubicBezTo>
                    <a:cubicBezTo>
                      <a:pt x="3294692" y="5591596"/>
                      <a:pt x="2867954" y="5531594"/>
                      <a:pt x="2546440" y="5486372"/>
                    </a:cubicBezTo>
                    <a:cubicBezTo>
                      <a:pt x="2486312" y="5477907"/>
                      <a:pt x="2429172" y="5469872"/>
                      <a:pt x="2375722" y="5462719"/>
                    </a:cubicBezTo>
                    <a:cubicBezTo>
                      <a:pt x="2375722" y="5474467"/>
                      <a:pt x="2374907" y="5486009"/>
                      <a:pt x="2373300" y="5497304"/>
                    </a:cubicBezTo>
                    <a:cubicBezTo>
                      <a:pt x="2360848" y="5585168"/>
                      <a:pt x="2301580" y="5654721"/>
                      <a:pt x="2192123" y="5709902"/>
                    </a:cubicBezTo>
                    <a:lnTo>
                      <a:pt x="2191172" y="5710377"/>
                    </a:lnTo>
                    <a:close/>
                    <a:moveTo>
                      <a:pt x="2055974" y="5432368"/>
                    </a:moveTo>
                    <a:cubicBezTo>
                      <a:pt x="1992042" y="5432368"/>
                      <a:pt x="1952470" y="5441172"/>
                      <a:pt x="1943912" y="5462991"/>
                    </a:cubicBezTo>
                    <a:cubicBezTo>
                      <a:pt x="1929039" y="5500880"/>
                      <a:pt x="2007685" y="5578151"/>
                      <a:pt x="2191421" y="5706190"/>
                    </a:cubicBezTo>
                    <a:cubicBezTo>
                      <a:pt x="2299135" y="5651665"/>
                      <a:pt x="2357452" y="5583154"/>
                      <a:pt x="2369677" y="5496783"/>
                    </a:cubicBezTo>
                    <a:cubicBezTo>
                      <a:pt x="2371285" y="5485489"/>
                      <a:pt x="2372055" y="5473969"/>
                      <a:pt x="2372077" y="5462221"/>
                    </a:cubicBezTo>
                    <a:cubicBezTo>
                      <a:pt x="2240275" y="5444590"/>
                      <a:pt x="2131247" y="5432368"/>
                      <a:pt x="2055974" y="5432368"/>
                    </a:cubicBezTo>
                    <a:close/>
                    <a:moveTo>
                      <a:pt x="2375654" y="5459076"/>
                    </a:moveTo>
                    <a:cubicBezTo>
                      <a:pt x="2429285" y="5466250"/>
                      <a:pt x="2486629" y="5474331"/>
                      <a:pt x="2546893" y="5482796"/>
                    </a:cubicBezTo>
                    <a:cubicBezTo>
                      <a:pt x="2868271" y="5527995"/>
                      <a:pt x="3294941" y="5587974"/>
                      <a:pt x="3700196" y="5587974"/>
                    </a:cubicBezTo>
                    <a:cubicBezTo>
                      <a:pt x="3752287" y="5587974"/>
                      <a:pt x="3803949" y="5586979"/>
                      <a:pt x="3855067" y="5584851"/>
                    </a:cubicBezTo>
                    <a:cubicBezTo>
                      <a:pt x="4387822" y="5562557"/>
                      <a:pt x="4737997" y="5424514"/>
                      <a:pt x="4925625" y="5162869"/>
                    </a:cubicBezTo>
                    <a:cubicBezTo>
                      <a:pt x="5054372" y="4983339"/>
                      <a:pt x="5102954" y="4742811"/>
                      <a:pt x="5070037" y="4447984"/>
                    </a:cubicBezTo>
                    <a:cubicBezTo>
                      <a:pt x="5033340" y="4119298"/>
                      <a:pt x="4894362" y="3713658"/>
                      <a:pt x="4656927" y="3242334"/>
                    </a:cubicBezTo>
                    <a:cubicBezTo>
                      <a:pt x="4424044" y="2780019"/>
                      <a:pt x="4334599" y="2038382"/>
                      <a:pt x="4255657" y="1384043"/>
                    </a:cubicBezTo>
                    <a:cubicBezTo>
                      <a:pt x="4170966" y="681788"/>
                      <a:pt x="4097798" y="75319"/>
                      <a:pt x="3873110" y="9523"/>
                    </a:cubicBezTo>
                    <a:cubicBezTo>
                      <a:pt x="3774858" y="-19244"/>
                      <a:pt x="3653130" y="56329"/>
                      <a:pt x="3500998" y="240567"/>
                    </a:cubicBezTo>
                    <a:cubicBezTo>
                      <a:pt x="3505300" y="366343"/>
                      <a:pt x="3493709" y="483155"/>
                      <a:pt x="3466542" y="587723"/>
                    </a:cubicBezTo>
                    <a:cubicBezTo>
                      <a:pt x="3440666" y="687288"/>
                      <a:pt x="3399849" y="778977"/>
                      <a:pt x="3345199" y="860209"/>
                    </a:cubicBezTo>
                    <a:cubicBezTo>
                      <a:pt x="3244774" y="1009478"/>
                      <a:pt x="3097827" y="1127535"/>
                      <a:pt x="2895958" y="1221103"/>
                    </a:cubicBezTo>
                    <a:cubicBezTo>
                      <a:pt x="2522964" y="1394002"/>
                      <a:pt x="2028468" y="1450722"/>
                      <a:pt x="1550249" y="1505563"/>
                    </a:cubicBezTo>
                    <a:cubicBezTo>
                      <a:pt x="1144904" y="1552052"/>
                      <a:pt x="762039" y="1595962"/>
                      <a:pt x="475525" y="1706640"/>
                    </a:cubicBezTo>
                    <a:cubicBezTo>
                      <a:pt x="153535" y="1831035"/>
                      <a:pt x="3554" y="2020999"/>
                      <a:pt x="3554" y="2304463"/>
                    </a:cubicBezTo>
                    <a:cubicBezTo>
                      <a:pt x="3554" y="2606713"/>
                      <a:pt x="158765" y="2945041"/>
                      <a:pt x="478083" y="3338709"/>
                    </a:cubicBezTo>
                    <a:cubicBezTo>
                      <a:pt x="757104" y="3682740"/>
                      <a:pt x="1126612" y="4025912"/>
                      <a:pt x="1452609" y="4328682"/>
                    </a:cubicBezTo>
                    <a:cubicBezTo>
                      <a:pt x="1944501" y="4785543"/>
                      <a:pt x="2372349" y="5182900"/>
                      <a:pt x="2375631" y="545907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2ECAB9F5-A705-648A-D64B-1133BB24FDA7}"/>
                  </a:ext>
                </a:extLst>
              </p:cNvPr>
              <p:cNvSpPr/>
              <p:nvPr/>
            </p:nvSpPr>
            <p:spPr>
              <a:xfrm>
                <a:off x="3891629" y="175076"/>
                <a:ext cx="5058051" cy="5672760"/>
              </a:xfrm>
              <a:custGeom>
                <a:avLst/>
                <a:gdLst>
                  <a:gd name="connsiteX0" fmla="*/ 2145849 w 5058051"/>
                  <a:gd name="connsiteY0" fmla="*/ 5672761 h 5672760"/>
                  <a:gd name="connsiteX1" fmla="*/ 2145080 w 5058051"/>
                  <a:gd name="connsiteY1" fmla="*/ 5672173 h 5672760"/>
                  <a:gd name="connsiteX2" fmla="*/ 1886116 w 5058051"/>
                  <a:gd name="connsiteY2" fmla="*/ 5385246 h 5672760"/>
                  <a:gd name="connsiteX3" fmla="*/ 2306086 w 5058051"/>
                  <a:gd name="connsiteY3" fmla="*/ 5380334 h 5672760"/>
                  <a:gd name="connsiteX4" fmla="*/ 2097470 w 5058051"/>
                  <a:gd name="connsiteY4" fmla="*/ 5049951 h 5672760"/>
                  <a:gd name="connsiteX5" fmla="*/ 1464381 w 5058051"/>
                  <a:gd name="connsiteY5" fmla="*/ 4385562 h 5672760"/>
                  <a:gd name="connsiteX6" fmla="*/ 484173 w 5058051"/>
                  <a:gd name="connsiteY6" fmla="*/ 3326329 h 5672760"/>
                  <a:gd name="connsiteX7" fmla="*/ 0 w 5058051"/>
                  <a:gd name="connsiteY7" fmla="*/ 2244463 h 5672760"/>
                  <a:gd name="connsiteX8" fmla="*/ 34184 w 5058051"/>
                  <a:gd name="connsiteY8" fmla="*/ 2031412 h 5672760"/>
                  <a:gd name="connsiteX9" fmla="*/ 131259 w 5058051"/>
                  <a:gd name="connsiteY9" fmla="*/ 1861931 h 5672760"/>
                  <a:gd name="connsiteX10" fmla="*/ 480664 w 5058051"/>
                  <a:gd name="connsiteY10" fmla="*/ 1628917 h 5672760"/>
                  <a:gd name="connsiteX11" fmla="*/ 1569560 w 5058051"/>
                  <a:gd name="connsiteY11" fmla="*/ 1408307 h 5672760"/>
                  <a:gd name="connsiteX12" fmla="*/ 2878164 w 5058051"/>
                  <a:gd name="connsiteY12" fmla="*/ 1122580 h 5672760"/>
                  <a:gd name="connsiteX13" fmla="*/ 3524973 w 5058051"/>
                  <a:gd name="connsiteY13" fmla="*/ 231923 h 5672760"/>
                  <a:gd name="connsiteX14" fmla="*/ 3524973 w 5058051"/>
                  <a:gd name="connsiteY14" fmla="*/ 231243 h 5672760"/>
                  <a:gd name="connsiteX15" fmla="*/ 3525471 w 5058051"/>
                  <a:gd name="connsiteY15" fmla="*/ 230746 h 5672760"/>
                  <a:gd name="connsiteX16" fmla="*/ 3930340 w 5058051"/>
                  <a:gd name="connsiteY16" fmla="*/ 8709 h 5672760"/>
                  <a:gd name="connsiteX17" fmla="*/ 4146200 w 5058051"/>
                  <a:gd name="connsiteY17" fmla="*/ 444045 h 5672760"/>
                  <a:gd name="connsiteX18" fmla="*/ 4235147 w 5058051"/>
                  <a:gd name="connsiteY18" fmla="*/ 1321620 h 5672760"/>
                  <a:gd name="connsiteX19" fmla="*/ 4585457 w 5058051"/>
                  <a:gd name="connsiteY19" fmla="*/ 3232762 h 5672760"/>
                  <a:gd name="connsiteX20" fmla="*/ 4898210 w 5058051"/>
                  <a:gd name="connsiteY20" fmla="*/ 3922387 h 5672760"/>
                  <a:gd name="connsiteX21" fmla="*/ 5042260 w 5058051"/>
                  <a:gd name="connsiteY21" fmla="*/ 4466659 h 5672760"/>
                  <a:gd name="connsiteX22" fmla="*/ 5040245 w 5058051"/>
                  <a:gd name="connsiteY22" fmla="*/ 4881398 h 5672760"/>
                  <a:gd name="connsiteX23" fmla="*/ 4914759 w 5058051"/>
                  <a:gd name="connsiteY23" fmla="*/ 5182267 h 5672760"/>
                  <a:gd name="connsiteX24" fmla="*/ 4727719 w 5058051"/>
                  <a:gd name="connsiteY24" fmla="*/ 5360168 h 5672760"/>
                  <a:gd name="connsiteX25" fmla="*/ 4481954 w 5058051"/>
                  <a:gd name="connsiteY25" fmla="*/ 5476346 h 5672760"/>
                  <a:gd name="connsiteX26" fmla="*/ 3870733 w 5058051"/>
                  <a:gd name="connsiteY26" fmla="*/ 5562784 h 5672760"/>
                  <a:gd name="connsiteX27" fmla="*/ 2561925 w 5058051"/>
                  <a:gd name="connsiteY27" fmla="*/ 5425217 h 5672760"/>
                  <a:gd name="connsiteX28" fmla="*/ 2311428 w 5058051"/>
                  <a:gd name="connsiteY28" fmla="*/ 5384838 h 5672760"/>
                  <a:gd name="connsiteX29" fmla="*/ 2322317 w 5058051"/>
                  <a:gd name="connsiteY29" fmla="*/ 5519056 h 5672760"/>
                  <a:gd name="connsiteX30" fmla="*/ 2146777 w 5058051"/>
                  <a:gd name="connsiteY30" fmla="*/ 5672422 h 5672760"/>
                  <a:gd name="connsiteX31" fmla="*/ 2145849 w 5058051"/>
                  <a:gd name="connsiteY31" fmla="*/ 5672716 h 5672760"/>
                  <a:gd name="connsiteX32" fmla="*/ 2006237 w 5058051"/>
                  <a:gd name="connsiteY32" fmla="*/ 5352970 h 5672760"/>
                  <a:gd name="connsiteX33" fmla="*/ 1889489 w 5058051"/>
                  <a:gd name="connsiteY33" fmla="*/ 5386717 h 5672760"/>
                  <a:gd name="connsiteX34" fmla="*/ 2146551 w 5058051"/>
                  <a:gd name="connsiteY34" fmla="*/ 5668664 h 5672760"/>
                  <a:gd name="connsiteX35" fmla="*/ 2318741 w 5058051"/>
                  <a:gd name="connsiteY35" fmla="*/ 5518241 h 5672760"/>
                  <a:gd name="connsiteX36" fmla="*/ 2307399 w 5058051"/>
                  <a:gd name="connsiteY36" fmla="*/ 5384272 h 5672760"/>
                  <a:gd name="connsiteX37" fmla="*/ 2096270 w 5058051"/>
                  <a:gd name="connsiteY37" fmla="*/ 5357519 h 5672760"/>
                  <a:gd name="connsiteX38" fmla="*/ 2006237 w 5058051"/>
                  <a:gd name="connsiteY38" fmla="*/ 5352993 h 5672760"/>
                  <a:gd name="connsiteX39" fmla="*/ 2310115 w 5058051"/>
                  <a:gd name="connsiteY39" fmla="*/ 5380945 h 5672760"/>
                  <a:gd name="connsiteX40" fmla="*/ 2562491 w 5058051"/>
                  <a:gd name="connsiteY40" fmla="*/ 5421618 h 5672760"/>
                  <a:gd name="connsiteX41" fmla="*/ 3870642 w 5058051"/>
                  <a:gd name="connsiteY41" fmla="*/ 5559118 h 5672760"/>
                  <a:gd name="connsiteX42" fmla="*/ 4911725 w 5058051"/>
                  <a:gd name="connsiteY42" fmla="*/ 5180117 h 5672760"/>
                  <a:gd name="connsiteX43" fmla="*/ 5038547 w 5058051"/>
                  <a:gd name="connsiteY43" fmla="*/ 4467202 h 5672760"/>
                  <a:gd name="connsiteX44" fmla="*/ 4582152 w 5058051"/>
                  <a:gd name="connsiteY44" fmla="*/ 3234504 h 5672760"/>
                  <a:gd name="connsiteX45" fmla="*/ 4231434 w 5058051"/>
                  <a:gd name="connsiteY45" fmla="*/ 1321915 h 5672760"/>
                  <a:gd name="connsiteX46" fmla="*/ 3929073 w 5058051"/>
                  <a:gd name="connsiteY46" fmla="*/ 12195 h 5672760"/>
                  <a:gd name="connsiteX47" fmla="*/ 3528595 w 5058051"/>
                  <a:gd name="connsiteY47" fmla="*/ 232783 h 5672760"/>
                  <a:gd name="connsiteX48" fmla="*/ 3470594 w 5058051"/>
                  <a:gd name="connsiteY48" fmla="*/ 544946 h 5672760"/>
                  <a:gd name="connsiteX49" fmla="*/ 3335012 w 5058051"/>
                  <a:gd name="connsiteY49" fmla="*/ 792106 h 5672760"/>
                  <a:gd name="connsiteX50" fmla="*/ 2879613 w 5058051"/>
                  <a:gd name="connsiteY50" fmla="*/ 1125975 h 5672760"/>
                  <a:gd name="connsiteX51" fmla="*/ 1570013 w 5058051"/>
                  <a:gd name="connsiteY51" fmla="*/ 1411974 h 5672760"/>
                  <a:gd name="connsiteX52" fmla="*/ 481999 w 5058051"/>
                  <a:gd name="connsiteY52" fmla="*/ 1632358 h 5672760"/>
                  <a:gd name="connsiteX53" fmla="*/ 3645 w 5058051"/>
                  <a:gd name="connsiteY53" fmla="*/ 2244508 h 5672760"/>
                  <a:gd name="connsiteX54" fmla="*/ 487048 w 5058051"/>
                  <a:gd name="connsiteY54" fmla="*/ 3324111 h 5672760"/>
                  <a:gd name="connsiteX55" fmla="*/ 1466939 w 5058051"/>
                  <a:gd name="connsiteY55" fmla="*/ 4382982 h 5672760"/>
                  <a:gd name="connsiteX56" fmla="*/ 2100278 w 5058051"/>
                  <a:gd name="connsiteY56" fmla="*/ 5047642 h 5672760"/>
                  <a:gd name="connsiteX57" fmla="*/ 2310092 w 5058051"/>
                  <a:gd name="connsiteY57" fmla="*/ 5380968 h 567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058051" h="5672760">
                    <a:moveTo>
                      <a:pt x="2145849" y="5672761"/>
                    </a:moveTo>
                    <a:lnTo>
                      <a:pt x="2145080" y="5672173"/>
                    </a:lnTo>
                    <a:cubicBezTo>
                      <a:pt x="1948689" y="5521953"/>
                      <a:pt x="1866398" y="5430785"/>
                      <a:pt x="1886116" y="5385246"/>
                    </a:cubicBezTo>
                    <a:cubicBezTo>
                      <a:pt x="1909094" y="5332170"/>
                      <a:pt x="2068515" y="5344505"/>
                      <a:pt x="2306086" y="5380334"/>
                    </a:cubicBezTo>
                    <a:cubicBezTo>
                      <a:pt x="2276134" y="5292222"/>
                      <a:pt x="2207426" y="5183874"/>
                      <a:pt x="2097470" y="5049951"/>
                    </a:cubicBezTo>
                    <a:cubicBezTo>
                      <a:pt x="1938706" y="4856614"/>
                      <a:pt x="1708312" y="4627810"/>
                      <a:pt x="1464381" y="4385562"/>
                    </a:cubicBezTo>
                    <a:cubicBezTo>
                      <a:pt x="1137728" y="4061154"/>
                      <a:pt x="767495" y="3693492"/>
                      <a:pt x="484173" y="3326329"/>
                    </a:cubicBezTo>
                    <a:cubicBezTo>
                      <a:pt x="158380" y="2904143"/>
                      <a:pt x="0" y="2550266"/>
                      <a:pt x="0" y="2244463"/>
                    </a:cubicBezTo>
                    <a:cubicBezTo>
                      <a:pt x="0" y="2167486"/>
                      <a:pt x="11500" y="2095805"/>
                      <a:pt x="34184" y="2031412"/>
                    </a:cubicBezTo>
                    <a:cubicBezTo>
                      <a:pt x="55872" y="1969826"/>
                      <a:pt x="88540" y="1912789"/>
                      <a:pt x="131259" y="1861931"/>
                    </a:cubicBezTo>
                    <a:cubicBezTo>
                      <a:pt x="210336" y="1767775"/>
                      <a:pt x="324638" y="1691545"/>
                      <a:pt x="480664" y="1628917"/>
                    </a:cubicBezTo>
                    <a:cubicBezTo>
                      <a:pt x="771389" y="1512241"/>
                      <a:pt x="1159099" y="1461745"/>
                      <a:pt x="1569560" y="1408307"/>
                    </a:cubicBezTo>
                    <a:cubicBezTo>
                      <a:pt x="2031660" y="1348147"/>
                      <a:pt x="2509494" y="1285927"/>
                      <a:pt x="2878164" y="1122580"/>
                    </a:cubicBezTo>
                    <a:cubicBezTo>
                      <a:pt x="3295304" y="937776"/>
                      <a:pt x="3506862" y="646435"/>
                      <a:pt x="3524973" y="231923"/>
                    </a:cubicBezTo>
                    <a:lnTo>
                      <a:pt x="3524973" y="231243"/>
                    </a:lnTo>
                    <a:cubicBezTo>
                      <a:pt x="3524973" y="231243"/>
                      <a:pt x="3525471" y="230746"/>
                      <a:pt x="3525471" y="230746"/>
                    </a:cubicBezTo>
                    <a:cubicBezTo>
                      <a:pt x="3697185" y="45874"/>
                      <a:pt x="3829621" y="-26758"/>
                      <a:pt x="3930340" y="8709"/>
                    </a:cubicBezTo>
                    <a:cubicBezTo>
                      <a:pt x="4029633" y="43656"/>
                      <a:pt x="4098206" y="181993"/>
                      <a:pt x="4146200" y="444045"/>
                    </a:cubicBezTo>
                    <a:cubicBezTo>
                      <a:pt x="4189236" y="679118"/>
                      <a:pt x="4211535" y="991214"/>
                      <a:pt x="4235147" y="1321620"/>
                    </a:cubicBezTo>
                    <a:cubicBezTo>
                      <a:pt x="4283435" y="1997575"/>
                      <a:pt x="4338176" y="2763724"/>
                      <a:pt x="4585457" y="3232762"/>
                    </a:cubicBezTo>
                    <a:cubicBezTo>
                      <a:pt x="4716648" y="3481619"/>
                      <a:pt x="4821873" y="3713659"/>
                      <a:pt x="4898210" y="3922387"/>
                    </a:cubicBezTo>
                    <a:cubicBezTo>
                      <a:pt x="4970880" y="4121178"/>
                      <a:pt x="5019349" y="4304285"/>
                      <a:pt x="5042260" y="4466659"/>
                    </a:cubicBezTo>
                    <a:cubicBezTo>
                      <a:pt x="5063970" y="4620613"/>
                      <a:pt x="5063291" y="4760149"/>
                      <a:pt x="5040245" y="4881398"/>
                    </a:cubicBezTo>
                    <a:cubicBezTo>
                      <a:pt x="5018512" y="4995721"/>
                      <a:pt x="4976291" y="5096961"/>
                      <a:pt x="4914759" y="5182267"/>
                    </a:cubicBezTo>
                    <a:cubicBezTo>
                      <a:pt x="4865475" y="5250575"/>
                      <a:pt x="4802562" y="5310419"/>
                      <a:pt x="4727719" y="5360168"/>
                    </a:cubicBezTo>
                    <a:cubicBezTo>
                      <a:pt x="4657516" y="5406838"/>
                      <a:pt x="4574817" y="5445927"/>
                      <a:pt x="4481954" y="5476346"/>
                    </a:cubicBezTo>
                    <a:cubicBezTo>
                      <a:pt x="4316556" y="5530531"/>
                      <a:pt x="4110906" y="5559615"/>
                      <a:pt x="3870733" y="5562784"/>
                    </a:cubicBezTo>
                    <a:cubicBezTo>
                      <a:pt x="3428849" y="5568669"/>
                      <a:pt x="2948140" y="5489112"/>
                      <a:pt x="2561925" y="5425217"/>
                    </a:cubicBezTo>
                    <a:cubicBezTo>
                      <a:pt x="2471846" y="5410324"/>
                      <a:pt x="2387698" y="5396404"/>
                      <a:pt x="2311428" y="5384838"/>
                    </a:cubicBezTo>
                    <a:cubicBezTo>
                      <a:pt x="2328022" y="5435991"/>
                      <a:pt x="2331509" y="5480398"/>
                      <a:pt x="2322317" y="5519056"/>
                    </a:cubicBezTo>
                    <a:cubicBezTo>
                      <a:pt x="2305723" y="5589039"/>
                      <a:pt x="2248289" y="5639218"/>
                      <a:pt x="2146777" y="5672422"/>
                    </a:cubicBezTo>
                    <a:lnTo>
                      <a:pt x="2145849" y="5672716"/>
                    </a:lnTo>
                    <a:close/>
                    <a:moveTo>
                      <a:pt x="2006237" y="5352970"/>
                    </a:moveTo>
                    <a:cubicBezTo>
                      <a:pt x="1936962" y="5352970"/>
                      <a:pt x="1899292" y="5364038"/>
                      <a:pt x="1889489" y="5386717"/>
                    </a:cubicBezTo>
                    <a:cubicBezTo>
                      <a:pt x="1870586" y="5430377"/>
                      <a:pt x="1952266" y="5519984"/>
                      <a:pt x="2146551" y="5668664"/>
                    </a:cubicBezTo>
                    <a:cubicBezTo>
                      <a:pt x="2246184" y="5635868"/>
                      <a:pt x="2302509" y="5586662"/>
                      <a:pt x="2318741" y="5518241"/>
                    </a:cubicBezTo>
                    <a:cubicBezTo>
                      <a:pt x="2327864" y="5479764"/>
                      <a:pt x="2324264" y="5435470"/>
                      <a:pt x="2307399" y="5384272"/>
                    </a:cubicBezTo>
                    <a:cubicBezTo>
                      <a:pt x="2227484" y="5372186"/>
                      <a:pt x="2156354" y="5362748"/>
                      <a:pt x="2096270" y="5357519"/>
                    </a:cubicBezTo>
                    <a:cubicBezTo>
                      <a:pt x="2061815" y="5354509"/>
                      <a:pt x="2031864" y="5352993"/>
                      <a:pt x="2006237" y="5352993"/>
                    </a:cubicBezTo>
                    <a:close/>
                    <a:moveTo>
                      <a:pt x="2310115" y="5380945"/>
                    </a:moveTo>
                    <a:cubicBezTo>
                      <a:pt x="2386837" y="5392556"/>
                      <a:pt x="2471619" y="5406589"/>
                      <a:pt x="2562491" y="5421618"/>
                    </a:cubicBezTo>
                    <a:cubicBezTo>
                      <a:pt x="2948570" y="5485467"/>
                      <a:pt x="3429075" y="5564957"/>
                      <a:pt x="3870642" y="5559118"/>
                    </a:cubicBezTo>
                    <a:cubicBezTo>
                      <a:pt x="4392168" y="5552237"/>
                      <a:pt x="4732699" y="5428272"/>
                      <a:pt x="4911725" y="5180117"/>
                    </a:cubicBezTo>
                    <a:cubicBezTo>
                      <a:pt x="5037936" y="5005181"/>
                      <a:pt x="5080610" y="4765310"/>
                      <a:pt x="5038547" y="4467202"/>
                    </a:cubicBezTo>
                    <a:cubicBezTo>
                      <a:pt x="4991662" y="4134758"/>
                      <a:pt x="4838104" y="3720019"/>
                      <a:pt x="4582152" y="3234504"/>
                    </a:cubicBezTo>
                    <a:cubicBezTo>
                      <a:pt x="4334508" y="2764765"/>
                      <a:pt x="4279745" y="1998231"/>
                      <a:pt x="4231434" y="1321915"/>
                    </a:cubicBezTo>
                    <a:cubicBezTo>
                      <a:pt x="4184119" y="659586"/>
                      <a:pt x="4143234" y="87588"/>
                      <a:pt x="3929073" y="12195"/>
                    </a:cubicBezTo>
                    <a:cubicBezTo>
                      <a:pt x="3829961" y="-22684"/>
                      <a:pt x="3698973" y="49473"/>
                      <a:pt x="3528595" y="232783"/>
                    </a:cubicBezTo>
                    <a:cubicBezTo>
                      <a:pt x="3523614" y="345521"/>
                      <a:pt x="3504100" y="450541"/>
                      <a:pt x="3470594" y="544946"/>
                    </a:cubicBezTo>
                    <a:cubicBezTo>
                      <a:pt x="3438697" y="634870"/>
                      <a:pt x="3393080" y="718026"/>
                      <a:pt x="3335012" y="792106"/>
                    </a:cubicBezTo>
                    <a:cubicBezTo>
                      <a:pt x="3228293" y="928270"/>
                      <a:pt x="3079331" y="1037477"/>
                      <a:pt x="2879613" y="1125975"/>
                    </a:cubicBezTo>
                    <a:cubicBezTo>
                      <a:pt x="2510467" y="1289526"/>
                      <a:pt x="2032362" y="1351791"/>
                      <a:pt x="1570013" y="1411974"/>
                    </a:cubicBezTo>
                    <a:cubicBezTo>
                      <a:pt x="1159778" y="1465389"/>
                      <a:pt x="772295" y="1515840"/>
                      <a:pt x="481999" y="1632358"/>
                    </a:cubicBezTo>
                    <a:cubicBezTo>
                      <a:pt x="155641" y="1763339"/>
                      <a:pt x="3645" y="1957853"/>
                      <a:pt x="3645" y="2244508"/>
                    </a:cubicBezTo>
                    <a:cubicBezTo>
                      <a:pt x="3645" y="2549451"/>
                      <a:pt x="161776" y="2902604"/>
                      <a:pt x="487048" y="3324111"/>
                    </a:cubicBezTo>
                    <a:cubicBezTo>
                      <a:pt x="770212" y="3691071"/>
                      <a:pt x="1140376" y="4058664"/>
                      <a:pt x="1466939" y="4382982"/>
                    </a:cubicBezTo>
                    <a:cubicBezTo>
                      <a:pt x="1710938" y="4625298"/>
                      <a:pt x="1941399" y="4854170"/>
                      <a:pt x="2100278" y="5047642"/>
                    </a:cubicBezTo>
                    <a:cubicBezTo>
                      <a:pt x="2211162" y="5182674"/>
                      <a:pt x="2280255" y="5291972"/>
                      <a:pt x="2310092" y="5380968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ED1CEA4A-9CC2-9A5E-B4AC-BE6C4672054A}"/>
                  </a:ext>
                </a:extLst>
              </p:cNvPr>
              <p:cNvSpPr/>
              <p:nvPr/>
            </p:nvSpPr>
            <p:spPr>
              <a:xfrm>
                <a:off x="3936703" y="182857"/>
                <a:ext cx="5035073" cy="5635239"/>
              </a:xfrm>
              <a:custGeom>
                <a:avLst/>
                <a:gdLst>
                  <a:gd name="connsiteX0" fmla="*/ 2100572 w 5035073"/>
                  <a:gd name="connsiteY0" fmla="*/ 5635239 h 5635239"/>
                  <a:gd name="connsiteX1" fmla="*/ 2099938 w 5035073"/>
                  <a:gd name="connsiteY1" fmla="*/ 5634696 h 5635239"/>
                  <a:gd name="connsiteX2" fmla="*/ 1832010 w 5035073"/>
                  <a:gd name="connsiteY2" fmla="*/ 5308251 h 5635239"/>
                  <a:gd name="connsiteX3" fmla="*/ 2205343 w 5035073"/>
                  <a:gd name="connsiteY3" fmla="*/ 5295146 h 5635239"/>
                  <a:gd name="connsiteX4" fmla="*/ 2074854 w 5035073"/>
                  <a:gd name="connsiteY4" fmla="*/ 5108758 h 5635239"/>
                  <a:gd name="connsiteX5" fmla="*/ 1482039 w 5035073"/>
                  <a:gd name="connsiteY5" fmla="*/ 4449439 h 5635239"/>
                  <a:gd name="connsiteX6" fmla="*/ 494971 w 5035073"/>
                  <a:gd name="connsiteY6" fmla="*/ 3317281 h 5635239"/>
                  <a:gd name="connsiteX7" fmla="*/ 0 w 5035073"/>
                  <a:gd name="connsiteY7" fmla="*/ 2184647 h 5635239"/>
                  <a:gd name="connsiteX8" fmla="*/ 34818 w 5035073"/>
                  <a:gd name="connsiteY8" fmla="*/ 1967997 h 5635239"/>
                  <a:gd name="connsiteX9" fmla="*/ 133704 w 5035073"/>
                  <a:gd name="connsiteY9" fmla="*/ 1794555 h 5635239"/>
                  <a:gd name="connsiteX10" fmla="*/ 489470 w 5035073"/>
                  <a:gd name="connsiteY10" fmla="*/ 1552692 h 5635239"/>
                  <a:gd name="connsiteX11" fmla="*/ 1596590 w 5035073"/>
                  <a:gd name="connsiteY11" fmla="*/ 1311960 h 5635239"/>
                  <a:gd name="connsiteX12" fmla="*/ 2866233 w 5035073"/>
                  <a:gd name="connsiteY12" fmla="*/ 1026980 h 5635239"/>
                  <a:gd name="connsiteX13" fmla="*/ 3552569 w 5035073"/>
                  <a:gd name="connsiteY13" fmla="*/ 223938 h 5635239"/>
                  <a:gd name="connsiteX14" fmla="*/ 3552660 w 5035073"/>
                  <a:gd name="connsiteY14" fmla="*/ 223281 h 5635239"/>
                  <a:gd name="connsiteX15" fmla="*/ 3553135 w 5035073"/>
                  <a:gd name="connsiteY15" fmla="*/ 222829 h 5635239"/>
                  <a:gd name="connsiteX16" fmla="*/ 3986394 w 5035073"/>
                  <a:gd name="connsiteY16" fmla="*/ 11724 h 5635239"/>
                  <a:gd name="connsiteX17" fmla="*/ 4174883 w 5035073"/>
                  <a:gd name="connsiteY17" fmla="*/ 436038 h 5635239"/>
                  <a:gd name="connsiteX18" fmla="*/ 4218349 w 5035073"/>
                  <a:gd name="connsiteY18" fmla="*/ 1273393 h 5635239"/>
                  <a:gd name="connsiteX19" fmla="*/ 4510750 w 5035073"/>
                  <a:gd name="connsiteY19" fmla="*/ 3224935 h 5635239"/>
                  <a:gd name="connsiteX20" fmla="*/ 4849560 w 5035073"/>
                  <a:gd name="connsiteY20" fmla="*/ 3931535 h 5635239"/>
                  <a:gd name="connsiteX21" fmla="*/ 5012218 w 5035073"/>
                  <a:gd name="connsiteY21" fmla="*/ 4484498 h 5635239"/>
                  <a:gd name="connsiteX22" fmla="*/ 5022292 w 5035073"/>
                  <a:gd name="connsiteY22" fmla="*/ 4900913 h 5635239"/>
                  <a:gd name="connsiteX23" fmla="*/ 4903213 w 5035073"/>
                  <a:gd name="connsiteY23" fmla="*/ 5197685 h 5635239"/>
                  <a:gd name="connsiteX24" fmla="*/ 4723553 w 5035073"/>
                  <a:gd name="connsiteY24" fmla="*/ 5364812 h 5635239"/>
                  <a:gd name="connsiteX25" fmla="*/ 4485191 w 5035073"/>
                  <a:gd name="connsiteY25" fmla="*/ 5470693 h 5635239"/>
                  <a:gd name="connsiteX26" fmla="*/ 3886466 w 5035073"/>
                  <a:gd name="connsiteY26" fmla="*/ 5537892 h 5635239"/>
                  <a:gd name="connsiteX27" fmla="*/ 2577840 w 5035073"/>
                  <a:gd name="connsiteY27" fmla="*/ 5366080 h 5635239"/>
                  <a:gd name="connsiteX28" fmla="*/ 2212678 w 5035073"/>
                  <a:gd name="connsiteY28" fmla="*/ 5300216 h 5635239"/>
                  <a:gd name="connsiteX29" fmla="*/ 2271675 w 5035073"/>
                  <a:gd name="connsiteY29" fmla="*/ 5533750 h 5635239"/>
                  <a:gd name="connsiteX30" fmla="*/ 2101477 w 5035073"/>
                  <a:gd name="connsiteY30" fmla="*/ 5635081 h 5635239"/>
                  <a:gd name="connsiteX31" fmla="*/ 2100640 w 5035073"/>
                  <a:gd name="connsiteY31" fmla="*/ 5635194 h 5635239"/>
                  <a:gd name="connsiteX32" fmla="*/ 1956069 w 5035073"/>
                  <a:gd name="connsiteY32" fmla="*/ 5273440 h 5635239"/>
                  <a:gd name="connsiteX33" fmla="*/ 1835428 w 5035073"/>
                  <a:gd name="connsiteY33" fmla="*/ 5309858 h 5635239"/>
                  <a:gd name="connsiteX34" fmla="*/ 1880388 w 5035073"/>
                  <a:gd name="connsiteY34" fmla="*/ 5421736 h 5635239"/>
                  <a:gd name="connsiteX35" fmla="*/ 2101726 w 5035073"/>
                  <a:gd name="connsiteY35" fmla="*/ 5631279 h 5635239"/>
                  <a:gd name="connsiteX36" fmla="*/ 2268098 w 5035073"/>
                  <a:gd name="connsiteY36" fmla="*/ 5532573 h 5635239"/>
                  <a:gd name="connsiteX37" fmla="*/ 2207947 w 5035073"/>
                  <a:gd name="connsiteY37" fmla="*/ 5299537 h 5635239"/>
                  <a:gd name="connsiteX38" fmla="*/ 1956115 w 5035073"/>
                  <a:gd name="connsiteY38" fmla="*/ 5273463 h 5635239"/>
                  <a:gd name="connsiteX39" fmla="*/ 2210097 w 5035073"/>
                  <a:gd name="connsiteY39" fmla="*/ 5295893 h 5635239"/>
                  <a:gd name="connsiteX40" fmla="*/ 2578496 w 5035073"/>
                  <a:gd name="connsiteY40" fmla="*/ 5362413 h 5635239"/>
                  <a:gd name="connsiteX41" fmla="*/ 3886489 w 5035073"/>
                  <a:gd name="connsiteY41" fmla="*/ 5534157 h 5635239"/>
                  <a:gd name="connsiteX42" fmla="*/ 4900134 w 5035073"/>
                  <a:gd name="connsiteY42" fmla="*/ 5195490 h 5635239"/>
                  <a:gd name="connsiteX43" fmla="*/ 5008483 w 5035073"/>
                  <a:gd name="connsiteY43" fmla="*/ 4485155 h 5635239"/>
                  <a:gd name="connsiteX44" fmla="*/ 4507422 w 5035073"/>
                  <a:gd name="connsiteY44" fmla="*/ 3226768 h 5635239"/>
                  <a:gd name="connsiteX45" fmla="*/ 4268562 w 5035073"/>
                  <a:gd name="connsiteY45" fmla="*/ 2328348 h 5635239"/>
                  <a:gd name="connsiteX46" fmla="*/ 4214546 w 5035073"/>
                  <a:gd name="connsiteY46" fmla="*/ 1273506 h 5635239"/>
                  <a:gd name="connsiteX47" fmla="*/ 4171102 w 5035073"/>
                  <a:gd name="connsiteY47" fmla="*/ 436581 h 5635239"/>
                  <a:gd name="connsiteX48" fmla="*/ 3984922 w 5035073"/>
                  <a:gd name="connsiteY48" fmla="*/ 15233 h 5635239"/>
                  <a:gd name="connsiteX49" fmla="*/ 3556169 w 5035073"/>
                  <a:gd name="connsiteY49" fmla="*/ 225115 h 5635239"/>
                  <a:gd name="connsiteX50" fmla="*/ 3475892 w 5035073"/>
                  <a:gd name="connsiteY50" fmla="*/ 502490 h 5635239"/>
                  <a:gd name="connsiteX51" fmla="*/ 3327201 w 5035073"/>
                  <a:gd name="connsiteY51" fmla="*/ 724277 h 5635239"/>
                  <a:gd name="connsiteX52" fmla="*/ 2867660 w 5035073"/>
                  <a:gd name="connsiteY52" fmla="*/ 1030466 h 5635239"/>
                  <a:gd name="connsiteX53" fmla="*/ 1597111 w 5035073"/>
                  <a:gd name="connsiteY53" fmla="*/ 1315718 h 5635239"/>
                  <a:gd name="connsiteX54" fmla="*/ 490896 w 5035073"/>
                  <a:gd name="connsiteY54" fmla="*/ 1556200 h 5635239"/>
                  <a:gd name="connsiteX55" fmla="*/ 3758 w 5035073"/>
                  <a:gd name="connsiteY55" fmla="*/ 2184669 h 5635239"/>
                  <a:gd name="connsiteX56" fmla="*/ 498005 w 5035073"/>
                  <a:gd name="connsiteY56" fmla="*/ 3315062 h 5635239"/>
                  <a:gd name="connsiteX57" fmla="*/ 1484778 w 5035073"/>
                  <a:gd name="connsiteY57" fmla="*/ 4446859 h 5635239"/>
                  <a:gd name="connsiteX58" fmla="*/ 2077820 w 5035073"/>
                  <a:gd name="connsiteY58" fmla="*/ 5106449 h 5635239"/>
                  <a:gd name="connsiteX59" fmla="*/ 2210075 w 5035073"/>
                  <a:gd name="connsiteY59" fmla="*/ 5295915 h 563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035073" h="5635239">
                    <a:moveTo>
                      <a:pt x="2100572" y="5635239"/>
                    </a:moveTo>
                    <a:lnTo>
                      <a:pt x="2099938" y="5634696"/>
                    </a:lnTo>
                    <a:cubicBezTo>
                      <a:pt x="1893043" y="5463224"/>
                      <a:pt x="1807899" y="5359493"/>
                      <a:pt x="1832010" y="5308251"/>
                    </a:cubicBezTo>
                    <a:cubicBezTo>
                      <a:pt x="1856912" y="5255311"/>
                      <a:pt x="1995393" y="5262010"/>
                      <a:pt x="2205343" y="5295146"/>
                    </a:cubicBezTo>
                    <a:cubicBezTo>
                      <a:pt x="2173242" y="5240735"/>
                      <a:pt x="2129866" y="5178854"/>
                      <a:pt x="2074854" y="5108758"/>
                    </a:cubicBezTo>
                    <a:cubicBezTo>
                      <a:pt x="1928790" y="4922573"/>
                      <a:pt x="1711776" y="4692751"/>
                      <a:pt x="1482039" y="4449439"/>
                    </a:cubicBezTo>
                    <a:cubicBezTo>
                      <a:pt x="1154548" y="4102623"/>
                      <a:pt x="783365" y="3709544"/>
                      <a:pt x="494971" y="3317281"/>
                    </a:cubicBezTo>
                    <a:cubicBezTo>
                      <a:pt x="161912" y="2864268"/>
                      <a:pt x="0" y="2493777"/>
                      <a:pt x="0" y="2184647"/>
                    </a:cubicBezTo>
                    <a:cubicBezTo>
                      <a:pt x="0" y="2106583"/>
                      <a:pt x="11727" y="2033680"/>
                      <a:pt x="34818" y="1967997"/>
                    </a:cubicBezTo>
                    <a:cubicBezTo>
                      <a:pt x="56914" y="1905189"/>
                      <a:pt x="90192" y="1846839"/>
                      <a:pt x="133704" y="1794555"/>
                    </a:cubicBezTo>
                    <a:cubicBezTo>
                      <a:pt x="214252" y="1697796"/>
                      <a:pt x="330615" y="1618692"/>
                      <a:pt x="489470" y="1552692"/>
                    </a:cubicBezTo>
                    <a:cubicBezTo>
                      <a:pt x="785380" y="1429769"/>
                      <a:pt x="1179405" y="1372528"/>
                      <a:pt x="1596590" y="1311960"/>
                    </a:cubicBezTo>
                    <a:cubicBezTo>
                      <a:pt x="2042006" y="1247273"/>
                      <a:pt x="2502566" y="1180391"/>
                      <a:pt x="2866233" y="1026980"/>
                    </a:cubicBezTo>
                    <a:cubicBezTo>
                      <a:pt x="3277328" y="853538"/>
                      <a:pt x="3501836" y="590875"/>
                      <a:pt x="3552569" y="223938"/>
                    </a:cubicBezTo>
                    <a:lnTo>
                      <a:pt x="3552660" y="223281"/>
                    </a:lnTo>
                    <a:lnTo>
                      <a:pt x="3553135" y="222829"/>
                    </a:lnTo>
                    <a:cubicBezTo>
                      <a:pt x="3743571" y="39134"/>
                      <a:pt x="3885289" y="-29922"/>
                      <a:pt x="3986394" y="11724"/>
                    </a:cubicBezTo>
                    <a:cubicBezTo>
                      <a:pt x="4081227" y="50790"/>
                      <a:pt x="4141128" y="185641"/>
                      <a:pt x="4174883" y="436038"/>
                    </a:cubicBezTo>
                    <a:cubicBezTo>
                      <a:pt x="4205196" y="660926"/>
                      <a:pt x="4211580" y="958423"/>
                      <a:pt x="4218349" y="1273393"/>
                    </a:cubicBezTo>
                    <a:cubicBezTo>
                      <a:pt x="4233246" y="1966413"/>
                      <a:pt x="4250111" y="2751892"/>
                      <a:pt x="4510750" y="3224935"/>
                    </a:cubicBezTo>
                    <a:cubicBezTo>
                      <a:pt x="4651721" y="3480786"/>
                      <a:pt x="4765706" y="3718530"/>
                      <a:pt x="4849560" y="3931535"/>
                    </a:cubicBezTo>
                    <a:cubicBezTo>
                      <a:pt x="4929429" y="4134401"/>
                      <a:pt x="4984147" y="4320450"/>
                      <a:pt x="5012218" y="4484498"/>
                    </a:cubicBezTo>
                    <a:cubicBezTo>
                      <a:pt x="5038841" y="4640060"/>
                      <a:pt x="5042214" y="4780162"/>
                      <a:pt x="5022292" y="4900913"/>
                    </a:cubicBezTo>
                    <a:cubicBezTo>
                      <a:pt x="5003503" y="5014783"/>
                      <a:pt x="4963432" y="5114620"/>
                      <a:pt x="4903213" y="5197685"/>
                    </a:cubicBezTo>
                    <a:cubicBezTo>
                      <a:pt x="4856238" y="5262463"/>
                      <a:pt x="4795793" y="5318707"/>
                      <a:pt x="4723553" y="5364812"/>
                    </a:cubicBezTo>
                    <a:cubicBezTo>
                      <a:pt x="4655705" y="5408133"/>
                      <a:pt x="4575496" y="5443758"/>
                      <a:pt x="4485191" y="5470693"/>
                    </a:cubicBezTo>
                    <a:cubicBezTo>
                      <a:pt x="4324026" y="5518789"/>
                      <a:pt x="4122565" y="5541400"/>
                      <a:pt x="3886466" y="5537892"/>
                    </a:cubicBezTo>
                    <a:cubicBezTo>
                      <a:pt x="3451125" y="5531441"/>
                      <a:pt x="2966907" y="5439752"/>
                      <a:pt x="2577840" y="5366080"/>
                    </a:cubicBezTo>
                    <a:cubicBezTo>
                      <a:pt x="2444091" y="5340753"/>
                      <a:pt x="2319873" y="5317236"/>
                      <a:pt x="2212678" y="5300216"/>
                    </a:cubicBezTo>
                    <a:cubicBezTo>
                      <a:pt x="2271992" y="5402747"/>
                      <a:pt x="2290850" y="5478795"/>
                      <a:pt x="2271675" y="5533750"/>
                    </a:cubicBezTo>
                    <a:cubicBezTo>
                      <a:pt x="2252636" y="5588252"/>
                      <a:pt x="2196967" y="5621387"/>
                      <a:pt x="2101477" y="5635081"/>
                    </a:cubicBezTo>
                    <a:lnTo>
                      <a:pt x="2100640" y="5635194"/>
                    </a:lnTo>
                    <a:close/>
                    <a:moveTo>
                      <a:pt x="1956069" y="5273440"/>
                    </a:moveTo>
                    <a:cubicBezTo>
                      <a:pt x="1890100" y="5273440"/>
                      <a:pt x="1847540" y="5284100"/>
                      <a:pt x="1835428" y="5309858"/>
                    </a:cubicBezTo>
                    <a:cubicBezTo>
                      <a:pt x="1824086" y="5333963"/>
                      <a:pt x="1838779" y="5370562"/>
                      <a:pt x="1880388" y="5421736"/>
                    </a:cubicBezTo>
                    <a:cubicBezTo>
                      <a:pt x="1924081" y="5475468"/>
                      <a:pt x="1996479" y="5544026"/>
                      <a:pt x="2101726" y="5631279"/>
                    </a:cubicBezTo>
                    <a:cubicBezTo>
                      <a:pt x="2195201" y="5617744"/>
                      <a:pt x="2249625" y="5585445"/>
                      <a:pt x="2268098" y="5532573"/>
                    </a:cubicBezTo>
                    <a:cubicBezTo>
                      <a:pt x="2287114" y="5478161"/>
                      <a:pt x="2267871" y="5402271"/>
                      <a:pt x="2207947" y="5299537"/>
                    </a:cubicBezTo>
                    <a:cubicBezTo>
                      <a:pt x="2106299" y="5283512"/>
                      <a:pt x="2020159" y="5273463"/>
                      <a:pt x="1956115" y="5273463"/>
                    </a:cubicBezTo>
                    <a:close/>
                    <a:moveTo>
                      <a:pt x="2210097" y="5295893"/>
                    </a:moveTo>
                    <a:cubicBezTo>
                      <a:pt x="2316567" y="5312823"/>
                      <a:pt x="2441193" y="5336407"/>
                      <a:pt x="2578496" y="5362413"/>
                    </a:cubicBezTo>
                    <a:cubicBezTo>
                      <a:pt x="2967428" y="5436063"/>
                      <a:pt x="3451465" y="5527707"/>
                      <a:pt x="3886489" y="5534157"/>
                    </a:cubicBezTo>
                    <a:cubicBezTo>
                      <a:pt x="4397851" y="5541740"/>
                      <a:pt x="4729394" y="5430948"/>
                      <a:pt x="4900134" y="5195490"/>
                    </a:cubicBezTo>
                    <a:cubicBezTo>
                      <a:pt x="5023560" y="5025262"/>
                      <a:pt x="5060009" y="4786273"/>
                      <a:pt x="5008483" y="4485155"/>
                    </a:cubicBezTo>
                    <a:cubicBezTo>
                      <a:pt x="4951026" y="4149294"/>
                      <a:pt x="4782436" y="3725909"/>
                      <a:pt x="4507422" y="3226768"/>
                    </a:cubicBezTo>
                    <a:cubicBezTo>
                      <a:pt x="4391014" y="3015483"/>
                      <a:pt x="4312888" y="2721608"/>
                      <a:pt x="4268562" y="2328348"/>
                    </a:cubicBezTo>
                    <a:cubicBezTo>
                      <a:pt x="4229827" y="1984678"/>
                      <a:pt x="4221722" y="1606854"/>
                      <a:pt x="4214546" y="1273506"/>
                    </a:cubicBezTo>
                    <a:cubicBezTo>
                      <a:pt x="4207777" y="958649"/>
                      <a:pt x="4201393" y="661243"/>
                      <a:pt x="4171102" y="436581"/>
                    </a:cubicBezTo>
                    <a:cubicBezTo>
                      <a:pt x="4137552" y="187633"/>
                      <a:pt x="4078397" y="53755"/>
                      <a:pt x="3984922" y="15233"/>
                    </a:cubicBezTo>
                    <a:cubicBezTo>
                      <a:pt x="3885425" y="-25757"/>
                      <a:pt x="3745156" y="42891"/>
                      <a:pt x="3556169" y="225115"/>
                    </a:cubicBezTo>
                    <a:cubicBezTo>
                      <a:pt x="3542314" y="324906"/>
                      <a:pt x="3515306" y="418225"/>
                      <a:pt x="3475892" y="502490"/>
                    </a:cubicBezTo>
                    <a:cubicBezTo>
                      <a:pt x="3438334" y="582772"/>
                      <a:pt x="3388326" y="657372"/>
                      <a:pt x="3327201" y="724277"/>
                    </a:cubicBezTo>
                    <a:cubicBezTo>
                      <a:pt x="3214869" y="847246"/>
                      <a:pt x="3064548" y="947400"/>
                      <a:pt x="2867660" y="1030466"/>
                    </a:cubicBezTo>
                    <a:cubicBezTo>
                      <a:pt x="2503562" y="1184080"/>
                      <a:pt x="2042753" y="1250985"/>
                      <a:pt x="1597111" y="1315718"/>
                    </a:cubicBezTo>
                    <a:cubicBezTo>
                      <a:pt x="1180175" y="1376263"/>
                      <a:pt x="786376" y="1433458"/>
                      <a:pt x="490896" y="1556200"/>
                    </a:cubicBezTo>
                    <a:cubicBezTo>
                      <a:pt x="158538" y="1694266"/>
                      <a:pt x="3758" y="1893985"/>
                      <a:pt x="3758" y="2184669"/>
                    </a:cubicBezTo>
                    <a:cubicBezTo>
                      <a:pt x="3758" y="2492962"/>
                      <a:pt x="165421" y="2862729"/>
                      <a:pt x="498005" y="3315062"/>
                    </a:cubicBezTo>
                    <a:cubicBezTo>
                      <a:pt x="786263" y="3707123"/>
                      <a:pt x="1157355" y="4100134"/>
                      <a:pt x="1484778" y="4446859"/>
                    </a:cubicBezTo>
                    <a:cubicBezTo>
                      <a:pt x="1714605" y="4690239"/>
                      <a:pt x="1931665" y="4920129"/>
                      <a:pt x="2077820" y="5106449"/>
                    </a:cubicBezTo>
                    <a:cubicBezTo>
                      <a:pt x="2133760" y="5177768"/>
                      <a:pt x="2177724" y="5240644"/>
                      <a:pt x="2210075" y="529591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C46B9911-FD86-D874-04C3-C014D289B8A0}"/>
                  </a:ext>
                </a:extLst>
              </p:cNvPr>
              <p:cNvSpPr/>
              <p:nvPr/>
            </p:nvSpPr>
            <p:spPr>
              <a:xfrm>
                <a:off x="3981799" y="190532"/>
                <a:ext cx="5014680" cy="5598524"/>
              </a:xfrm>
              <a:custGeom>
                <a:avLst/>
                <a:gdLst>
                  <a:gd name="connsiteX0" fmla="*/ 2081963 w 5014680"/>
                  <a:gd name="connsiteY0" fmla="*/ 5598502 h 5598524"/>
                  <a:gd name="connsiteX1" fmla="*/ 2055951 w 5014680"/>
                  <a:gd name="connsiteY1" fmla="*/ 5597846 h 5598524"/>
                  <a:gd name="connsiteX2" fmla="*/ 2055272 w 5014680"/>
                  <a:gd name="connsiteY2" fmla="*/ 5597846 h 5598524"/>
                  <a:gd name="connsiteX3" fmla="*/ 2054774 w 5014680"/>
                  <a:gd name="connsiteY3" fmla="*/ 5597370 h 5598524"/>
                  <a:gd name="connsiteX4" fmla="*/ 1778220 w 5014680"/>
                  <a:gd name="connsiteY4" fmla="*/ 5230750 h 5598524"/>
                  <a:gd name="connsiteX5" fmla="*/ 2040625 w 5014680"/>
                  <a:gd name="connsiteY5" fmla="*/ 5199471 h 5598524"/>
                  <a:gd name="connsiteX6" fmla="*/ 2078341 w 5014680"/>
                  <a:gd name="connsiteY6" fmla="*/ 5204608 h 5598524"/>
                  <a:gd name="connsiteX7" fmla="*/ 1504044 w 5014680"/>
                  <a:gd name="connsiteY7" fmla="*/ 4524852 h 5598524"/>
                  <a:gd name="connsiteX8" fmla="*/ 508328 w 5014680"/>
                  <a:gd name="connsiteY8" fmla="*/ 3315173 h 5598524"/>
                  <a:gd name="connsiteX9" fmla="*/ 0 w 5014680"/>
                  <a:gd name="connsiteY9" fmla="*/ 2124936 h 5598524"/>
                  <a:gd name="connsiteX10" fmla="*/ 1633016 w 5014680"/>
                  <a:gd name="connsiteY10" fmla="*/ 1212302 h 5598524"/>
                  <a:gd name="connsiteX11" fmla="*/ 2859827 w 5014680"/>
                  <a:gd name="connsiteY11" fmla="*/ 930875 h 5598524"/>
                  <a:gd name="connsiteX12" fmla="*/ 3580143 w 5014680"/>
                  <a:gd name="connsiteY12" fmla="*/ 216013 h 5598524"/>
                  <a:gd name="connsiteX13" fmla="*/ 3580301 w 5014680"/>
                  <a:gd name="connsiteY13" fmla="*/ 215425 h 5598524"/>
                  <a:gd name="connsiteX14" fmla="*/ 3580754 w 5014680"/>
                  <a:gd name="connsiteY14" fmla="*/ 215040 h 5598524"/>
                  <a:gd name="connsiteX15" fmla="*/ 4042197 w 5014680"/>
                  <a:gd name="connsiteY15" fmla="*/ 15094 h 5598524"/>
                  <a:gd name="connsiteX16" fmla="*/ 4205400 w 5014680"/>
                  <a:gd name="connsiteY16" fmla="*/ 431418 h 5598524"/>
                  <a:gd name="connsiteX17" fmla="*/ 4206894 w 5014680"/>
                  <a:gd name="connsiteY17" fmla="*/ 1235682 h 5598524"/>
                  <a:gd name="connsiteX18" fmla="*/ 4435975 w 5014680"/>
                  <a:gd name="connsiteY18" fmla="*/ 3217260 h 5598524"/>
                  <a:gd name="connsiteX19" fmla="*/ 4801566 w 5014680"/>
                  <a:gd name="connsiteY19" fmla="*/ 3939998 h 5598524"/>
                  <a:gd name="connsiteX20" fmla="*/ 4983445 w 5014680"/>
                  <a:gd name="connsiteY20" fmla="*/ 4501064 h 5598524"/>
                  <a:gd name="connsiteX21" fmla="*/ 5006083 w 5014680"/>
                  <a:gd name="connsiteY21" fmla="*/ 4918745 h 5598524"/>
                  <a:gd name="connsiteX22" fmla="*/ 4893796 w 5014680"/>
                  <a:gd name="connsiteY22" fmla="*/ 5211218 h 5598524"/>
                  <a:gd name="connsiteX23" fmla="*/ 4721267 w 5014680"/>
                  <a:gd name="connsiteY23" fmla="*/ 5368182 h 5598524"/>
                  <a:gd name="connsiteX24" fmla="*/ 4489922 w 5014680"/>
                  <a:gd name="connsiteY24" fmla="*/ 5464398 h 5598524"/>
                  <a:gd name="connsiteX25" fmla="*/ 3902993 w 5014680"/>
                  <a:gd name="connsiteY25" fmla="*/ 5513535 h 5598524"/>
                  <a:gd name="connsiteX26" fmla="*/ 2594842 w 5014680"/>
                  <a:gd name="connsiteY26" fmla="*/ 5308859 h 5598524"/>
                  <a:gd name="connsiteX27" fmla="*/ 2086649 w 5014680"/>
                  <a:gd name="connsiteY27" fmla="*/ 5209837 h 5598524"/>
                  <a:gd name="connsiteX28" fmla="*/ 2221983 w 5014680"/>
                  <a:gd name="connsiteY28" fmla="*/ 5542665 h 5598524"/>
                  <a:gd name="connsiteX29" fmla="*/ 2082008 w 5014680"/>
                  <a:gd name="connsiteY29" fmla="*/ 5598525 h 5598524"/>
                  <a:gd name="connsiteX30" fmla="*/ 2056811 w 5014680"/>
                  <a:gd name="connsiteY30" fmla="*/ 5594043 h 5598524"/>
                  <a:gd name="connsiteX31" fmla="*/ 2218474 w 5014680"/>
                  <a:gd name="connsiteY31" fmla="*/ 5540990 h 5598524"/>
                  <a:gd name="connsiteX32" fmla="*/ 2081555 w 5014680"/>
                  <a:gd name="connsiteY32" fmla="*/ 5209090 h 5598524"/>
                  <a:gd name="connsiteX33" fmla="*/ 1781639 w 5014680"/>
                  <a:gd name="connsiteY33" fmla="*/ 5232493 h 5598524"/>
                  <a:gd name="connsiteX34" fmla="*/ 1825173 w 5014680"/>
                  <a:gd name="connsiteY34" fmla="*/ 5357771 h 5598524"/>
                  <a:gd name="connsiteX35" fmla="*/ 2056811 w 5014680"/>
                  <a:gd name="connsiteY35" fmla="*/ 5594043 h 5598524"/>
                  <a:gd name="connsiteX36" fmla="*/ 2083389 w 5014680"/>
                  <a:gd name="connsiteY36" fmla="*/ 5205355 h 5598524"/>
                  <a:gd name="connsiteX37" fmla="*/ 2595611 w 5014680"/>
                  <a:gd name="connsiteY37" fmla="*/ 5305102 h 5598524"/>
                  <a:gd name="connsiteX38" fmla="*/ 3903128 w 5014680"/>
                  <a:gd name="connsiteY38" fmla="*/ 5509688 h 5598524"/>
                  <a:gd name="connsiteX39" fmla="*/ 4031535 w 5014680"/>
                  <a:gd name="connsiteY39" fmla="*/ 5512472 h 5598524"/>
                  <a:gd name="connsiteX40" fmla="*/ 4890694 w 5014680"/>
                  <a:gd name="connsiteY40" fmla="*/ 5208954 h 5598524"/>
                  <a:gd name="connsiteX41" fmla="*/ 4979687 w 5014680"/>
                  <a:gd name="connsiteY41" fmla="*/ 4501833 h 5598524"/>
                  <a:gd name="connsiteX42" fmla="*/ 4432647 w 5014680"/>
                  <a:gd name="connsiteY42" fmla="*/ 3219183 h 5598524"/>
                  <a:gd name="connsiteX43" fmla="*/ 4207732 w 5014680"/>
                  <a:gd name="connsiteY43" fmla="*/ 2308178 h 5598524"/>
                  <a:gd name="connsiteX44" fmla="*/ 4203045 w 5014680"/>
                  <a:gd name="connsiteY44" fmla="*/ 1235592 h 5598524"/>
                  <a:gd name="connsiteX45" fmla="*/ 4201551 w 5014680"/>
                  <a:gd name="connsiteY45" fmla="*/ 431757 h 5598524"/>
                  <a:gd name="connsiteX46" fmla="*/ 4040522 w 5014680"/>
                  <a:gd name="connsiteY46" fmla="*/ 18602 h 5598524"/>
                  <a:gd name="connsiteX47" fmla="*/ 3583697 w 5014680"/>
                  <a:gd name="connsiteY47" fmla="*/ 217575 h 5598524"/>
                  <a:gd name="connsiteX48" fmla="*/ 3482684 w 5014680"/>
                  <a:gd name="connsiteY48" fmla="*/ 460389 h 5598524"/>
                  <a:gd name="connsiteX49" fmla="*/ 3322357 w 5014680"/>
                  <a:gd name="connsiteY49" fmla="*/ 656713 h 5598524"/>
                  <a:gd name="connsiteX50" fmla="*/ 2861230 w 5014680"/>
                  <a:gd name="connsiteY50" fmla="*/ 934473 h 5598524"/>
                  <a:gd name="connsiteX51" fmla="*/ 1633604 w 5014680"/>
                  <a:gd name="connsiteY51" fmla="*/ 1216127 h 5598524"/>
                  <a:gd name="connsiteX52" fmla="*/ 502895 w 5014680"/>
                  <a:gd name="connsiteY52" fmla="*/ 1477659 h 5598524"/>
                  <a:gd name="connsiteX53" fmla="*/ 3849 w 5014680"/>
                  <a:gd name="connsiteY53" fmla="*/ 2124936 h 5598524"/>
                  <a:gd name="connsiteX54" fmla="*/ 511475 w 5014680"/>
                  <a:gd name="connsiteY54" fmla="*/ 3312977 h 5598524"/>
                  <a:gd name="connsiteX55" fmla="*/ 1506919 w 5014680"/>
                  <a:gd name="connsiteY55" fmla="*/ 4522317 h 5598524"/>
                  <a:gd name="connsiteX56" fmla="*/ 2083412 w 5014680"/>
                  <a:gd name="connsiteY56" fmla="*/ 5205355 h 5598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5014680" h="5598524">
                    <a:moveTo>
                      <a:pt x="2081963" y="5598502"/>
                    </a:moveTo>
                    <a:cubicBezTo>
                      <a:pt x="2073654" y="5598502"/>
                      <a:pt x="2064984" y="5598276"/>
                      <a:pt x="2055951" y="5597846"/>
                    </a:cubicBezTo>
                    <a:lnTo>
                      <a:pt x="2055272" y="5597846"/>
                    </a:lnTo>
                    <a:cubicBezTo>
                      <a:pt x="2055272" y="5597846"/>
                      <a:pt x="2054774" y="5597370"/>
                      <a:pt x="2054774" y="5597370"/>
                    </a:cubicBezTo>
                    <a:cubicBezTo>
                      <a:pt x="1837330" y="5404147"/>
                      <a:pt x="1749469" y="5287652"/>
                      <a:pt x="1778220" y="5230750"/>
                    </a:cubicBezTo>
                    <a:cubicBezTo>
                      <a:pt x="1799184" y="5189308"/>
                      <a:pt x="1882562" y="5179349"/>
                      <a:pt x="2040625" y="5199471"/>
                    </a:cubicBezTo>
                    <a:cubicBezTo>
                      <a:pt x="2052850" y="5201033"/>
                      <a:pt x="2065437" y="5202753"/>
                      <a:pt x="2078341" y="5204608"/>
                    </a:cubicBezTo>
                    <a:cubicBezTo>
                      <a:pt x="1946425" y="5023154"/>
                      <a:pt x="1738489" y="4788941"/>
                      <a:pt x="1504044" y="4524852"/>
                    </a:cubicBezTo>
                    <a:cubicBezTo>
                      <a:pt x="1175444" y="4154746"/>
                      <a:pt x="803015" y="3735254"/>
                      <a:pt x="508328" y="3315173"/>
                    </a:cubicBezTo>
                    <a:cubicBezTo>
                      <a:pt x="166281" y="2827576"/>
                      <a:pt x="0" y="2438231"/>
                      <a:pt x="0" y="2124936"/>
                    </a:cubicBezTo>
                    <a:cubicBezTo>
                      <a:pt x="0" y="1472657"/>
                      <a:pt x="793213" y="1346203"/>
                      <a:pt x="1633016" y="1212302"/>
                    </a:cubicBezTo>
                    <a:cubicBezTo>
                      <a:pt x="2060592" y="1144129"/>
                      <a:pt x="2502725" y="1073648"/>
                      <a:pt x="2859827" y="930875"/>
                    </a:cubicBezTo>
                    <a:cubicBezTo>
                      <a:pt x="3263089" y="769655"/>
                      <a:pt x="3498712" y="535827"/>
                      <a:pt x="3580143" y="216013"/>
                    </a:cubicBezTo>
                    <a:lnTo>
                      <a:pt x="3580301" y="215425"/>
                    </a:lnTo>
                    <a:lnTo>
                      <a:pt x="3580754" y="215040"/>
                    </a:lnTo>
                    <a:cubicBezTo>
                      <a:pt x="3790185" y="32703"/>
                      <a:pt x="3941139" y="-32686"/>
                      <a:pt x="4042197" y="15094"/>
                    </a:cubicBezTo>
                    <a:cubicBezTo>
                      <a:pt x="4132865" y="57962"/>
                      <a:pt x="4184731" y="190233"/>
                      <a:pt x="4205400" y="431418"/>
                    </a:cubicBezTo>
                    <a:cubicBezTo>
                      <a:pt x="4223986" y="648135"/>
                      <a:pt x="4215678" y="933523"/>
                      <a:pt x="4206894" y="1235682"/>
                    </a:cubicBezTo>
                    <a:cubicBezTo>
                      <a:pt x="4186338" y="1942056"/>
                      <a:pt x="4163043" y="2742677"/>
                      <a:pt x="4435975" y="3217260"/>
                    </a:cubicBezTo>
                    <a:cubicBezTo>
                      <a:pt x="4586952" y="3479787"/>
                      <a:pt x="4709970" y="3722964"/>
                      <a:pt x="4801566" y="3939998"/>
                    </a:cubicBezTo>
                    <a:cubicBezTo>
                      <a:pt x="4888815" y="4146734"/>
                      <a:pt x="4950007" y="4335498"/>
                      <a:pt x="4983445" y="4501064"/>
                    </a:cubicBezTo>
                    <a:cubicBezTo>
                      <a:pt x="5015139" y="4658073"/>
                      <a:pt x="5022768" y="4798606"/>
                      <a:pt x="5006083" y="4918745"/>
                    </a:cubicBezTo>
                    <a:cubicBezTo>
                      <a:pt x="4990349" y="5032072"/>
                      <a:pt x="4952566" y="5130460"/>
                      <a:pt x="4893796" y="5211218"/>
                    </a:cubicBezTo>
                    <a:cubicBezTo>
                      <a:pt x="4849062" y="5272668"/>
                      <a:pt x="4791016" y="5325495"/>
                      <a:pt x="4721267" y="5368182"/>
                    </a:cubicBezTo>
                    <a:cubicBezTo>
                      <a:pt x="4655682" y="5408334"/>
                      <a:pt x="4577851" y="5440700"/>
                      <a:pt x="4489922" y="5464398"/>
                    </a:cubicBezTo>
                    <a:cubicBezTo>
                      <a:pt x="4330546" y="5507356"/>
                      <a:pt x="4138570" y="5523426"/>
                      <a:pt x="3902993" y="5513535"/>
                    </a:cubicBezTo>
                    <a:cubicBezTo>
                      <a:pt x="3473832" y="5495519"/>
                      <a:pt x="2986467" y="5392015"/>
                      <a:pt x="2594842" y="5308859"/>
                    </a:cubicBezTo>
                    <a:cubicBezTo>
                      <a:pt x="2400738" y="5267643"/>
                      <a:pt x="2225016" y="5230320"/>
                      <a:pt x="2086649" y="5209837"/>
                    </a:cubicBezTo>
                    <a:cubicBezTo>
                      <a:pt x="2197261" y="5363407"/>
                      <a:pt x="2252500" y="5478951"/>
                      <a:pt x="2221983" y="5542665"/>
                    </a:cubicBezTo>
                    <a:cubicBezTo>
                      <a:pt x="2204031" y="5580169"/>
                      <a:pt x="2158119" y="5598525"/>
                      <a:pt x="2082008" y="5598525"/>
                    </a:cubicBezTo>
                    <a:close/>
                    <a:moveTo>
                      <a:pt x="2056811" y="5594043"/>
                    </a:moveTo>
                    <a:cubicBezTo>
                      <a:pt x="2146460" y="5598299"/>
                      <a:pt x="2199344" y="5580916"/>
                      <a:pt x="2218474" y="5540990"/>
                    </a:cubicBezTo>
                    <a:cubicBezTo>
                      <a:pt x="2248583" y="5478136"/>
                      <a:pt x="2192779" y="5362795"/>
                      <a:pt x="2081555" y="5209090"/>
                    </a:cubicBezTo>
                    <a:cubicBezTo>
                      <a:pt x="1916406" y="5184940"/>
                      <a:pt x="1805500" y="5185302"/>
                      <a:pt x="1781639" y="5232493"/>
                    </a:cubicBezTo>
                    <a:cubicBezTo>
                      <a:pt x="1768078" y="5259314"/>
                      <a:pt x="1782318" y="5300281"/>
                      <a:pt x="1825173" y="5357771"/>
                    </a:cubicBezTo>
                    <a:cubicBezTo>
                      <a:pt x="1870314" y="5418338"/>
                      <a:pt x="1946086" y="5495632"/>
                      <a:pt x="2056811" y="5594043"/>
                    </a:cubicBezTo>
                    <a:close/>
                    <a:moveTo>
                      <a:pt x="2083389" y="5205355"/>
                    </a:moveTo>
                    <a:cubicBezTo>
                      <a:pt x="2221259" y="5225613"/>
                      <a:pt x="2396142" y="5262732"/>
                      <a:pt x="2595611" y="5305102"/>
                    </a:cubicBezTo>
                    <a:cubicBezTo>
                      <a:pt x="2987078" y="5388236"/>
                      <a:pt x="3474285" y="5491671"/>
                      <a:pt x="3903128" y="5509688"/>
                    </a:cubicBezTo>
                    <a:cubicBezTo>
                      <a:pt x="3947296" y="5511544"/>
                      <a:pt x="3990106" y="5512472"/>
                      <a:pt x="4031535" y="5512472"/>
                    </a:cubicBezTo>
                    <a:cubicBezTo>
                      <a:pt x="4460650" y="5512472"/>
                      <a:pt x="4742366" y="5412725"/>
                      <a:pt x="4890694" y="5208954"/>
                    </a:cubicBezTo>
                    <a:cubicBezTo>
                      <a:pt x="5011087" y="5043570"/>
                      <a:pt x="5041038" y="4805645"/>
                      <a:pt x="4979687" y="4501833"/>
                    </a:cubicBezTo>
                    <a:cubicBezTo>
                      <a:pt x="4911250" y="4162917"/>
                      <a:pt x="4727198" y="3731383"/>
                      <a:pt x="4432647" y="3219183"/>
                    </a:cubicBezTo>
                    <a:cubicBezTo>
                      <a:pt x="4310760" y="3007264"/>
                      <a:pt x="4237207" y="2709270"/>
                      <a:pt x="4207732" y="2308178"/>
                    </a:cubicBezTo>
                    <a:cubicBezTo>
                      <a:pt x="4182036" y="1958239"/>
                      <a:pt x="4193198" y="1574327"/>
                      <a:pt x="4203045" y="1235592"/>
                    </a:cubicBezTo>
                    <a:cubicBezTo>
                      <a:pt x="4211829" y="933546"/>
                      <a:pt x="4220138" y="648248"/>
                      <a:pt x="4201551" y="431757"/>
                    </a:cubicBezTo>
                    <a:cubicBezTo>
                      <a:pt x="4180995" y="192089"/>
                      <a:pt x="4129832" y="60814"/>
                      <a:pt x="4040522" y="18602"/>
                    </a:cubicBezTo>
                    <a:cubicBezTo>
                      <a:pt x="3941048" y="-28430"/>
                      <a:pt x="3791633" y="36664"/>
                      <a:pt x="3583697" y="217575"/>
                    </a:cubicBezTo>
                    <a:cubicBezTo>
                      <a:pt x="3561489" y="304556"/>
                      <a:pt x="3527508" y="386241"/>
                      <a:pt x="3482684" y="460389"/>
                    </a:cubicBezTo>
                    <a:cubicBezTo>
                      <a:pt x="3439965" y="531028"/>
                      <a:pt x="3386039" y="597096"/>
                      <a:pt x="3322357" y="656713"/>
                    </a:cubicBezTo>
                    <a:cubicBezTo>
                      <a:pt x="3205270" y="766373"/>
                      <a:pt x="3054428" y="857247"/>
                      <a:pt x="2861230" y="934473"/>
                    </a:cubicBezTo>
                    <a:cubicBezTo>
                      <a:pt x="2503743" y="1077405"/>
                      <a:pt x="2061384" y="1147909"/>
                      <a:pt x="1633604" y="1216127"/>
                    </a:cubicBezTo>
                    <a:cubicBezTo>
                      <a:pt x="1207681" y="1284028"/>
                      <a:pt x="805370" y="1348172"/>
                      <a:pt x="502895" y="1477659"/>
                    </a:cubicBezTo>
                    <a:cubicBezTo>
                      <a:pt x="162410" y="1623420"/>
                      <a:pt x="3849" y="1829114"/>
                      <a:pt x="3849" y="2124936"/>
                    </a:cubicBezTo>
                    <a:cubicBezTo>
                      <a:pt x="3849" y="2437439"/>
                      <a:pt x="169903" y="2826037"/>
                      <a:pt x="511475" y="3312977"/>
                    </a:cubicBezTo>
                    <a:cubicBezTo>
                      <a:pt x="806026" y="3732877"/>
                      <a:pt x="1178387" y="4152279"/>
                      <a:pt x="1506919" y="4522317"/>
                    </a:cubicBezTo>
                    <a:cubicBezTo>
                      <a:pt x="1742519" y="4787696"/>
                      <a:pt x="1951428" y="5022996"/>
                      <a:pt x="2083412" y="5205355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A61A75BE-B221-90EE-6729-CDFEDDF012A5}"/>
                  </a:ext>
                </a:extLst>
              </p:cNvPr>
              <p:cNvSpPr/>
              <p:nvPr/>
            </p:nvSpPr>
            <p:spPr>
              <a:xfrm>
                <a:off x="4026850" y="198036"/>
                <a:ext cx="4996956" cy="5574792"/>
              </a:xfrm>
              <a:custGeom>
                <a:avLst/>
                <a:gdLst>
                  <a:gd name="connsiteX0" fmla="*/ 2105168 w 4996956"/>
                  <a:gd name="connsiteY0" fmla="*/ 5574793 h 5574792"/>
                  <a:gd name="connsiteX1" fmla="*/ 2010515 w 4996956"/>
                  <a:gd name="connsiteY1" fmla="*/ 5560647 h 5574792"/>
                  <a:gd name="connsiteX2" fmla="*/ 2010017 w 4996956"/>
                  <a:gd name="connsiteY2" fmla="*/ 5560511 h 5574792"/>
                  <a:gd name="connsiteX3" fmla="*/ 2009632 w 4996956"/>
                  <a:gd name="connsiteY3" fmla="*/ 5560149 h 5574792"/>
                  <a:gd name="connsiteX4" fmla="*/ 1724793 w 4996956"/>
                  <a:gd name="connsiteY4" fmla="*/ 5152788 h 5574792"/>
                  <a:gd name="connsiteX5" fmla="*/ 1940494 w 4996956"/>
                  <a:gd name="connsiteY5" fmla="*/ 5113519 h 5574792"/>
                  <a:gd name="connsiteX6" fmla="*/ 1531663 w 4996956"/>
                  <a:gd name="connsiteY6" fmla="*/ 4614514 h 5574792"/>
                  <a:gd name="connsiteX7" fmla="*/ 525149 w 4996956"/>
                  <a:gd name="connsiteY7" fmla="*/ 3322155 h 5574792"/>
                  <a:gd name="connsiteX8" fmla="*/ 149121 w 4996956"/>
                  <a:gd name="connsiteY8" fmla="*/ 2659486 h 5574792"/>
                  <a:gd name="connsiteX9" fmla="*/ 0 w 4996956"/>
                  <a:gd name="connsiteY9" fmla="*/ 2065330 h 5574792"/>
                  <a:gd name="connsiteX10" fmla="*/ 1681825 w 4996956"/>
                  <a:gd name="connsiteY10" fmla="*/ 1108582 h 5574792"/>
                  <a:gd name="connsiteX11" fmla="*/ 2860596 w 4996956"/>
                  <a:gd name="connsiteY11" fmla="*/ 834262 h 5574792"/>
                  <a:gd name="connsiteX12" fmla="*/ 3607785 w 4996956"/>
                  <a:gd name="connsiteY12" fmla="*/ 208193 h 5574792"/>
                  <a:gd name="connsiteX13" fmla="*/ 3607988 w 4996956"/>
                  <a:gd name="connsiteY13" fmla="*/ 207717 h 5574792"/>
                  <a:gd name="connsiteX14" fmla="*/ 3608396 w 4996956"/>
                  <a:gd name="connsiteY14" fmla="*/ 207400 h 5574792"/>
                  <a:gd name="connsiteX15" fmla="*/ 4097753 w 4996956"/>
                  <a:gd name="connsiteY15" fmla="*/ 18726 h 5574792"/>
                  <a:gd name="connsiteX16" fmla="*/ 4237275 w 4996956"/>
                  <a:gd name="connsiteY16" fmla="*/ 429256 h 5574792"/>
                  <a:gd name="connsiteX17" fmla="*/ 4199468 w 4996956"/>
                  <a:gd name="connsiteY17" fmla="*/ 1206134 h 5574792"/>
                  <a:gd name="connsiteX18" fmla="*/ 4152765 w 4996956"/>
                  <a:gd name="connsiteY18" fmla="*/ 2291893 h 5574792"/>
                  <a:gd name="connsiteX19" fmla="*/ 4361267 w 4996956"/>
                  <a:gd name="connsiteY19" fmla="*/ 3209665 h 5574792"/>
                  <a:gd name="connsiteX20" fmla="*/ 4754342 w 4996956"/>
                  <a:gd name="connsiteY20" fmla="*/ 3947704 h 5574792"/>
                  <a:gd name="connsiteX21" fmla="*/ 4956029 w 4996956"/>
                  <a:gd name="connsiteY21" fmla="*/ 4516239 h 5574792"/>
                  <a:gd name="connsiteX22" fmla="*/ 4991730 w 4996956"/>
                  <a:gd name="connsiteY22" fmla="*/ 4934803 h 5574792"/>
                  <a:gd name="connsiteX23" fmla="*/ 4886619 w 4996956"/>
                  <a:gd name="connsiteY23" fmla="*/ 5222749 h 5574792"/>
                  <a:gd name="connsiteX24" fmla="*/ 4116407 w 4996956"/>
                  <a:gd name="connsiteY24" fmla="*/ 5496548 h 5574792"/>
                  <a:gd name="connsiteX25" fmla="*/ 2613699 w 4996956"/>
                  <a:gd name="connsiteY25" fmla="*/ 5253327 h 5574792"/>
                  <a:gd name="connsiteX26" fmla="*/ 1949346 w 4996956"/>
                  <a:gd name="connsiteY26" fmla="*/ 5118317 h 5574792"/>
                  <a:gd name="connsiteX27" fmla="*/ 2026045 w 4996956"/>
                  <a:gd name="connsiteY27" fmla="*/ 5220282 h 5574792"/>
                  <a:gd name="connsiteX28" fmla="*/ 2173830 w 4996956"/>
                  <a:gd name="connsiteY28" fmla="*/ 5547791 h 5574792"/>
                  <a:gd name="connsiteX29" fmla="*/ 2105213 w 4996956"/>
                  <a:gd name="connsiteY29" fmla="*/ 5574793 h 5574792"/>
                  <a:gd name="connsiteX30" fmla="*/ 2011964 w 4996956"/>
                  <a:gd name="connsiteY30" fmla="*/ 5556957 h 5574792"/>
                  <a:gd name="connsiteX31" fmla="*/ 2170480 w 4996956"/>
                  <a:gd name="connsiteY31" fmla="*/ 5545731 h 5574792"/>
                  <a:gd name="connsiteX32" fmla="*/ 1943777 w 4996956"/>
                  <a:gd name="connsiteY32" fmla="*/ 5117752 h 5574792"/>
                  <a:gd name="connsiteX33" fmla="*/ 1728279 w 4996956"/>
                  <a:gd name="connsiteY33" fmla="*/ 5154667 h 5574792"/>
                  <a:gd name="connsiteX34" fmla="*/ 2011987 w 4996956"/>
                  <a:gd name="connsiteY34" fmla="*/ 5556957 h 5574792"/>
                  <a:gd name="connsiteX35" fmla="*/ 1946040 w 4996956"/>
                  <a:gd name="connsiteY35" fmla="*/ 5114107 h 5574792"/>
                  <a:gd name="connsiteX36" fmla="*/ 2014454 w 4996956"/>
                  <a:gd name="connsiteY36" fmla="*/ 5122731 h 5574792"/>
                  <a:gd name="connsiteX37" fmla="*/ 2614582 w 4996956"/>
                  <a:gd name="connsiteY37" fmla="*/ 5249547 h 5574792"/>
                  <a:gd name="connsiteX38" fmla="*/ 3921104 w 4996956"/>
                  <a:gd name="connsiteY38" fmla="*/ 5485435 h 5574792"/>
                  <a:gd name="connsiteX39" fmla="*/ 4883427 w 4996956"/>
                  <a:gd name="connsiteY39" fmla="*/ 5220485 h 5574792"/>
                  <a:gd name="connsiteX40" fmla="*/ 4952203 w 4996956"/>
                  <a:gd name="connsiteY40" fmla="*/ 4517167 h 5574792"/>
                  <a:gd name="connsiteX41" fmla="*/ 4357894 w 4996956"/>
                  <a:gd name="connsiteY41" fmla="*/ 3211725 h 5574792"/>
                  <a:gd name="connsiteX42" fmla="*/ 4148825 w 4996956"/>
                  <a:gd name="connsiteY42" fmla="*/ 2292074 h 5574792"/>
                  <a:gd name="connsiteX43" fmla="*/ 4195552 w 4996956"/>
                  <a:gd name="connsiteY43" fmla="*/ 1205862 h 5574792"/>
                  <a:gd name="connsiteX44" fmla="*/ 4233336 w 4996956"/>
                  <a:gd name="connsiteY44" fmla="*/ 429437 h 5574792"/>
                  <a:gd name="connsiteX45" fmla="*/ 4095874 w 4996956"/>
                  <a:gd name="connsiteY45" fmla="*/ 22212 h 5574792"/>
                  <a:gd name="connsiteX46" fmla="*/ 3611226 w 4996956"/>
                  <a:gd name="connsiteY46" fmla="*/ 210162 h 5574792"/>
                  <a:gd name="connsiteX47" fmla="*/ 3491490 w 4996956"/>
                  <a:gd name="connsiteY47" fmla="*/ 418708 h 5574792"/>
                  <a:gd name="connsiteX48" fmla="*/ 3321406 w 4996956"/>
                  <a:gd name="connsiteY48" fmla="*/ 589525 h 5574792"/>
                  <a:gd name="connsiteX49" fmla="*/ 2861977 w 4996956"/>
                  <a:gd name="connsiteY49" fmla="*/ 837952 h 5574792"/>
                  <a:gd name="connsiteX50" fmla="*/ 1682481 w 4996956"/>
                  <a:gd name="connsiteY50" fmla="*/ 1112475 h 5574792"/>
                  <a:gd name="connsiteX51" fmla="*/ 3939 w 4996956"/>
                  <a:gd name="connsiteY51" fmla="*/ 2065353 h 5574792"/>
                  <a:gd name="connsiteX52" fmla="*/ 528431 w 4996956"/>
                  <a:gd name="connsiteY52" fmla="*/ 3320004 h 5574792"/>
                  <a:gd name="connsiteX53" fmla="*/ 1534696 w 4996956"/>
                  <a:gd name="connsiteY53" fmla="*/ 4612025 h 5574792"/>
                  <a:gd name="connsiteX54" fmla="*/ 1946063 w 4996956"/>
                  <a:gd name="connsiteY54" fmla="*/ 5114107 h 557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4996956" h="5574792">
                    <a:moveTo>
                      <a:pt x="2105168" y="5574793"/>
                    </a:moveTo>
                    <a:cubicBezTo>
                      <a:pt x="2080016" y="5574793"/>
                      <a:pt x="2048526" y="5570062"/>
                      <a:pt x="2010515" y="5560647"/>
                    </a:cubicBezTo>
                    <a:lnTo>
                      <a:pt x="2010017" y="5560511"/>
                    </a:lnTo>
                    <a:lnTo>
                      <a:pt x="2009632" y="5560149"/>
                    </a:lnTo>
                    <a:cubicBezTo>
                      <a:pt x="1781639" y="5344767"/>
                      <a:pt x="1691129" y="5215325"/>
                      <a:pt x="1724793" y="5152788"/>
                    </a:cubicBezTo>
                    <a:cubicBezTo>
                      <a:pt x="1745666" y="5113994"/>
                      <a:pt x="1814850" y="5101184"/>
                      <a:pt x="1940494" y="5113519"/>
                    </a:cubicBezTo>
                    <a:cubicBezTo>
                      <a:pt x="1829180" y="4969976"/>
                      <a:pt x="1686919" y="4799997"/>
                      <a:pt x="1531663" y="4614514"/>
                    </a:cubicBezTo>
                    <a:cubicBezTo>
                      <a:pt x="1218050" y="4239837"/>
                      <a:pt x="827759" y="3773515"/>
                      <a:pt x="525149" y="3322155"/>
                    </a:cubicBezTo>
                    <a:cubicBezTo>
                      <a:pt x="359366" y="3074859"/>
                      <a:pt x="236347" y="2858097"/>
                      <a:pt x="149121" y="2659486"/>
                    </a:cubicBezTo>
                    <a:cubicBezTo>
                      <a:pt x="50167" y="2434213"/>
                      <a:pt x="0" y="2234313"/>
                      <a:pt x="0" y="2065330"/>
                    </a:cubicBezTo>
                    <a:cubicBezTo>
                      <a:pt x="0" y="1398474"/>
                      <a:pt x="816915" y="1257648"/>
                      <a:pt x="1681825" y="1108582"/>
                    </a:cubicBezTo>
                    <a:cubicBezTo>
                      <a:pt x="2089999" y="1038214"/>
                      <a:pt x="2512075" y="965470"/>
                      <a:pt x="2860596" y="834262"/>
                    </a:cubicBezTo>
                    <a:cubicBezTo>
                      <a:pt x="3253716" y="686261"/>
                      <a:pt x="3498100" y="481471"/>
                      <a:pt x="3607785" y="208193"/>
                    </a:cubicBezTo>
                    <a:lnTo>
                      <a:pt x="3607988" y="207717"/>
                    </a:lnTo>
                    <a:lnTo>
                      <a:pt x="3608396" y="207400"/>
                    </a:lnTo>
                    <a:cubicBezTo>
                      <a:pt x="3837069" y="26671"/>
                      <a:pt x="3997147" y="-35029"/>
                      <a:pt x="4097753" y="18726"/>
                    </a:cubicBezTo>
                    <a:cubicBezTo>
                      <a:pt x="4184459" y="65057"/>
                      <a:pt x="4228785" y="195518"/>
                      <a:pt x="4237275" y="429256"/>
                    </a:cubicBezTo>
                    <a:cubicBezTo>
                      <a:pt x="4244904" y="639364"/>
                      <a:pt x="4222832" y="914680"/>
                      <a:pt x="4199468" y="1206134"/>
                    </a:cubicBezTo>
                    <a:cubicBezTo>
                      <a:pt x="4171985" y="1548898"/>
                      <a:pt x="4140834" y="1937427"/>
                      <a:pt x="4152765" y="2291893"/>
                    </a:cubicBezTo>
                    <a:cubicBezTo>
                      <a:pt x="4166416" y="2698258"/>
                      <a:pt x="4234626" y="2998471"/>
                      <a:pt x="4361267" y="3209665"/>
                    </a:cubicBezTo>
                    <a:cubicBezTo>
                      <a:pt x="4522522" y="3478576"/>
                      <a:pt x="4654777" y="3726890"/>
                      <a:pt x="4754342" y="3947704"/>
                    </a:cubicBezTo>
                    <a:cubicBezTo>
                      <a:pt x="4849198" y="4158061"/>
                      <a:pt x="4917068" y="4349361"/>
                      <a:pt x="4956029" y="4516239"/>
                    </a:cubicBezTo>
                    <a:cubicBezTo>
                      <a:pt x="4992976" y="4674516"/>
                      <a:pt x="5004997" y="4815343"/>
                      <a:pt x="4991730" y="4934803"/>
                    </a:cubicBezTo>
                    <a:cubicBezTo>
                      <a:pt x="4979211" y="5047474"/>
                      <a:pt x="4943850" y="5144346"/>
                      <a:pt x="4886619" y="5222749"/>
                    </a:cubicBezTo>
                    <a:cubicBezTo>
                      <a:pt x="4738585" y="5425547"/>
                      <a:pt x="4455262" y="5496526"/>
                      <a:pt x="4116407" y="5496548"/>
                    </a:cubicBezTo>
                    <a:cubicBezTo>
                      <a:pt x="3651817" y="5496571"/>
                      <a:pt x="3082727" y="5363213"/>
                      <a:pt x="2613699" y="5253327"/>
                    </a:cubicBezTo>
                    <a:cubicBezTo>
                      <a:pt x="2346201" y="5190654"/>
                      <a:pt x="2110940" y="5135541"/>
                      <a:pt x="1949346" y="5118317"/>
                    </a:cubicBezTo>
                    <a:cubicBezTo>
                      <a:pt x="1976965" y="5154010"/>
                      <a:pt x="2002592" y="5188051"/>
                      <a:pt x="2026045" y="5220282"/>
                    </a:cubicBezTo>
                    <a:cubicBezTo>
                      <a:pt x="2155357" y="5398137"/>
                      <a:pt x="2202332" y="5502207"/>
                      <a:pt x="2173830" y="5547791"/>
                    </a:cubicBezTo>
                    <a:cubicBezTo>
                      <a:pt x="2162579" y="5565807"/>
                      <a:pt x="2139895" y="5574793"/>
                      <a:pt x="2105213" y="5574793"/>
                    </a:cubicBezTo>
                    <a:close/>
                    <a:moveTo>
                      <a:pt x="2011964" y="5556957"/>
                    </a:moveTo>
                    <a:cubicBezTo>
                      <a:pt x="2100255" y="5578799"/>
                      <a:pt x="2152097" y="5575110"/>
                      <a:pt x="2170480" y="5545731"/>
                    </a:cubicBezTo>
                    <a:cubicBezTo>
                      <a:pt x="2206453" y="5488174"/>
                      <a:pt x="2110397" y="5333065"/>
                      <a:pt x="1943777" y="5117752"/>
                    </a:cubicBezTo>
                    <a:cubicBezTo>
                      <a:pt x="1827188" y="5105824"/>
                      <a:pt x="1750035" y="5114221"/>
                      <a:pt x="1728279" y="5154667"/>
                    </a:cubicBezTo>
                    <a:cubicBezTo>
                      <a:pt x="1696064" y="5214533"/>
                      <a:pt x="1788860" y="5346102"/>
                      <a:pt x="2011987" y="5556957"/>
                    </a:cubicBezTo>
                    <a:close/>
                    <a:moveTo>
                      <a:pt x="1946040" y="5114107"/>
                    </a:moveTo>
                    <a:cubicBezTo>
                      <a:pt x="1967253" y="5116280"/>
                      <a:pt x="1990050" y="5119155"/>
                      <a:pt x="2014454" y="5122731"/>
                    </a:cubicBezTo>
                    <a:cubicBezTo>
                      <a:pt x="2171204" y="5145658"/>
                      <a:pt x="2376673" y="5193800"/>
                      <a:pt x="2614582" y="5249547"/>
                    </a:cubicBezTo>
                    <a:cubicBezTo>
                      <a:pt x="3008268" y="5341779"/>
                      <a:pt x="3498236" y="5456577"/>
                      <a:pt x="3921104" y="5485435"/>
                    </a:cubicBezTo>
                    <a:cubicBezTo>
                      <a:pt x="4413947" y="5519091"/>
                      <a:pt x="4728715" y="5432404"/>
                      <a:pt x="4883427" y="5220485"/>
                    </a:cubicBezTo>
                    <a:cubicBezTo>
                      <a:pt x="5000560" y="5060036"/>
                      <a:pt x="5023696" y="4823401"/>
                      <a:pt x="4952203" y="4517167"/>
                    </a:cubicBezTo>
                    <a:cubicBezTo>
                      <a:pt x="4872447" y="4175580"/>
                      <a:pt x="4672503" y="3736351"/>
                      <a:pt x="4357894" y="3211725"/>
                    </a:cubicBezTo>
                    <a:cubicBezTo>
                      <a:pt x="4230891" y="2999942"/>
                      <a:pt x="4162522" y="2699118"/>
                      <a:pt x="4148825" y="2292074"/>
                    </a:cubicBezTo>
                    <a:cubicBezTo>
                      <a:pt x="4136895" y="1937359"/>
                      <a:pt x="4168046" y="1548739"/>
                      <a:pt x="4195552" y="1205862"/>
                    </a:cubicBezTo>
                    <a:cubicBezTo>
                      <a:pt x="4218915" y="914521"/>
                      <a:pt x="4240965" y="639341"/>
                      <a:pt x="4233336" y="429437"/>
                    </a:cubicBezTo>
                    <a:cubicBezTo>
                      <a:pt x="4224892" y="197238"/>
                      <a:pt x="4181221" y="67841"/>
                      <a:pt x="4095874" y="22212"/>
                    </a:cubicBezTo>
                    <a:cubicBezTo>
                      <a:pt x="3996853" y="-30706"/>
                      <a:pt x="3838314" y="30767"/>
                      <a:pt x="3611226" y="210162"/>
                    </a:cubicBezTo>
                    <a:cubicBezTo>
                      <a:pt x="3581343" y="284491"/>
                      <a:pt x="3541069" y="354655"/>
                      <a:pt x="3491490" y="418708"/>
                    </a:cubicBezTo>
                    <a:cubicBezTo>
                      <a:pt x="3444243" y="479751"/>
                      <a:pt x="3387013" y="537241"/>
                      <a:pt x="3321406" y="589525"/>
                    </a:cubicBezTo>
                    <a:cubicBezTo>
                      <a:pt x="3200697" y="685763"/>
                      <a:pt x="3050421" y="767018"/>
                      <a:pt x="2861977" y="837952"/>
                    </a:cubicBezTo>
                    <a:cubicBezTo>
                      <a:pt x="2513116" y="969295"/>
                      <a:pt x="2090837" y="1042085"/>
                      <a:pt x="1682481" y="1112475"/>
                    </a:cubicBezTo>
                    <a:cubicBezTo>
                      <a:pt x="819270" y="1261269"/>
                      <a:pt x="3939" y="1401802"/>
                      <a:pt x="3939" y="2065353"/>
                    </a:cubicBezTo>
                    <a:cubicBezTo>
                      <a:pt x="3939" y="2383152"/>
                      <a:pt x="175495" y="2793545"/>
                      <a:pt x="528431" y="3320004"/>
                    </a:cubicBezTo>
                    <a:cubicBezTo>
                      <a:pt x="830929" y="3771184"/>
                      <a:pt x="1221151" y="4237415"/>
                      <a:pt x="1534696" y="4612025"/>
                    </a:cubicBezTo>
                    <a:cubicBezTo>
                      <a:pt x="1693665" y="4801967"/>
                      <a:pt x="1835451" y="4971357"/>
                      <a:pt x="1946063" y="5114107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D8E70303-143D-F56B-D305-CBAE5DEB7A02}"/>
                  </a:ext>
                </a:extLst>
              </p:cNvPr>
              <p:cNvSpPr/>
              <p:nvPr/>
            </p:nvSpPr>
            <p:spPr>
              <a:xfrm>
                <a:off x="4071901" y="205405"/>
                <a:ext cx="4981689" cy="5563846"/>
              </a:xfrm>
              <a:custGeom>
                <a:avLst/>
                <a:gdLst>
                  <a:gd name="connsiteX0" fmla="*/ 2094890 w 4981689"/>
                  <a:gd name="connsiteY0" fmla="*/ 5563847 h 5563846"/>
                  <a:gd name="connsiteX1" fmla="*/ 1965080 w 4981689"/>
                  <a:gd name="connsiteY1" fmla="*/ 5523514 h 5563846"/>
                  <a:gd name="connsiteX2" fmla="*/ 1964740 w 4981689"/>
                  <a:gd name="connsiteY2" fmla="*/ 5523356 h 5563846"/>
                  <a:gd name="connsiteX3" fmla="*/ 1964491 w 4981689"/>
                  <a:gd name="connsiteY3" fmla="*/ 5523107 h 5563846"/>
                  <a:gd name="connsiteX4" fmla="*/ 1711753 w 4981689"/>
                  <a:gd name="connsiteY4" fmla="*/ 5230974 h 5563846"/>
                  <a:gd name="connsiteX5" fmla="*/ 1671683 w 4981689"/>
                  <a:gd name="connsiteY5" fmla="*/ 5074462 h 5563846"/>
                  <a:gd name="connsiteX6" fmla="*/ 1807424 w 4981689"/>
                  <a:gd name="connsiteY6" fmla="*/ 5028290 h 5563846"/>
                  <a:gd name="connsiteX7" fmla="*/ 1566798 w 4981689"/>
                  <a:gd name="connsiteY7" fmla="*/ 4722305 h 5563846"/>
                  <a:gd name="connsiteX8" fmla="*/ 546904 w 4981689"/>
                  <a:gd name="connsiteY8" fmla="*/ 3341561 h 5563846"/>
                  <a:gd name="connsiteX9" fmla="*/ 156184 w 4981689"/>
                  <a:gd name="connsiteY9" fmla="*/ 2629280 h 5563846"/>
                  <a:gd name="connsiteX10" fmla="*/ 0 w 4981689"/>
                  <a:gd name="connsiteY10" fmla="*/ 2005926 h 5563846"/>
                  <a:gd name="connsiteX11" fmla="*/ 38508 w 4981689"/>
                  <a:gd name="connsiteY11" fmla="*/ 1772460 h 5563846"/>
                  <a:gd name="connsiteX12" fmla="*/ 147649 w 4981689"/>
                  <a:gd name="connsiteY12" fmla="*/ 1582246 h 5563846"/>
                  <a:gd name="connsiteX13" fmla="*/ 539162 w 4981689"/>
                  <a:gd name="connsiteY13" fmla="*/ 1306976 h 5563846"/>
                  <a:gd name="connsiteX14" fmla="*/ 1747364 w 4981689"/>
                  <a:gd name="connsiteY14" fmla="*/ 999814 h 5563846"/>
                  <a:gd name="connsiteX15" fmla="*/ 3635449 w 4981689"/>
                  <a:gd name="connsiteY15" fmla="*/ 200506 h 5563846"/>
                  <a:gd name="connsiteX16" fmla="*/ 3635653 w 4981689"/>
                  <a:gd name="connsiteY16" fmla="*/ 200144 h 5563846"/>
                  <a:gd name="connsiteX17" fmla="*/ 3635993 w 4981689"/>
                  <a:gd name="connsiteY17" fmla="*/ 199895 h 5563846"/>
                  <a:gd name="connsiteX18" fmla="*/ 4152878 w 4981689"/>
                  <a:gd name="connsiteY18" fmla="*/ 22583 h 5563846"/>
                  <a:gd name="connsiteX19" fmla="*/ 4269965 w 4981689"/>
                  <a:gd name="connsiteY19" fmla="*/ 429038 h 5563846"/>
                  <a:gd name="connsiteX20" fmla="*/ 4194895 w 4981689"/>
                  <a:gd name="connsiteY20" fmla="*/ 1183124 h 5563846"/>
                  <a:gd name="connsiteX21" fmla="*/ 4095308 w 4981689"/>
                  <a:gd name="connsiteY21" fmla="*/ 2279227 h 5563846"/>
                  <a:gd name="connsiteX22" fmla="*/ 4286469 w 4981689"/>
                  <a:gd name="connsiteY22" fmla="*/ 3202251 h 5563846"/>
                  <a:gd name="connsiteX23" fmla="*/ 4707706 w 4981689"/>
                  <a:gd name="connsiteY23" fmla="*/ 3954707 h 5563846"/>
                  <a:gd name="connsiteX24" fmla="*/ 4929768 w 4981689"/>
                  <a:gd name="connsiteY24" fmla="*/ 4530100 h 5563846"/>
                  <a:gd name="connsiteX25" fmla="*/ 4978985 w 4981689"/>
                  <a:gd name="connsiteY25" fmla="*/ 4949162 h 5563846"/>
                  <a:gd name="connsiteX26" fmla="*/ 4881412 w 4981689"/>
                  <a:gd name="connsiteY26" fmla="*/ 5232400 h 5563846"/>
                  <a:gd name="connsiteX27" fmla="*/ 4722602 w 4981689"/>
                  <a:gd name="connsiteY27" fmla="*/ 5370533 h 5563846"/>
                  <a:gd name="connsiteX28" fmla="*/ 4504683 w 4981689"/>
                  <a:gd name="connsiteY28" fmla="*/ 5449004 h 5563846"/>
                  <a:gd name="connsiteX29" fmla="*/ 3940256 w 4981689"/>
                  <a:gd name="connsiteY29" fmla="*/ 5465210 h 5563846"/>
                  <a:gd name="connsiteX30" fmla="*/ 2634821 w 4981689"/>
                  <a:gd name="connsiteY30" fmla="*/ 5199559 h 5563846"/>
                  <a:gd name="connsiteX31" fmla="*/ 1988986 w 4981689"/>
                  <a:gd name="connsiteY31" fmla="*/ 5050176 h 5563846"/>
                  <a:gd name="connsiteX32" fmla="*/ 1815483 w 4981689"/>
                  <a:gd name="connsiteY32" fmla="*/ 5032183 h 5563846"/>
                  <a:gd name="connsiteX33" fmla="*/ 1998358 w 4981689"/>
                  <a:gd name="connsiteY33" fmla="*/ 5276920 h 5563846"/>
                  <a:gd name="connsiteX34" fmla="*/ 2126878 w 4981689"/>
                  <a:gd name="connsiteY34" fmla="*/ 5551897 h 5563846"/>
                  <a:gd name="connsiteX35" fmla="*/ 2094867 w 4981689"/>
                  <a:gd name="connsiteY35" fmla="*/ 5563825 h 5563846"/>
                  <a:gd name="connsiteX36" fmla="*/ 1967072 w 4981689"/>
                  <a:gd name="connsiteY36" fmla="*/ 5520029 h 5563846"/>
                  <a:gd name="connsiteX37" fmla="*/ 2123731 w 4981689"/>
                  <a:gd name="connsiteY37" fmla="*/ 5549453 h 5563846"/>
                  <a:gd name="connsiteX38" fmla="*/ 1995098 w 4981689"/>
                  <a:gd name="connsiteY38" fmla="*/ 5279274 h 5563846"/>
                  <a:gd name="connsiteX39" fmla="*/ 1810412 w 4981689"/>
                  <a:gd name="connsiteY39" fmla="*/ 5032183 h 5563846"/>
                  <a:gd name="connsiteX40" fmla="*/ 1675169 w 4981689"/>
                  <a:gd name="connsiteY40" fmla="*/ 5076476 h 5563846"/>
                  <a:gd name="connsiteX41" fmla="*/ 1967072 w 4981689"/>
                  <a:gd name="connsiteY41" fmla="*/ 5520051 h 5563846"/>
                  <a:gd name="connsiteX42" fmla="*/ 1812495 w 4981689"/>
                  <a:gd name="connsiteY42" fmla="*/ 5028312 h 5563846"/>
                  <a:gd name="connsiteX43" fmla="*/ 2635863 w 4981689"/>
                  <a:gd name="connsiteY43" fmla="*/ 5195688 h 5563846"/>
                  <a:gd name="connsiteX44" fmla="*/ 3940664 w 4981689"/>
                  <a:gd name="connsiteY44" fmla="*/ 5461226 h 5563846"/>
                  <a:gd name="connsiteX45" fmla="*/ 4878198 w 4981689"/>
                  <a:gd name="connsiteY45" fmla="*/ 5230046 h 5563846"/>
                  <a:gd name="connsiteX46" fmla="*/ 4925920 w 4981689"/>
                  <a:gd name="connsiteY46" fmla="*/ 4531164 h 5563846"/>
                  <a:gd name="connsiteX47" fmla="*/ 4283096 w 4981689"/>
                  <a:gd name="connsiteY47" fmla="*/ 3204401 h 5563846"/>
                  <a:gd name="connsiteX48" fmla="*/ 4091323 w 4981689"/>
                  <a:gd name="connsiteY48" fmla="*/ 2279227 h 5563846"/>
                  <a:gd name="connsiteX49" fmla="*/ 4190933 w 4981689"/>
                  <a:gd name="connsiteY49" fmla="*/ 1182626 h 5563846"/>
                  <a:gd name="connsiteX50" fmla="*/ 4265958 w 4981689"/>
                  <a:gd name="connsiteY50" fmla="*/ 429016 h 5563846"/>
                  <a:gd name="connsiteX51" fmla="*/ 4150818 w 4981689"/>
                  <a:gd name="connsiteY51" fmla="*/ 26046 h 5563846"/>
                  <a:gd name="connsiteX52" fmla="*/ 3638664 w 4981689"/>
                  <a:gd name="connsiteY52" fmla="*/ 202928 h 5563846"/>
                  <a:gd name="connsiteX53" fmla="*/ 1748065 w 4981689"/>
                  <a:gd name="connsiteY53" fmla="*/ 1003775 h 5563846"/>
                  <a:gd name="connsiteX54" fmla="*/ 540792 w 4981689"/>
                  <a:gd name="connsiteY54" fmla="*/ 1310665 h 5563846"/>
                  <a:gd name="connsiteX55" fmla="*/ 3984 w 4981689"/>
                  <a:gd name="connsiteY55" fmla="*/ 2005948 h 5563846"/>
                  <a:gd name="connsiteX56" fmla="*/ 550277 w 4981689"/>
                  <a:gd name="connsiteY56" fmla="*/ 3339411 h 5563846"/>
                  <a:gd name="connsiteX57" fmla="*/ 1569922 w 4981689"/>
                  <a:gd name="connsiteY57" fmla="*/ 4719838 h 5563846"/>
                  <a:gd name="connsiteX58" fmla="*/ 1812472 w 4981689"/>
                  <a:gd name="connsiteY58" fmla="*/ 5028312 h 556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981689" h="5563846">
                    <a:moveTo>
                      <a:pt x="2094890" y="5563847"/>
                    </a:moveTo>
                    <a:cubicBezTo>
                      <a:pt x="2067112" y="5563847"/>
                      <a:pt x="2024121" y="5550448"/>
                      <a:pt x="1965080" y="5523514"/>
                    </a:cubicBezTo>
                    <a:lnTo>
                      <a:pt x="1964740" y="5523356"/>
                    </a:lnTo>
                    <a:lnTo>
                      <a:pt x="1964491" y="5523107"/>
                    </a:lnTo>
                    <a:cubicBezTo>
                      <a:pt x="1842469" y="5401383"/>
                      <a:pt x="1759792" y="5305846"/>
                      <a:pt x="1711753" y="5230974"/>
                    </a:cubicBezTo>
                    <a:cubicBezTo>
                      <a:pt x="1665706" y="5159225"/>
                      <a:pt x="1652598" y="5108028"/>
                      <a:pt x="1671683" y="5074462"/>
                    </a:cubicBezTo>
                    <a:cubicBezTo>
                      <a:pt x="1689884" y="5042481"/>
                      <a:pt x="1737108" y="5028629"/>
                      <a:pt x="1807424" y="5028290"/>
                    </a:cubicBezTo>
                    <a:cubicBezTo>
                      <a:pt x="1735252" y="4935152"/>
                      <a:pt x="1653979" y="4832463"/>
                      <a:pt x="1566798" y="4722305"/>
                    </a:cubicBezTo>
                    <a:cubicBezTo>
                      <a:pt x="1251759" y="4324224"/>
                      <a:pt x="859702" y="3828796"/>
                      <a:pt x="546904" y="3341561"/>
                    </a:cubicBezTo>
                    <a:cubicBezTo>
                      <a:pt x="377341" y="3077426"/>
                      <a:pt x="245878" y="2837781"/>
                      <a:pt x="156184" y="2629280"/>
                    </a:cubicBezTo>
                    <a:cubicBezTo>
                      <a:pt x="52544" y="2388389"/>
                      <a:pt x="0" y="2178666"/>
                      <a:pt x="0" y="2005926"/>
                    </a:cubicBezTo>
                    <a:cubicBezTo>
                      <a:pt x="0" y="1922430"/>
                      <a:pt x="12949" y="1843869"/>
                      <a:pt x="38508" y="1772460"/>
                    </a:cubicBezTo>
                    <a:cubicBezTo>
                      <a:pt x="62913" y="1704242"/>
                      <a:pt x="99633" y="1640256"/>
                      <a:pt x="147649" y="1582246"/>
                    </a:cubicBezTo>
                    <a:cubicBezTo>
                      <a:pt x="236415" y="1475031"/>
                      <a:pt x="364482" y="1384994"/>
                      <a:pt x="539162" y="1306976"/>
                    </a:cubicBezTo>
                    <a:cubicBezTo>
                      <a:pt x="864185" y="1161803"/>
                      <a:pt x="1293187" y="1083129"/>
                      <a:pt x="1747364" y="999814"/>
                    </a:cubicBezTo>
                    <a:cubicBezTo>
                      <a:pt x="2527763" y="856656"/>
                      <a:pt x="3334740" y="708655"/>
                      <a:pt x="3635449" y="200506"/>
                    </a:cubicBezTo>
                    <a:lnTo>
                      <a:pt x="3635653" y="200144"/>
                    </a:lnTo>
                    <a:lnTo>
                      <a:pt x="3635993" y="199895"/>
                    </a:lnTo>
                    <a:cubicBezTo>
                      <a:pt x="3884067" y="21021"/>
                      <a:pt x="4053155" y="-36989"/>
                      <a:pt x="4152878" y="22583"/>
                    </a:cubicBezTo>
                    <a:cubicBezTo>
                      <a:pt x="4235826" y="72106"/>
                      <a:pt x="4273021" y="201253"/>
                      <a:pt x="4269965" y="429038"/>
                    </a:cubicBezTo>
                    <a:cubicBezTo>
                      <a:pt x="4267226" y="633805"/>
                      <a:pt x="4232091" y="900633"/>
                      <a:pt x="4194895" y="1183124"/>
                    </a:cubicBezTo>
                    <a:cubicBezTo>
                      <a:pt x="4149346" y="1529102"/>
                      <a:pt x="4097730" y="1921253"/>
                      <a:pt x="4095308" y="2279227"/>
                    </a:cubicBezTo>
                    <a:cubicBezTo>
                      <a:pt x="4092546" y="2689960"/>
                      <a:pt x="4155074" y="2991893"/>
                      <a:pt x="4286469" y="3202251"/>
                    </a:cubicBezTo>
                    <a:cubicBezTo>
                      <a:pt x="4458228" y="3477227"/>
                      <a:pt x="4599946" y="3730385"/>
                      <a:pt x="4707706" y="3954707"/>
                    </a:cubicBezTo>
                    <a:cubicBezTo>
                      <a:pt x="4810372" y="4168459"/>
                      <a:pt x="4885102" y="4362068"/>
                      <a:pt x="4929768" y="4530100"/>
                    </a:cubicBezTo>
                    <a:cubicBezTo>
                      <a:pt x="4972148" y="4689509"/>
                      <a:pt x="4988720" y="4830494"/>
                      <a:pt x="4978985" y="4949162"/>
                    </a:cubicBezTo>
                    <a:cubicBezTo>
                      <a:pt x="4969816" y="5061086"/>
                      <a:pt x="4936990" y="5156396"/>
                      <a:pt x="4881412" y="5232400"/>
                    </a:cubicBezTo>
                    <a:cubicBezTo>
                      <a:pt x="4841025" y="5287649"/>
                      <a:pt x="4787598" y="5334116"/>
                      <a:pt x="4722602" y="5370533"/>
                    </a:cubicBezTo>
                    <a:cubicBezTo>
                      <a:pt x="4661365" y="5404846"/>
                      <a:pt x="4588061" y="5431236"/>
                      <a:pt x="4504683" y="5449004"/>
                    </a:cubicBezTo>
                    <a:cubicBezTo>
                      <a:pt x="4353140" y="5481280"/>
                      <a:pt x="4168499" y="5486576"/>
                      <a:pt x="3940256" y="5465210"/>
                    </a:cubicBezTo>
                    <a:cubicBezTo>
                      <a:pt x="3522980" y="5426144"/>
                      <a:pt x="3051123" y="5305778"/>
                      <a:pt x="2634821" y="5199559"/>
                    </a:cubicBezTo>
                    <a:cubicBezTo>
                      <a:pt x="2379525" y="5134419"/>
                      <a:pt x="2159070" y="5078174"/>
                      <a:pt x="1988986" y="5050176"/>
                    </a:cubicBezTo>
                    <a:cubicBezTo>
                      <a:pt x="1919304" y="5038701"/>
                      <a:pt x="1861689" y="5032681"/>
                      <a:pt x="1815483" y="5032183"/>
                    </a:cubicBezTo>
                    <a:cubicBezTo>
                      <a:pt x="1886410" y="5123804"/>
                      <a:pt x="1948372" y="5206054"/>
                      <a:pt x="1998358" y="5276920"/>
                    </a:cubicBezTo>
                    <a:cubicBezTo>
                      <a:pt x="2111031" y="5436737"/>
                      <a:pt x="2150671" y="5521545"/>
                      <a:pt x="2126878" y="5551897"/>
                    </a:cubicBezTo>
                    <a:cubicBezTo>
                      <a:pt x="2120652" y="5559841"/>
                      <a:pt x="2110012" y="5563825"/>
                      <a:pt x="2094867" y="5563825"/>
                    </a:cubicBezTo>
                    <a:close/>
                    <a:moveTo>
                      <a:pt x="1967072" y="5520029"/>
                    </a:moveTo>
                    <a:cubicBezTo>
                      <a:pt x="2054932" y="5560090"/>
                      <a:pt x="2107635" y="5569981"/>
                      <a:pt x="2123731" y="5549453"/>
                    </a:cubicBezTo>
                    <a:cubicBezTo>
                      <a:pt x="2145940" y="5521115"/>
                      <a:pt x="2105077" y="5435265"/>
                      <a:pt x="1995098" y="5279274"/>
                    </a:cubicBezTo>
                    <a:cubicBezTo>
                      <a:pt x="1944727" y="5207820"/>
                      <a:pt x="1882109" y="5124754"/>
                      <a:pt x="1810412" y="5032183"/>
                    </a:cubicBezTo>
                    <a:cubicBezTo>
                      <a:pt x="1736044" y="5032047"/>
                      <a:pt x="1692103" y="5046691"/>
                      <a:pt x="1675169" y="5076476"/>
                    </a:cubicBezTo>
                    <a:cubicBezTo>
                      <a:pt x="1637974" y="5141888"/>
                      <a:pt x="1733464" y="5286969"/>
                      <a:pt x="1967072" y="5520051"/>
                    </a:cubicBezTo>
                    <a:close/>
                    <a:moveTo>
                      <a:pt x="1812495" y="5028312"/>
                    </a:moveTo>
                    <a:cubicBezTo>
                      <a:pt x="1982647" y="5029036"/>
                      <a:pt x="2283334" y="5105765"/>
                      <a:pt x="2635863" y="5195688"/>
                    </a:cubicBezTo>
                    <a:cubicBezTo>
                      <a:pt x="3052029" y="5301863"/>
                      <a:pt x="3523705" y="5422206"/>
                      <a:pt x="3940664" y="5461226"/>
                    </a:cubicBezTo>
                    <a:cubicBezTo>
                      <a:pt x="4424677" y="5506539"/>
                      <a:pt x="4731341" y="5430897"/>
                      <a:pt x="4878198" y="5230046"/>
                    </a:cubicBezTo>
                    <a:cubicBezTo>
                      <a:pt x="4991821" y="5074621"/>
                      <a:pt x="5007872" y="4839479"/>
                      <a:pt x="4925920" y="4531164"/>
                    </a:cubicBezTo>
                    <a:cubicBezTo>
                      <a:pt x="4834482" y="4187268"/>
                      <a:pt x="4618215" y="3740887"/>
                      <a:pt x="4283096" y="3204401"/>
                    </a:cubicBezTo>
                    <a:cubicBezTo>
                      <a:pt x="4151271" y="2993387"/>
                      <a:pt x="4088561" y="2690752"/>
                      <a:pt x="4091323" y="2279227"/>
                    </a:cubicBezTo>
                    <a:cubicBezTo>
                      <a:pt x="4093746" y="1920982"/>
                      <a:pt x="4145385" y="1528718"/>
                      <a:pt x="4190933" y="1182626"/>
                    </a:cubicBezTo>
                    <a:cubicBezTo>
                      <a:pt x="4228106" y="900271"/>
                      <a:pt x="4263219" y="633556"/>
                      <a:pt x="4265958" y="429016"/>
                    </a:cubicBezTo>
                    <a:cubicBezTo>
                      <a:pt x="4268992" y="202815"/>
                      <a:pt x="4232408" y="74776"/>
                      <a:pt x="4150818" y="26046"/>
                    </a:cubicBezTo>
                    <a:cubicBezTo>
                      <a:pt x="4052634" y="-32575"/>
                      <a:pt x="3885131" y="25254"/>
                      <a:pt x="3638664" y="202928"/>
                    </a:cubicBezTo>
                    <a:cubicBezTo>
                      <a:pt x="3336845" y="712344"/>
                      <a:pt x="2529167" y="860504"/>
                      <a:pt x="1748065" y="1003775"/>
                    </a:cubicBezTo>
                    <a:cubicBezTo>
                      <a:pt x="1294138" y="1087044"/>
                      <a:pt x="865362" y="1165674"/>
                      <a:pt x="540792" y="1310665"/>
                    </a:cubicBezTo>
                    <a:cubicBezTo>
                      <a:pt x="174567" y="1474238"/>
                      <a:pt x="3984" y="1695166"/>
                      <a:pt x="3984" y="2005948"/>
                    </a:cubicBezTo>
                    <a:cubicBezTo>
                      <a:pt x="3984" y="2316731"/>
                      <a:pt x="182671" y="2766802"/>
                      <a:pt x="550277" y="3339411"/>
                    </a:cubicBezTo>
                    <a:cubicBezTo>
                      <a:pt x="862962" y="3826487"/>
                      <a:pt x="1254951" y="4321825"/>
                      <a:pt x="1569922" y="4719838"/>
                    </a:cubicBezTo>
                    <a:cubicBezTo>
                      <a:pt x="1657873" y="4830969"/>
                      <a:pt x="1739802" y="4934518"/>
                      <a:pt x="1812472" y="5028312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28601668-A453-C63B-0BCC-4937B801EC0D}"/>
                  </a:ext>
                </a:extLst>
              </p:cNvPr>
              <p:cNvSpPr/>
              <p:nvPr/>
            </p:nvSpPr>
            <p:spPr>
              <a:xfrm>
                <a:off x="4116974" y="149810"/>
                <a:ext cx="4953722" cy="5645380"/>
              </a:xfrm>
              <a:custGeom>
                <a:avLst/>
                <a:gdLst>
                  <a:gd name="connsiteX0" fmla="*/ 2057038 w 4953722"/>
                  <a:gd name="connsiteY0" fmla="*/ 5645358 h 5645380"/>
                  <a:gd name="connsiteX1" fmla="*/ 1919530 w 4953722"/>
                  <a:gd name="connsiteY1" fmla="*/ 5549188 h 5645380"/>
                  <a:gd name="connsiteX2" fmla="*/ 1557720 w 4953722"/>
                  <a:gd name="connsiteY2" fmla="*/ 5123472 h 5645380"/>
                  <a:gd name="connsiteX3" fmla="*/ 1685628 w 4953722"/>
                  <a:gd name="connsiteY3" fmla="*/ 5092418 h 5645380"/>
                  <a:gd name="connsiteX4" fmla="*/ 629988 w 4953722"/>
                  <a:gd name="connsiteY4" fmla="*/ 3568516 h 5645380"/>
                  <a:gd name="connsiteX5" fmla="*/ 183101 w 4953722"/>
                  <a:gd name="connsiteY5" fmla="*/ 2725503 h 5645380"/>
                  <a:gd name="connsiteX6" fmla="*/ 0 w 4953722"/>
                  <a:gd name="connsiteY6" fmla="*/ 2009464 h 5645380"/>
                  <a:gd name="connsiteX7" fmla="*/ 42878 w 4953722"/>
                  <a:gd name="connsiteY7" fmla="*/ 1754677 h 5645380"/>
                  <a:gd name="connsiteX8" fmla="*/ 164175 w 4953722"/>
                  <a:gd name="connsiteY8" fmla="*/ 1544863 h 5645380"/>
                  <a:gd name="connsiteX9" fmla="*/ 597683 w 4953722"/>
                  <a:gd name="connsiteY9" fmla="*/ 1234668 h 5645380"/>
                  <a:gd name="connsiteX10" fmla="*/ 1212503 w 4953722"/>
                  <a:gd name="connsiteY10" fmla="*/ 1026869 h 5645380"/>
                  <a:gd name="connsiteX11" fmla="*/ 1921319 w 4953722"/>
                  <a:gd name="connsiteY11" fmla="*/ 869474 h 5645380"/>
                  <a:gd name="connsiteX12" fmla="*/ 3663431 w 4953722"/>
                  <a:gd name="connsiteY12" fmla="*/ 255559 h 5645380"/>
                  <a:gd name="connsiteX13" fmla="*/ 3967128 w 4953722"/>
                  <a:gd name="connsiteY13" fmla="*/ 34722 h 5645380"/>
                  <a:gd name="connsiteX14" fmla="*/ 4147988 w 4953722"/>
                  <a:gd name="connsiteY14" fmla="*/ 13854 h 5645380"/>
                  <a:gd name="connsiteX15" fmla="*/ 4238068 w 4953722"/>
                  <a:gd name="connsiteY15" fmla="*/ 385793 h 5645380"/>
                  <a:gd name="connsiteX16" fmla="*/ 4149460 w 4953722"/>
                  <a:gd name="connsiteY16" fmla="*/ 1113193 h 5645380"/>
                  <a:gd name="connsiteX17" fmla="*/ 4211784 w 4953722"/>
                  <a:gd name="connsiteY17" fmla="*/ 3257801 h 5645380"/>
                  <a:gd name="connsiteX18" fmla="*/ 4658173 w 4953722"/>
                  <a:gd name="connsiteY18" fmla="*/ 4023045 h 5645380"/>
                  <a:gd name="connsiteX19" fmla="*/ 4895562 w 4953722"/>
                  <a:gd name="connsiteY19" fmla="*/ 4609416 h 5645380"/>
                  <a:gd name="connsiteX20" fmla="*/ 4951683 w 4953722"/>
                  <a:gd name="connsiteY20" fmla="*/ 5037554 h 5645380"/>
                  <a:gd name="connsiteX21" fmla="*/ 4853929 w 4953722"/>
                  <a:gd name="connsiteY21" fmla="*/ 5327944 h 5645380"/>
                  <a:gd name="connsiteX22" fmla="*/ 4682102 w 4953722"/>
                  <a:gd name="connsiteY22" fmla="*/ 5475131 h 5645380"/>
                  <a:gd name="connsiteX23" fmla="*/ 4443355 w 4953722"/>
                  <a:gd name="connsiteY23" fmla="*/ 5556250 h 5645380"/>
                  <a:gd name="connsiteX24" fmla="*/ 3823599 w 4953722"/>
                  <a:gd name="connsiteY24" fmla="*/ 5563922 h 5645380"/>
                  <a:gd name="connsiteX25" fmla="*/ 2420976 w 4953722"/>
                  <a:gd name="connsiteY25" fmla="*/ 5262306 h 5645380"/>
                  <a:gd name="connsiteX26" fmla="*/ 1694186 w 4953722"/>
                  <a:gd name="connsiteY26" fmla="*/ 5097080 h 5645380"/>
                  <a:gd name="connsiteX27" fmla="*/ 1706026 w 4953722"/>
                  <a:gd name="connsiteY27" fmla="*/ 5113037 h 5645380"/>
                  <a:gd name="connsiteX28" fmla="*/ 1977463 w 4953722"/>
                  <a:gd name="connsiteY28" fmla="*/ 5484591 h 5645380"/>
                  <a:gd name="connsiteX29" fmla="*/ 2062946 w 4953722"/>
                  <a:gd name="connsiteY29" fmla="*/ 5643276 h 5645380"/>
                  <a:gd name="connsiteX30" fmla="*/ 2057038 w 4953722"/>
                  <a:gd name="connsiteY30" fmla="*/ 5645381 h 5645380"/>
                  <a:gd name="connsiteX31" fmla="*/ 1653413 w 4953722"/>
                  <a:gd name="connsiteY31" fmla="*/ 5095315 h 5645380"/>
                  <a:gd name="connsiteX32" fmla="*/ 1561365 w 4953722"/>
                  <a:gd name="connsiteY32" fmla="*/ 5125350 h 5645380"/>
                  <a:gd name="connsiteX33" fmla="*/ 1623712 w 4953722"/>
                  <a:gd name="connsiteY33" fmla="*/ 5264026 h 5645380"/>
                  <a:gd name="connsiteX34" fmla="*/ 1922179 w 4953722"/>
                  <a:gd name="connsiteY34" fmla="*/ 5546042 h 5645380"/>
                  <a:gd name="connsiteX35" fmla="*/ 2060139 w 4953722"/>
                  <a:gd name="connsiteY35" fmla="*/ 5640266 h 5645380"/>
                  <a:gd name="connsiteX36" fmla="*/ 1974090 w 4953722"/>
                  <a:gd name="connsiteY36" fmla="*/ 5486900 h 5645380"/>
                  <a:gd name="connsiteX37" fmla="*/ 1702720 w 4953722"/>
                  <a:gd name="connsiteY37" fmla="*/ 5115437 h 5645380"/>
                  <a:gd name="connsiteX38" fmla="*/ 1688775 w 4953722"/>
                  <a:gd name="connsiteY38" fmla="*/ 5096628 h 5645380"/>
                  <a:gd name="connsiteX39" fmla="*/ 1653413 w 4953722"/>
                  <a:gd name="connsiteY39" fmla="*/ 5095292 h 5645380"/>
                  <a:gd name="connsiteX40" fmla="*/ 1691016 w 4953722"/>
                  <a:gd name="connsiteY40" fmla="*/ 5092780 h 5645380"/>
                  <a:gd name="connsiteX41" fmla="*/ 1832892 w 4953722"/>
                  <a:gd name="connsiteY41" fmla="*/ 5112833 h 5645380"/>
                  <a:gd name="connsiteX42" fmla="*/ 2422040 w 4953722"/>
                  <a:gd name="connsiteY42" fmla="*/ 5258323 h 5645380"/>
                  <a:gd name="connsiteX43" fmla="*/ 3824029 w 4953722"/>
                  <a:gd name="connsiteY43" fmla="*/ 5559826 h 5645380"/>
                  <a:gd name="connsiteX44" fmla="*/ 4442585 w 4953722"/>
                  <a:gd name="connsiteY44" fmla="*/ 5552221 h 5645380"/>
                  <a:gd name="connsiteX45" fmla="*/ 4850624 w 4953722"/>
                  <a:gd name="connsiteY45" fmla="*/ 5325545 h 5645380"/>
                  <a:gd name="connsiteX46" fmla="*/ 4891645 w 4953722"/>
                  <a:gd name="connsiteY46" fmla="*/ 4610547 h 5645380"/>
                  <a:gd name="connsiteX47" fmla="*/ 4208365 w 4953722"/>
                  <a:gd name="connsiteY47" fmla="*/ 3260042 h 5645380"/>
                  <a:gd name="connsiteX48" fmla="*/ 4145430 w 4953722"/>
                  <a:gd name="connsiteY48" fmla="*/ 1112605 h 5645380"/>
                  <a:gd name="connsiteX49" fmla="*/ 4233993 w 4953722"/>
                  <a:gd name="connsiteY49" fmla="*/ 385612 h 5645380"/>
                  <a:gd name="connsiteX50" fmla="*/ 4146041 w 4953722"/>
                  <a:gd name="connsiteY50" fmla="*/ 17452 h 5645380"/>
                  <a:gd name="connsiteX51" fmla="*/ 3666170 w 4953722"/>
                  <a:gd name="connsiteY51" fmla="*/ 258614 h 5645380"/>
                  <a:gd name="connsiteX52" fmla="*/ 3330280 w 4953722"/>
                  <a:gd name="connsiteY52" fmla="*/ 475852 h 5645380"/>
                  <a:gd name="connsiteX53" fmla="*/ 2907617 w 4953722"/>
                  <a:gd name="connsiteY53" fmla="*/ 638814 h 5645380"/>
                  <a:gd name="connsiteX54" fmla="*/ 1922179 w 4953722"/>
                  <a:gd name="connsiteY54" fmla="*/ 873503 h 5645380"/>
                  <a:gd name="connsiteX55" fmla="*/ 599449 w 4953722"/>
                  <a:gd name="connsiteY55" fmla="*/ 1238403 h 5645380"/>
                  <a:gd name="connsiteX56" fmla="*/ 4143 w 4953722"/>
                  <a:gd name="connsiteY56" fmla="*/ 2009487 h 5645380"/>
                  <a:gd name="connsiteX57" fmla="*/ 633542 w 4953722"/>
                  <a:gd name="connsiteY57" fmla="*/ 3566411 h 5645380"/>
                  <a:gd name="connsiteX58" fmla="*/ 1691039 w 4953722"/>
                  <a:gd name="connsiteY58" fmla="*/ 5092826 h 564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953722" h="5645380">
                    <a:moveTo>
                      <a:pt x="2057038" y="5645358"/>
                    </a:moveTo>
                    <a:cubicBezTo>
                      <a:pt x="2044428" y="5645358"/>
                      <a:pt x="2012417" y="5627523"/>
                      <a:pt x="1919530" y="5549188"/>
                    </a:cubicBezTo>
                    <a:cubicBezTo>
                      <a:pt x="1642886" y="5315880"/>
                      <a:pt x="1527927" y="5180599"/>
                      <a:pt x="1557720" y="5123472"/>
                    </a:cubicBezTo>
                    <a:cubicBezTo>
                      <a:pt x="1570918" y="5098167"/>
                      <a:pt x="1612392" y="5087869"/>
                      <a:pt x="1685628" y="5092418"/>
                    </a:cubicBezTo>
                    <a:cubicBezTo>
                      <a:pt x="1398615" y="4705609"/>
                      <a:pt x="974888" y="4132637"/>
                      <a:pt x="629988" y="3568516"/>
                    </a:cubicBezTo>
                    <a:cubicBezTo>
                      <a:pt x="437152" y="3253093"/>
                      <a:pt x="286786" y="2969471"/>
                      <a:pt x="183101" y="2725503"/>
                    </a:cubicBezTo>
                    <a:cubicBezTo>
                      <a:pt x="61600" y="2439685"/>
                      <a:pt x="0" y="2198772"/>
                      <a:pt x="0" y="2009464"/>
                    </a:cubicBezTo>
                    <a:cubicBezTo>
                      <a:pt x="0" y="1918793"/>
                      <a:pt x="14421" y="1833057"/>
                      <a:pt x="42878" y="1754677"/>
                    </a:cubicBezTo>
                    <a:cubicBezTo>
                      <a:pt x="70021" y="1679895"/>
                      <a:pt x="110816" y="1609301"/>
                      <a:pt x="164175" y="1544863"/>
                    </a:cubicBezTo>
                    <a:cubicBezTo>
                      <a:pt x="262654" y="1425900"/>
                      <a:pt x="404462" y="1324433"/>
                      <a:pt x="597683" y="1234668"/>
                    </a:cubicBezTo>
                    <a:cubicBezTo>
                      <a:pt x="758825" y="1159796"/>
                      <a:pt x="959924" y="1091827"/>
                      <a:pt x="1212503" y="1026869"/>
                    </a:cubicBezTo>
                    <a:cubicBezTo>
                      <a:pt x="1437939" y="968881"/>
                      <a:pt x="1683681" y="918340"/>
                      <a:pt x="1921319" y="869474"/>
                    </a:cubicBezTo>
                    <a:cubicBezTo>
                      <a:pt x="2593189" y="731273"/>
                      <a:pt x="3287946" y="588387"/>
                      <a:pt x="3663431" y="255559"/>
                    </a:cubicBezTo>
                    <a:cubicBezTo>
                      <a:pt x="3786427" y="146532"/>
                      <a:pt x="3885765" y="74286"/>
                      <a:pt x="3967128" y="34722"/>
                    </a:cubicBezTo>
                    <a:cubicBezTo>
                      <a:pt x="4044937" y="-3122"/>
                      <a:pt x="4104092" y="-9957"/>
                      <a:pt x="4147988" y="13854"/>
                    </a:cubicBezTo>
                    <a:cubicBezTo>
                      <a:pt x="4218870" y="52308"/>
                      <a:pt x="4247485" y="170501"/>
                      <a:pt x="4238068" y="385793"/>
                    </a:cubicBezTo>
                    <a:cubicBezTo>
                      <a:pt x="4229578" y="579967"/>
                      <a:pt x="4190662" y="838987"/>
                      <a:pt x="4149460" y="1113193"/>
                    </a:cubicBezTo>
                    <a:cubicBezTo>
                      <a:pt x="4038078" y="1854650"/>
                      <a:pt x="3899461" y="2777402"/>
                      <a:pt x="4211784" y="3257801"/>
                    </a:cubicBezTo>
                    <a:cubicBezTo>
                      <a:pt x="4393391" y="3537123"/>
                      <a:pt x="4543576" y="3794604"/>
                      <a:pt x="4658173" y="4023045"/>
                    </a:cubicBezTo>
                    <a:cubicBezTo>
                      <a:pt x="4767291" y="4240600"/>
                      <a:pt x="4847160" y="4437875"/>
                      <a:pt x="4895562" y="4609416"/>
                    </a:cubicBezTo>
                    <a:cubicBezTo>
                      <a:pt x="4941450" y="4772061"/>
                      <a:pt x="4960330" y="4916102"/>
                      <a:pt x="4951683" y="5037554"/>
                    </a:cubicBezTo>
                    <a:cubicBezTo>
                      <a:pt x="4943510" y="5152103"/>
                      <a:pt x="4910639" y="5249812"/>
                      <a:pt x="4853929" y="5327944"/>
                    </a:cubicBezTo>
                    <a:cubicBezTo>
                      <a:pt x="4810915" y="5387222"/>
                      <a:pt x="4753097" y="5436744"/>
                      <a:pt x="4682102" y="5475131"/>
                    </a:cubicBezTo>
                    <a:cubicBezTo>
                      <a:pt x="4615363" y="5511208"/>
                      <a:pt x="4535041" y="5538505"/>
                      <a:pt x="4443355" y="5556250"/>
                    </a:cubicBezTo>
                    <a:cubicBezTo>
                      <a:pt x="4277232" y="5588412"/>
                      <a:pt x="4074503" y="5590902"/>
                      <a:pt x="3823599" y="5563922"/>
                    </a:cubicBezTo>
                    <a:cubicBezTo>
                      <a:pt x="3366593" y="5514762"/>
                      <a:pt x="2842282" y="5374773"/>
                      <a:pt x="2420976" y="5262306"/>
                    </a:cubicBezTo>
                    <a:cubicBezTo>
                      <a:pt x="2111619" y="5179716"/>
                      <a:pt x="1846295" y="5108895"/>
                      <a:pt x="1694186" y="5097080"/>
                    </a:cubicBezTo>
                    <a:cubicBezTo>
                      <a:pt x="1698170" y="5102445"/>
                      <a:pt x="1702109" y="5107763"/>
                      <a:pt x="1706026" y="5113037"/>
                    </a:cubicBezTo>
                    <a:cubicBezTo>
                      <a:pt x="1817634" y="5263460"/>
                      <a:pt x="1914029" y="5393355"/>
                      <a:pt x="1977463" y="5484591"/>
                    </a:cubicBezTo>
                    <a:cubicBezTo>
                      <a:pt x="2065799" y="5611657"/>
                      <a:pt x="2070757" y="5635965"/>
                      <a:pt x="2062946" y="5643276"/>
                    </a:cubicBezTo>
                    <a:cubicBezTo>
                      <a:pt x="2061611" y="5644521"/>
                      <a:pt x="2059800" y="5645381"/>
                      <a:pt x="2057038" y="5645381"/>
                    </a:cubicBezTo>
                    <a:close/>
                    <a:moveTo>
                      <a:pt x="1653413" y="5095315"/>
                    </a:moveTo>
                    <a:cubicBezTo>
                      <a:pt x="1604197" y="5095315"/>
                      <a:pt x="1572276" y="5104459"/>
                      <a:pt x="1561365" y="5125350"/>
                    </a:cubicBezTo>
                    <a:cubicBezTo>
                      <a:pt x="1547374" y="5152171"/>
                      <a:pt x="1567749" y="5197529"/>
                      <a:pt x="1623712" y="5264026"/>
                    </a:cubicBezTo>
                    <a:cubicBezTo>
                      <a:pt x="1682844" y="5334281"/>
                      <a:pt x="1780461" y="5426536"/>
                      <a:pt x="1922179" y="5546042"/>
                    </a:cubicBezTo>
                    <a:cubicBezTo>
                      <a:pt x="2025955" y="5633566"/>
                      <a:pt x="2054479" y="5645585"/>
                      <a:pt x="2060139" y="5640266"/>
                    </a:cubicBezTo>
                    <a:cubicBezTo>
                      <a:pt x="2068402" y="5632525"/>
                      <a:pt x="2039447" y="5580920"/>
                      <a:pt x="1974090" y="5486900"/>
                    </a:cubicBezTo>
                    <a:cubicBezTo>
                      <a:pt x="1910701" y="5395709"/>
                      <a:pt x="1814329" y="5265814"/>
                      <a:pt x="1702720" y="5115437"/>
                    </a:cubicBezTo>
                    <a:cubicBezTo>
                      <a:pt x="1698102" y="5109235"/>
                      <a:pt x="1693461" y="5102943"/>
                      <a:pt x="1688775" y="5096628"/>
                    </a:cubicBezTo>
                    <a:cubicBezTo>
                      <a:pt x="1676165" y="5095745"/>
                      <a:pt x="1664348" y="5095292"/>
                      <a:pt x="1653413" y="5095292"/>
                    </a:cubicBezTo>
                    <a:close/>
                    <a:moveTo>
                      <a:pt x="1691016" y="5092780"/>
                    </a:moveTo>
                    <a:cubicBezTo>
                      <a:pt x="1729638" y="5095496"/>
                      <a:pt x="1776771" y="5102196"/>
                      <a:pt x="1832892" y="5112833"/>
                    </a:cubicBezTo>
                    <a:cubicBezTo>
                      <a:pt x="1985002" y="5141646"/>
                      <a:pt x="2187527" y="5195718"/>
                      <a:pt x="2422040" y="5258323"/>
                    </a:cubicBezTo>
                    <a:cubicBezTo>
                      <a:pt x="2843187" y="5370767"/>
                      <a:pt x="3367340" y="5510688"/>
                      <a:pt x="3824029" y="5559826"/>
                    </a:cubicBezTo>
                    <a:cubicBezTo>
                      <a:pt x="4074548" y="5586783"/>
                      <a:pt x="4276870" y="5584293"/>
                      <a:pt x="4442585" y="5552221"/>
                    </a:cubicBezTo>
                    <a:cubicBezTo>
                      <a:pt x="4630599" y="5515826"/>
                      <a:pt x="4767879" y="5439573"/>
                      <a:pt x="4850624" y="5325545"/>
                    </a:cubicBezTo>
                    <a:cubicBezTo>
                      <a:pt x="4966601" y="5165728"/>
                      <a:pt x="4980411" y="4925155"/>
                      <a:pt x="4891645" y="4610547"/>
                    </a:cubicBezTo>
                    <a:cubicBezTo>
                      <a:pt x="4792556" y="4259341"/>
                      <a:pt x="4562660" y="3804970"/>
                      <a:pt x="4208365" y="3260042"/>
                    </a:cubicBezTo>
                    <a:cubicBezTo>
                      <a:pt x="3895182" y="2778352"/>
                      <a:pt x="4033934" y="1854740"/>
                      <a:pt x="4145430" y="1112605"/>
                    </a:cubicBezTo>
                    <a:cubicBezTo>
                      <a:pt x="4186609" y="838489"/>
                      <a:pt x="4225503" y="579582"/>
                      <a:pt x="4233993" y="385612"/>
                    </a:cubicBezTo>
                    <a:cubicBezTo>
                      <a:pt x="4243342" y="172063"/>
                      <a:pt x="4215406" y="55092"/>
                      <a:pt x="4146041" y="17452"/>
                    </a:cubicBezTo>
                    <a:cubicBezTo>
                      <a:pt x="4059290" y="-29626"/>
                      <a:pt x="3902336" y="49275"/>
                      <a:pt x="3666170" y="258614"/>
                    </a:cubicBezTo>
                    <a:cubicBezTo>
                      <a:pt x="3575729" y="338783"/>
                      <a:pt x="3465863" y="409830"/>
                      <a:pt x="3330280" y="475852"/>
                    </a:cubicBezTo>
                    <a:cubicBezTo>
                      <a:pt x="3209662" y="534564"/>
                      <a:pt x="3071407" y="587866"/>
                      <a:pt x="2907617" y="638814"/>
                    </a:cubicBezTo>
                    <a:cubicBezTo>
                      <a:pt x="2603625" y="733333"/>
                      <a:pt x="2257209" y="804583"/>
                      <a:pt x="1922179" y="873503"/>
                    </a:cubicBezTo>
                    <a:cubicBezTo>
                      <a:pt x="1448171" y="971009"/>
                      <a:pt x="958022" y="1071819"/>
                      <a:pt x="599449" y="1238403"/>
                    </a:cubicBezTo>
                    <a:cubicBezTo>
                      <a:pt x="193311" y="1427077"/>
                      <a:pt x="4143" y="1672109"/>
                      <a:pt x="4143" y="2009487"/>
                    </a:cubicBezTo>
                    <a:cubicBezTo>
                      <a:pt x="4143" y="2346864"/>
                      <a:pt x="215905" y="2883282"/>
                      <a:pt x="633542" y="3566411"/>
                    </a:cubicBezTo>
                    <a:cubicBezTo>
                      <a:pt x="979189" y="4131755"/>
                      <a:pt x="1404049" y="4706039"/>
                      <a:pt x="1691039" y="5092826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F101C07F-B571-6B79-0A57-E1C2D7E65E23}"/>
                  </a:ext>
                </a:extLst>
              </p:cNvPr>
              <p:cNvSpPr/>
              <p:nvPr/>
            </p:nvSpPr>
            <p:spPr>
              <a:xfrm>
                <a:off x="4162070" y="185926"/>
                <a:ext cx="4950595" cy="5610576"/>
              </a:xfrm>
              <a:custGeom>
                <a:avLst/>
                <a:gdLst>
                  <a:gd name="connsiteX0" fmla="*/ 2020386 w 4950595"/>
                  <a:gd name="connsiteY0" fmla="*/ 5610577 h 5610576"/>
                  <a:gd name="connsiteX1" fmla="*/ 1874299 w 4950595"/>
                  <a:gd name="connsiteY1" fmla="*/ 5483331 h 5610576"/>
                  <a:gd name="connsiteX2" fmla="*/ 1583618 w 4950595"/>
                  <a:gd name="connsiteY2" fmla="*/ 5151951 h 5610576"/>
                  <a:gd name="connsiteX3" fmla="*/ 1535579 w 4950595"/>
                  <a:gd name="connsiteY3" fmla="*/ 4980048 h 5610576"/>
                  <a:gd name="connsiteX4" fmla="*/ 1572276 w 4950595"/>
                  <a:gd name="connsiteY4" fmla="*/ 4950353 h 5610576"/>
                  <a:gd name="connsiteX5" fmla="*/ 0 w 4950595"/>
                  <a:gd name="connsiteY5" fmla="*/ 1921313 h 5610576"/>
                  <a:gd name="connsiteX6" fmla="*/ 45730 w 4950595"/>
                  <a:gd name="connsiteY6" fmla="*/ 1659192 h 5610576"/>
                  <a:gd name="connsiteX7" fmla="*/ 174952 w 4950595"/>
                  <a:gd name="connsiteY7" fmla="*/ 1443108 h 5610576"/>
                  <a:gd name="connsiteX8" fmla="*/ 635421 w 4950595"/>
                  <a:gd name="connsiteY8" fmla="*/ 1123227 h 5610576"/>
                  <a:gd name="connsiteX9" fmla="*/ 2029668 w 4950595"/>
                  <a:gd name="connsiteY9" fmla="*/ 747101 h 5610576"/>
                  <a:gd name="connsiteX10" fmla="*/ 3691163 w 4950595"/>
                  <a:gd name="connsiteY10" fmla="*/ 219238 h 5610576"/>
                  <a:gd name="connsiteX11" fmla="*/ 4036561 w 4950595"/>
                  <a:gd name="connsiteY11" fmla="*/ 22869 h 5610576"/>
                  <a:gd name="connsiteX12" fmla="*/ 4233698 w 4950595"/>
                  <a:gd name="connsiteY12" fmla="*/ 22642 h 5610576"/>
                  <a:gd name="connsiteX13" fmla="*/ 4307002 w 4950595"/>
                  <a:gd name="connsiteY13" fmla="*/ 408410 h 5610576"/>
                  <a:gd name="connsiteX14" fmla="*/ 4172959 w 4950595"/>
                  <a:gd name="connsiteY14" fmla="*/ 1124879 h 5610576"/>
                  <a:gd name="connsiteX15" fmla="*/ 4137053 w 4950595"/>
                  <a:gd name="connsiteY15" fmla="*/ 3221639 h 5610576"/>
                  <a:gd name="connsiteX16" fmla="*/ 4614435 w 4950595"/>
                  <a:gd name="connsiteY16" fmla="*/ 3999467 h 5610576"/>
                  <a:gd name="connsiteX17" fmla="*/ 4876070 w 4950595"/>
                  <a:gd name="connsiteY17" fmla="*/ 4588645 h 5610576"/>
                  <a:gd name="connsiteX18" fmla="*/ 4950279 w 4950595"/>
                  <a:gd name="connsiteY18" fmla="*/ 5011532 h 5610576"/>
                  <a:gd name="connsiteX19" fmla="*/ 4865090 w 4950595"/>
                  <a:gd name="connsiteY19" fmla="*/ 5290379 h 5610576"/>
                  <a:gd name="connsiteX20" fmla="*/ 3923141 w 4950595"/>
                  <a:gd name="connsiteY20" fmla="*/ 5476405 h 5610576"/>
                  <a:gd name="connsiteX21" fmla="*/ 2576300 w 4950595"/>
                  <a:gd name="connsiteY21" fmla="*/ 5152857 h 5610576"/>
                  <a:gd name="connsiteX22" fmla="*/ 1879234 w 4950595"/>
                  <a:gd name="connsiteY22" fmla="*/ 4967917 h 5610576"/>
                  <a:gd name="connsiteX23" fmla="*/ 1578706 w 4950595"/>
                  <a:gd name="connsiteY23" fmla="*/ 4952119 h 5610576"/>
                  <a:gd name="connsiteX24" fmla="*/ 1733939 w 4950595"/>
                  <a:gd name="connsiteY24" fmla="*/ 5170058 h 5610576"/>
                  <a:gd name="connsiteX25" fmla="*/ 1953534 w 4950595"/>
                  <a:gd name="connsiteY25" fmla="*/ 5481407 h 5610576"/>
                  <a:gd name="connsiteX26" fmla="*/ 2023804 w 4950595"/>
                  <a:gd name="connsiteY26" fmla="*/ 5609355 h 5610576"/>
                  <a:gd name="connsiteX27" fmla="*/ 2020454 w 4950595"/>
                  <a:gd name="connsiteY27" fmla="*/ 5610532 h 5610576"/>
                  <a:gd name="connsiteX28" fmla="*/ 1574654 w 4950595"/>
                  <a:gd name="connsiteY28" fmla="*/ 4953703 h 5610576"/>
                  <a:gd name="connsiteX29" fmla="*/ 1539179 w 4950595"/>
                  <a:gd name="connsiteY29" fmla="*/ 4982154 h 5610576"/>
                  <a:gd name="connsiteX30" fmla="*/ 1877242 w 4950595"/>
                  <a:gd name="connsiteY30" fmla="*/ 5480343 h 5610576"/>
                  <a:gd name="connsiteX31" fmla="*/ 1982964 w 4950595"/>
                  <a:gd name="connsiteY31" fmla="*/ 5580474 h 5610576"/>
                  <a:gd name="connsiteX32" fmla="*/ 2021020 w 4950595"/>
                  <a:gd name="connsiteY32" fmla="*/ 5606186 h 5610576"/>
                  <a:gd name="connsiteX33" fmla="*/ 2006893 w 4950595"/>
                  <a:gd name="connsiteY33" fmla="*/ 5572327 h 5610576"/>
                  <a:gd name="connsiteX34" fmla="*/ 1950025 w 4950595"/>
                  <a:gd name="connsiteY34" fmla="*/ 5483761 h 5610576"/>
                  <a:gd name="connsiteX35" fmla="*/ 1730498 w 4950595"/>
                  <a:gd name="connsiteY35" fmla="*/ 5172480 h 5610576"/>
                  <a:gd name="connsiteX36" fmla="*/ 1574654 w 4950595"/>
                  <a:gd name="connsiteY36" fmla="*/ 4953680 h 5610576"/>
                  <a:gd name="connsiteX37" fmla="*/ 1663306 w 4950595"/>
                  <a:gd name="connsiteY37" fmla="*/ 4936524 h 5610576"/>
                  <a:gd name="connsiteX38" fmla="*/ 2577432 w 4950595"/>
                  <a:gd name="connsiteY38" fmla="*/ 5148873 h 5610576"/>
                  <a:gd name="connsiteX39" fmla="*/ 3923684 w 4950595"/>
                  <a:gd name="connsiteY39" fmla="*/ 5472285 h 5610576"/>
                  <a:gd name="connsiteX40" fmla="*/ 4861694 w 4950595"/>
                  <a:gd name="connsiteY40" fmla="*/ 5287934 h 5610576"/>
                  <a:gd name="connsiteX41" fmla="*/ 4872063 w 4950595"/>
                  <a:gd name="connsiteY41" fmla="*/ 4589958 h 5610576"/>
                  <a:gd name="connsiteX42" fmla="*/ 4133567 w 4950595"/>
                  <a:gd name="connsiteY42" fmla="*/ 3223993 h 5610576"/>
                  <a:gd name="connsiteX43" fmla="*/ 3971701 w 4950595"/>
                  <a:gd name="connsiteY43" fmla="*/ 2269441 h 5610576"/>
                  <a:gd name="connsiteX44" fmla="*/ 4168861 w 4950595"/>
                  <a:gd name="connsiteY44" fmla="*/ 1123996 h 5610576"/>
                  <a:gd name="connsiteX45" fmla="*/ 4302814 w 4950595"/>
                  <a:gd name="connsiteY45" fmla="*/ 408003 h 5610576"/>
                  <a:gd name="connsiteX46" fmla="*/ 4231367 w 4950595"/>
                  <a:gd name="connsiteY46" fmla="*/ 26150 h 5610576"/>
                  <a:gd name="connsiteX47" fmla="*/ 3693540 w 4950595"/>
                  <a:gd name="connsiteY47" fmla="*/ 222656 h 5610576"/>
                  <a:gd name="connsiteX48" fmla="*/ 2959188 w 4950595"/>
                  <a:gd name="connsiteY48" fmla="*/ 540093 h 5610576"/>
                  <a:gd name="connsiteX49" fmla="*/ 2030460 w 4950595"/>
                  <a:gd name="connsiteY49" fmla="*/ 751197 h 5610576"/>
                  <a:gd name="connsiteX50" fmla="*/ 637097 w 4950595"/>
                  <a:gd name="connsiteY50" fmla="*/ 1127029 h 5610576"/>
                  <a:gd name="connsiteX51" fmla="*/ 4143 w 4950595"/>
                  <a:gd name="connsiteY51" fmla="*/ 1921290 h 5610576"/>
                  <a:gd name="connsiteX52" fmla="*/ 1576238 w 4950595"/>
                  <a:gd name="connsiteY52" fmla="*/ 4948746 h 5610576"/>
                  <a:gd name="connsiteX53" fmla="*/ 1663284 w 4950595"/>
                  <a:gd name="connsiteY53" fmla="*/ 4936524 h 5610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950595" h="5610576">
                    <a:moveTo>
                      <a:pt x="2020386" y="5610577"/>
                    </a:moveTo>
                    <a:cubicBezTo>
                      <a:pt x="2011081" y="5610577"/>
                      <a:pt x="1983417" y="5591655"/>
                      <a:pt x="1874299" y="5483331"/>
                    </a:cubicBezTo>
                    <a:cubicBezTo>
                      <a:pt x="1734279" y="5344337"/>
                      <a:pt x="1639196" y="5235945"/>
                      <a:pt x="1583618" y="5151951"/>
                    </a:cubicBezTo>
                    <a:cubicBezTo>
                      <a:pt x="1530486" y="5071669"/>
                      <a:pt x="1514774" y="5015448"/>
                      <a:pt x="1535579" y="4980048"/>
                    </a:cubicBezTo>
                    <a:cubicBezTo>
                      <a:pt x="1543163" y="4967147"/>
                      <a:pt x="1555524" y="4957347"/>
                      <a:pt x="1572276" y="4950353"/>
                    </a:cubicBezTo>
                    <a:cubicBezTo>
                      <a:pt x="975363" y="4108539"/>
                      <a:pt x="0" y="2676869"/>
                      <a:pt x="0" y="1921313"/>
                    </a:cubicBezTo>
                    <a:cubicBezTo>
                      <a:pt x="0" y="1828107"/>
                      <a:pt x="15394" y="1739926"/>
                      <a:pt x="45730" y="1659192"/>
                    </a:cubicBezTo>
                    <a:cubicBezTo>
                      <a:pt x="74662" y="1582238"/>
                      <a:pt x="118128" y="1509561"/>
                      <a:pt x="174952" y="1443108"/>
                    </a:cubicBezTo>
                    <a:cubicBezTo>
                      <a:pt x="279723" y="1320615"/>
                      <a:pt x="430338" y="1215980"/>
                      <a:pt x="635421" y="1123227"/>
                    </a:cubicBezTo>
                    <a:cubicBezTo>
                      <a:pt x="1016022" y="951075"/>
                      <a:pt x="1531323" y="847368"/>
                      <a:pt x="2029668" y="747101"/>
                    </a:cubicBezTo>
                    <a:cubicBezTo>
                      <a:pt x="2659271" y="620397"/>
                      <a:pt x="3310313" y="489394"/>
                      <a:pt x="3691163" y="219238"/>
                    </a:cubicBezTo>
                    <a:cubicBezTo>
                      <a:pt x="3832473" y="119016"/>
                      <a:pt x="3945463" y="54782"/>
                      <a:pt x="4036561" y="22869"/>
                    </a:cubicBezTo>
                    <a:cubicBezTo>
                      <a:pt x="4123425" y="-7551"/>
                      <a:pt x="4187922" y="-7619"/>
                      <a:pt x="4233698" y="22642"/>
                    </a:cubicBezTo>
                    <a:cubicBezTo>
                      <a:pt x="4305915" y="70399"/>
                      <a:pt x="4329211" y="192983"/>
                      <a:pt x="4307002" y="408410"/>
                    </a:cubicBezTo>
                    <a:cubicBezTo>
                      <a:pt x="4286989" y="602358"/>
                      <a:pt x="4231615" y="856172"/>
                      <a:pt x="4172959" y="1124879"/>
                    </a:cubicBezTo>
                    <a:cubicBezTo>
                      <a:pt x="4014941" y="1848998"/>
                      <a:pt x="3818256" y="2750203"/>
                      <a:pt x="4137053" y="3221639"/>
                    </a:cubicBezTo>
                    <a:cubicBezTo>
                      <a:pt x="4329957" y="3506914"/>
                      <a:pt x="4490579" y="3768604"/>
                      <a:pt x="4614435" y="3999467"/>
                    </a:cubicBezTo>
                    <a:cubicBezTo>
                      <a:pt x="4732495" y="4219490"/>
                      <a:pt x="4820515" y="4417715"/>
                      <a:pt x="4876070" y="4588645"/>
                    </a:cubicBezTo>
                    <a:cubicBezTo>
                      <a:pt x="4928772" y="4750815"/>
                      <a:pt x="4953743" y="4893113"/>
                      <a:pt x="4950279" y="5011532"/>
                    </a:cubicBezTo>
                    <a:cubicBezTo>
                      <a:pt x="4947019" y="5123297"/>
                      <a:pt x="4918359" y="5217113"/>
                      <a:pt x="4865090" y="5290379"/>
                    </a:cubicBezTo>
                    <a:cubicBezTo>
                      <a:pt x="4725387" y="5482448"/>
                      <a:pt x="4417275" y="5543310"/>
                      <a:pt x="3923141" y="5476405"/>
                    </a:cubicBezTo>
                    <a:cubicBezTo>
                      <a:pt x="3497512" y="5418780"/>
                      <a:pt x="3008110" y="5277523"/>
                      <a:pt x="2576300" y="5152857"/>
                    </a:cubicBezTo>
                    <a:cubicBezTo>
                      <a:pt x="2312583" y="5076739"/>
                      <a:pt x="2063467" y="5004832"/>
                      <a:pt x="1879234" y="4967917"/>
                    </a:cubicBezTo>
                    <a:cubicBezTo>
                      <a:pt x="1729660" y="4937950"/>
                      <a:pt x="1631612" y="4932608"/>
                      <a:pt x="1578706" y="4952119"/>
                    </a:cubicBezTo>
                    <a:cubicBezTo>
                      <a:pt x="1634125" y="5030250"/>
                      <a:pt x="1686194" y="5103199"/>
                      <a:pt x="1733939" y="5170058"/>
                    </a:cubicBezTo>
                    <a:cubicBezTo>
                      <a:pt x="1828093" y="5301944"/>
                      <a:pt x="1902461" y="5406127"/>
                      <a:pt x="1953534" y="5481407"/>
                    </a:cubicBezTo>
                    <a:cubicBezTo>
                      <a:pt x="2028037" y="5591248"/>
                      <a:pt x="2028875" y="5605055"/>
                      <a:pt x="2023804" y="5609355"/>
                    </a:cubicBezTo>
                    <a:cubicBezTo>
                      <a:pt x="2022989" y="5610057"/>
                      <a:pt x="2021970" y="5610532"/>
                      <a:pt x="2020454" y="5610532"/>
                    </a:cubicBezTo>
                    <a:close/>
                    <a:moveTo>
                      <a:pt x="1574654" y="4953703"/>
                    </a:moveTo>
                    <a:cubicBezTo>
                      <a:pt x="1558082" y="4960516"/>
                      <a:pt x="1546333" y="4969999"/>
                      <a:pt x="1539179" y="4982154"/>
                    </a:cubicBezTo>
                    <a:cubicBezTo>
                      <a:pt x="1498565" y="5051231"/>
                      <a:pt x="1609132" y="5214194"/>
                      <a:pt x="1877242" y="5480343"/>
                    </a:cubicBezTo>
                    <a:cubicBezTo>
                      <a:pt x="1924353" y="5527127"/>
                      <a:pt x="1958945" y="5559878"/>
                      <a:pt x="1982964" y="5580474"/>
                    </a:cubicBezTo>
                    <a:cubicBezTo>
                      <a:pt x="2016017" y="5608834"/>
                      <a:pt x="2020612" y="5606548"/>
                      <a:pt x="2021020" y="5606186"/>
                    </a:cubicBezTo>
                    <a:cubicBezTo>
                      <a:pt x="2021382" y="5605869"/>
                      <a:pt x="2024053" y="5602339"/>
                      <a:pt x="2006893" y="5572327"/>
                    </a:cubicBezTo>
                    <a:cubicBezTo>
                      <a:pt x="1995370" y="5552160"/>
                      <a:pt x="1976761" y="5523188"/>
                      <a:pt x="1950025" y="5483761"/>
                    </a:cubicBezTo>
                    <a:cubicBezTo>
                      <a:pt x="1898975" y="5408504"/>
                      <a:pt x="1824629" y="5304344"/>
                      <a:pt x="1730498" y="5172480"/>
                    </a:cubicBezTo>
                    <a:cubicBezTo>
                      <a:pt x="1682595" y="5105394"/>
                      <a:pt x="1630277" y="5032106"/>
                      <a:pt x="1574654" y="4953680"/>
                    </a:cubicBezTo>
                    <a:close/>
                    <a:moveTo>
                      <a:pt x="1663306" y="4936524"/>
                    </a:moveTo>
                    <a:cubicBezTo>
                      <a:pt x="1841790" y="4936524"/>
                      <a:pt x="2178992" y="5033849"/>
                      <a:pt x="2577432" y="5148873"/>
                    </a:cubicBezTo>
                    <a:cubicBezTo>
                      <a:pt x="3009106" y="5273472"/>
                      <a:pt x="3498372" y="5414705"/>
                      <a:pt x="3923684" y="5472285"/>
                    </a:cubicBezTo>
                    <a:cubicBezTo>
                      <a:pt x="4416166" y="5538965"/>
                      <a:pt x="4722987" y="5478645"/>
                      <a:pt x="4861694" y="5287934"/>
                    </a:cubicBezTo>
                    <a:cubicBezTo>
                      <a:pt x="4970473" y="5138371"/>
                      <a:pt x="4973959" y="4903524"/>
                      <a:pt x="4872063" y="4589958"/>
                    </a:cubicBezTo>
                    <a:cubicBezTo>
                      <a:pt x="4758416" y="4240199"/>
                      <a:pt x="4509957" y="3780623"/>
                      <a:pt x="4133567" y="3223993"/>
                    </a:cubicBezTo>
                    <a:cubicBezTo>
                      <a:pt x="3991261" y="3013545"/>
                      <a:pt x="3938331" y="2701314"/>
                      <a:pt x="3971701" y="2269441"/>
                    </a:cubicBezTo>
                    <a:cubicBezTo>
                      <a:pt x="4000656" y="1894741"/>
                      <a:pt x="4090010" y="1485275"/>
                      <a:pt x="4168861" y="1123996"/>
                    </a:cubicBezTo>
                    <a:cubicBezTo>
                      <a:pt x="4227473" y="855403"/>
                      <a:pt x="4282847" y="601702"/>
                      <a:pt x="4302814" y="408003"/>
                    </a:cubicBezTo>
                    <a:cubicBezTo>
                      <a:pt x="4324864" y="194296"/>
                      <a:pt x="4302158" y="72957"/>
                      <a:pt x="4231367" y="26150"/>
                    </a:cubicBezTo>
                    <a:cubicBezTo>
                      <a:pt x="4140540" y="-33897"/>
                      <a:pt x="3964615" y="30383"/>
                      <a:pt x="3693540" y="222656"/>
                    </a:cubicBezTo>
                    <a:cubicBezTo>
                      <a:pt x="3522324" y="344108"/>
                      <a:pt x="3282105" y="447929"/>
                      <a:pt x="2959188" y="540093"/>
                    </a:cubicBezTo>
                    <a:cubicBezTo>
                      <a:pt x="2671315" y="622231"/>
                      <a:pt x="2345522" y="687800"/>
                      <a:pt x="2030460" y="751197"/>
                    </a:cubicBezTo>
                    <a:cubicBezTo>
                      <a:pt x="1532342" y="851442"/>
                      <a:pt x="1017290" y="955081"/>
                      <a:pt x="637097" y="1127029"/>
                    </a:cubicBezTo>
                    <a:cubicBezTo>
                      <a:pt x="211173" y="1319664"/>
                      <a:pt x="4143" y="1579476"/>
                      <a:pt x="4143" y="1921290"/>
                    </a:cubicBezTo>
                    <a:cubicBezTo>
                      <a:pt x="4143" y="2675851"/>
                      <a:pt x="979642" y="4107408"/>
                      <a:pt x="1576238" y="4948746"/>
                    </a:cubicBezTo>
                    <a:cubicBezTo>
                      <a:pt x="1598424" y="4940372"/>
                      <a:pt x="1627696" y="4936524"/>
                      <a:pt x="1663284" y="4936524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800B1C7C-6FD0-5983-2700-F80D4A343D1F}"/>
                  </a:ext>
                </a:extLst>
              </p:cNvPr>
              <p:cNvSpPr/>
              <p:nvPr/>
            </p:nvSpPr>
            <p:spPr>
              <a:xfrm>
                <a:off x="4207121" y="226350"/>
                <a:ext cx="4950534" cy="5576105"/>
              </a:xfrm>
              <a:custGeom>
                <a:avLst/>
                <a:gdLst>
                  <a:gd name="connsiteX0" fmla="*/ 1985047 w 4950534"/>
                  <a:gd name="connsiteY0" fmla="*/ 5576106 h 5576105"/>
                  <a:gd name="connsiteX1" fmla="*/ 1829112 w 4950534"/>
                  <a:gd name="connsiteY1" fmla="*/ 5413144 h 5576105"/>
                  <a:gd name="connsiteX2" fmla="*/ 1547012 w 4950534"/>
                  <a:gd name="connsiteY2" fmla="*/ 5035795 h 5576105"/>
                  <a:gd name="connsiteX3" fmla="*/ 1504406 w 4950534"/>
                  <a:gd name="connsiteY3" fmla="*/ 4858823 h 5576105"/>
                  <a:gd name="connsiteX4" fmla="*/ 687988 w 4950534"/>
                  <a:gd name="connsiteY4" fmla="*/ 3569157 h 5576105"/>
                  <a:gd name="connsiteX5" fmla="*/ 202955 w 4950534"/>
                  <a:gd name="connsiteY5" fmla="*/ 2613201 h 5576105"/>
                  <a:gd name="connsiteX6" fmla="*/ 0 w 4950534"/>
                  <a:gd name="connsiteY6" fmla="*/ 1828786 h 5576105"/>
                  <a:gd name="connsiteX7" fmla="*/ 48537 w 4950534"/>
                  <a:gd name="connsiteY7" fmla="*/ 1559106 h 5576105"/>
                  <a:gd name="connsiteX8" fmla="*/ 185546 w 4950534"/>
                  <a:gd name="connsiteY8" fmla="*/ 1336979 h 5576105"/>
                  <a:gd name="connsiteX9" fmla="*/ 672730 w 4950534"/>
                  <a:gd name="connsiteY9" fmla="*/ 1008859 h 5576105"/>
                  <a:gd name="connsiteX10" fmla="*/ 2138899 w 4950534"/>
                  <a:gd name="connsiteY10" fmla="*/ 626758 h 5576105"/>
                  <a:gd name="connsiteX11" fmla="*/ 3718895 w 4950534"/>
                  <a:gd name="connsiteY11" fmla="*/ 178588 h 5576105"/>
                  <a:gd name="connsiteX12" fmla="*/ 4104476 w 4950534"/>
                  <a:gd name="connsiteY12" fmla="*/ 12050 h 5576105"/>
                  <a:gd name="connsiteX13" fmla="*/ 4316148 w 4950534"/>
                  <a:gd name="connsiteY13" fmla="*/ 35204 h 5576105"/>
                  <a:gd name="connsiteX14" fmla="*/ 4371047 w 4950534"/>
                  <a:gd name="connsiteY14" fmla="*/ 436250 h 5576105"/>
                  <a:gd name="connsiteX15" fmla="*/ 4191839 w 4950534"/>
                  <a:gd name="connsiteY15" fmla="*/ 1142172 h 5576105"/>
                  <a:gd name="connsiteX16" fmla="*/ 3928393 w 4950534"/>
                  <a:gd name="connsiteY16" fmla="*/ 2255522 h 5576105"/>
                  <a:gd name="connsiteX17" fmla="*/ 4062256 w 4950534"/>
                  <a:gd name="connsiteY17" fmla="*/ 3181125 h 5576105"/>
                  <a:gd name="connsiteX18" fmla="*/ 4571761 w 4950534"/>
                  <a:gd name="connsiteY18" fmla="*/ 3971628 h 5576105"/>
                  <a:gd name="connsiteX19" fmla="*/ 4858117 w 4950534"/>
                  <a:gd name="connsiteY19" fmla="*/ 4563929 h 5576105"/>
                  <a:gd name="connsiteX20" fmla="*/ 4950460 w 4950534"/>
                  <a:gd name="connsiteY20" fmla="*/ 4982018 h 5576105"/>
                  <a:gd name="connsiteX21" fmla="*/ 4877473 w 4950534"/>
                  <a:gd name="connsiteY21" fmla="*/ 5249910 h 5576105"/>
                  <a:gd name="connsiteX22" fmla="*/ 4010028 w 4950534"/>
                  <a:gd name="connsiteY22" fmla="*/ 5392208 h 5576105"/>
                  <a:gd name="connsiteX23" fmla="*/ 2716683 w 4950534"/>
                  <a:gd name="connsiteY23" fmla="*/ 5048357 h 5576105"/>
                  <a:gd name="connsiteX24" fmla="*/ 1517830 w 4950534"/>
                  <a:gd name="connsiteY24" fmla="*/ 4839901 h 5576105"/>
                  <a:gd name="connsiteX25" fmla="*/ 1509092 w 4950534"/>
                  <a:gd name="connsiteY25" fmla="*/ 4858189 h 5576105"/>
                  <a:gd name="connsiteX26" fmla="*/ 1767014 w 4950534"/>
                  <a:gd name="connsiteY26" fmla="*/ 5235357 h 5576105"/>
                  <a:gd name="connsiteX27" fmla="*/ 1932978 w 4950534"/>
                  <a:gd name="connsiteY27" fmla="*/ 5478669 h 5576105"/>
                  <a:gd name="connsiteX28" fmla="*/ 1986813 w 4950534"/>
                  <a:gd name="connsiteY28" fmla="*/ 5575473 h 5576105"/>
                  <a:gd name="connsiteX29" fmla="*/ 1985001 w 4950534"/>
                  <a:gd name="connsiteY29" fmla="*/ 5576083 h 5576105"/>
                  <a:gd name="connsiteX30" fmla="*/ 1507553 w 4950534"/>
                  <a:gd name="connsiteY30" fmla="*/ 4863486 h 5576105"/>
                  <a:gd name="connsiteX31" fmla="*/ 1832281 w 4950534"/>
                  <a:gd name="connsiteY31" fmla="*/ 5410314 h 5576105"/>
                  <a:gd name="connsiteX32" fmla="*/ 1983869 w 4950534"/>
                  <a:gd name="connsiteY32" fmla="*/ 5571670 h 5576105"/>
                  <a:gd name="connsiteX33" fmla="*/ 1763528 w 4950534"/>
                  <a:gd name="connsiteY33" fmla="*/ 5237778 h 5576105"/>
                  <a:gd name="connsiteX34" fmla="*/ 1507530 w 4950534"/>
                  <a:gd name="connsiteY34" fmla="*/ 4863463 h 5576105"/>
                  <a:gd name="connsiteX35" fmla="*/ 1669125 w 4950534"/>
                  <a:gd name="connsiteY35" fmla="*/ 4784245 h 5576105"/>
                  <a:gd name="connsiteX36" fmla="*/ 1925507 w 4950534"/>
                  <a:gd name="connsiteY36" fmla="*/ 4818444 h 5576105"/>
                  <a:gd name="connsiteX37" fmla="*/ 2717996 w 4950534"/>
                  <a:gd name="connsiteY37" fmla="*/ 5044306 h 5576105"/>
                  <a:gd name="connsiteX38" fmla="*/ 4010753 w 4950534"/>
                  <a:gd name="connsiteY38" fmla="*/ 5388021 h 5576105"/>
                  <a:gd name="connsiteX39" fmla="*/ 4874077 w 4950534"/>
                  <a:gd name="connsiteY39" fmla="*/ 5247420 h 5576105"/>
                  <a:gd name="connsiteX40" fmla="*/ 4946249 w 4950534"/>
                  <a:gd name="connsiteY40" fmla="*/ 4982108 h 5576105"/>
                  <a:gd name="connsiteX41" fmla="*/ 4854156 w 4950534"/>
                  <a:gd name="connsiteY41" fmla="*/ 4565423 h 5576105"/>
                  <a:gd name="connsiteX42" fmla="*/ 4058814 w 4950534"/>
                  <a:gd name="connsiteY42" fmla="*/ 3183592 h 5576105"/>
                  <a:gd name="connsiteX43" fmla="*/ 3924205 w 4950534"/>
                  <a:gd name="connsiteY43" fmla="*/ 2255001 h 5576105"/>
                  <a:gd name="connsiteX44" fmla="*/ 4187787 w 4950534"/>
                  <a:gd name="connsiteY44" fmla="*/ 1141017 h 5576105"/>
                  <a:gd name="connsiteX45" fmla="*/ 4366881 w 4950534"/>
                  <a:gd name="connsiteY45" fmla="*/ 435594 h 5576105"/>
                  <a:gd name="connsiteX46" fmla="*/ 4313545 w 4950534"/>
                  <a:gd name="connsiteY46" fmla="*/ 38577 h 5576105"/>
                  <a:gd name="connsiteX47" fmla="*/ 3721001 w 4950534"/>
                  <a:gd name="connsiteY47" fmla="*/ 182323 h 5576105"/>
                  <a:gd name="connsiteX48" fmla="*/ 3009332 w 4950534"/>
                  <a:gd name="connsiteY48" fmla="*/ 444851 h 5576105"/>
                  <a:gd name="connsiteX49" fmla="*/ 2139714 w 4950534"/>
                  <a:gd name="connsiteY49" fmla="*/ 630968 h 5576105"/>
                  <a:gd name="connsiteX50" fmla="*/ 674428 w 4950534"/>
                  <a:gd name="connsiteY50" fmla="*/ 1012797 h 5576105"/>
                  <a:gd name="connsiteX51" fmla="*/ 4233 w 4950534"/>
                  <a:gd name="connsiteY51" fmla="*/ 1828809 h 5576105"/>
                  <a:gd name="connsiteX52" fmla="*/ 691656 w 4950534"/>
                  <a:gd name="connsiteY52" fmla="*/ 3567052 h 5576105"/>
                  <a:gd name="connsiteX53" fmla="*/ 1506126 w 4950534"/>
                  <a:gd name="connsiteY53" fmla="*/ 4853798 h 5576105"/>
                  <a:gd name="connsiteX54" fmla="*/ 1514299 w 4950534"/>
                  <a:gd name="connsiteY54" fmla="*/ 4837615 h 5576105"/>
                  <a:gd name="connsiteX55" fmla="*/ 1669125 w 4950534"/>
                  <a:gd name="connsiteY55" fmla="*/ 4784268 h 5576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4950534" h="5576105">
                    <a:moveTo>
                      <a:pt x="1985047" y="5576106"/>
                    </a:moveTo>
                    <a:cubicBezTo>
                      <a:pt x="1977870" y="5576106"/>
                      <a:pt x="1953443" y="5554649"/>
                      <a:pt x="1829112" y="5413144"/>
                    </a:cubicBezTo>
                    <a:cubicBezTo>
                      <a:pt x="1690880" y="5255795"/>
                      <a:pt x="1598605" y="5132351"/>
                      <a:pt x="1547012" y="5035795"/>
                    </a:cubicBezTo>
                    <a:cubicBezTo>
                      <a:pt x="1505651" y="4958366"/>
                      <a:pt x="1491570" y="4900129"/>
                      <a:pt x="1504406" y="4858823"/>
                    </a:cubicBezTo>
                    <a:cubicBezTo>
                      <a:pt x="1259026" y="4496186"/>
                      <a:pt x="957682" y="4036836"/>
                      <a:pt x="687988" y="3569157"/>
                    </a:cubicBezTo>
                    <a:cubicBezTo>
                      <a:pt x="479668" y="3207923"/>
                      <a:pt x="316488" y="2886299"/>
                      <a:pt x="202955" y="2613201"/>
                    </a:cubicBezTo>
                    <a:cubicBezTo>
                      <a:pt x="68278" y="2289291"/>
                      <a:pt x="0" y="2025382"/>
                      <a:pt x="0" y="1828786"/>
                    </a:cubicBezTo>
                    <a:cubicBezTo>
                      <a:pt x="0" y="1732910"/>
                      <a:pt x="16322" y="1642172"/>
                      <a:pt x="48537" y="1559106"/>
                    </a:cubicBezTo>
                    <a:cubicBezTo>
                      <a:pt x="79213" y="1480002"/>
                      <a:pt x="125305" y="1405265"/>
                      <a:pt x="185546" y="1336979"/>
                    </a:cubicBezTo>
                    <a:cubicBezTo>
                      <a:pt x="296498" y="1211204"/>
                      <a:pt x="455874" y="1103875"/>
                      <a:pt x="672730" y="1008859"/>
                    </a:cubicBezTo>
                    <a:cubicBezTo>
                      <a:pt x="1074860" y="832679"/>
                      <a:pt x="1615788" y="727998"/>
                      <a:pt x="2138899" y="626758"/>
                    </a:cubicBezTo>
                    <a:cubicBezTo>
                      <a:pt x="2724991" y="513318"/>
                      <a:pt x="3331005" y="396030"/>
                      <a:pt x="3718895" y="178588"/>
                    </a:cubicBezTo>
                    <a:cubicBezTo>
                      <a:pt x="3878045" y="89367"/>
                      <a:pt x="4004165" y="34910"/>
                      <a:pt x="4104476" y="12050"/>
                    </a:cubicBezTo>
                    <a:cubicBezTo>
                      <a:pt x="4199831" y="-9656"/>
                      <a:pt x="4269082" y="-2096"/>
                      <a:pt x="4316148" y="35204"/>
                    </a:cubicBezTo>
                    <a:cubicBezTo>
                      <a:pt x="4388909" y="92852"/>
                      <a:pt x="4406363" y="220280"/>
                      <a:pt x="4371047" y="436250"/>
                    </a:cubicBezTo>
                    <a:cubicBezTo>
                      <a:pt x="4339307" y="630289"/>
                      <a:pt x="4267679" y="878919"/>
                      <a:pt x="4191839" y="1142172"/>
                    </a:cubicBezTo>
                    <a:cubicBezTo>
                      <a:pt x="4090554" y="1493785"/>
                      <a:pt x="3975731" y="1892319"/>
                      <a:pt x="3928393" y="2255522"/>
                    </a:cubicBezTo>
                    <a:cubicBezTo>
                      <a:pt x="3874015" y="2672818"/>
                      <a:pt x="3917798" y="2975566"/>
                      <a:pt x="4062256" y="3181125"/>
                    </a:cubicBezTo>
                    <a:cubicBezTo>
                      <a:pt x="4266931" y="3472353"/>
                      <a:pt x="4438351" y="3738321"/>
                      <a:pt x="4571761" y="3971628"/>
                    </a:cubicBezTo>
                    <a:cubicBezTo>
                      <a:pt x="4699013" y="4194185"/>
                      <a:pt x="4795363" y="4393452"/>
                      <a:pt x="4858117" y="4563929"/>
                    </a:cubicBezTo>
                    <a:cubicBezTo>
                      <a:pt x="4917702" y="4725759"/>
                      <a:pt x="4948785" y="4866428"/>
                      <a:pt x="4950460" y="4982018"/>
                    </a:cubicBezTo>
                    <a:cubicBezTo>
                      <a:pt x="4952068" y="5091180"/>
                      <a:pt x="4927505" y="5181307"/>
                      <a:pt x="4877473" y="5249910"/>
                    </a:cubicBezTo>
                    <a:cubicBezTo>
                      <a:pt x="4752734" y="5420930"/>
                      <a:pt x="4468981" y="5467487"/>
                      <a:pt x="4010028" y="5392208"/>
                    </a:cubicBezTo>
                    <a:cubicBezTo>
                      <a:pt x="3611317" y="5326819"/>
                      <a:pt x="3136018" y="5178885"/>
                      <a:pt x="2716683" y="5048357"/>
                    </a:cubicBezTo>
                    <a:cubicBezTo>
                      <a:pt x="2121150" y="4862988"/>
                      <a:pt x="1606823" y="4702900"/>
                      <a:pt x="1517830" y="4839901"/>
                    </a:cubicBezTo>
                    <a:cubicBezTo>
                      <a:pt x="1514186" y="4845515"/>
                      <a:pt x="1511265" y="4851603"/>
                      <a:pt x="1509092" y="4858189"/>
                    </a:cubicBezTo>
                    <a:cubicBezTo>
                      <a:pt x="1605532" y="5000690"/>
                      <a:pt x="1693280" y="5128186"/>
                      <a:pt x="1767014" y="5235357"/>
                    </a:cubicBezTo>
                    <a:cubicBezTo>
                      <a:pt x="1838281" y="5338928"/>
                      <a:pt x="1894583" y="5420726"/>
                      <a:pt x="1932978" y="5478669"/>
                    </a:cubicBezTo>
                    <a:cubicBezTo>
                      <a:pt x="1989144" y="5563432"/>
                      <a:pt x="1990661" y="5572485"/>
                      <a:pt x="1986813" y="5575473"/>
                    </a:cubicBezTo>
                    <a:cubicBezTo>
                      <a:pt x="1986337" y="5575835"/>
                      <a:pt x="1985771" y="5576083"/>
                      <a:pt x="1985001" y="5576083"/>
                    </a:cubicBezTo>
                    <a:close/>
                    <a:moveTo>
                      <a:pt x="1507553" y="4863486"/>
                    </a:moveTo>
                    <a:cubicBezTo>
                      <a:pt x="1483397" y="4955107"/>
                      <a:pt x="1590138" y="5134682"/>
                      <a:pt x="1832281" y="5410314"/>
                    </a:cubicBezTo>
                    <a:cubicBezTo>
                      <a:pt x="1866488" y="5449245"/>
                      <a:pt x="1968973" y="5565898"/>
                      <a:pt x="1983869" y="5571670"/>
                    </a:cubicBezTo>
                    <a:cubicBezTo>
                      <a:pt x="1982013" y="5555238"/>
                      <a:pt x="1889919" y="5421428"/>
                      <a:pt x="1763528" y="5237778"/>
                    </a:cubicBezTo>
                    <a:cubicBezTo>
                      <a:pt x="1690292" y="5131332"/>
                      <a:pt x="1603201" y="5004810"/>
                      <a:pt x="1507530" y="4863463"/>
                    </a:cubicBezTo>
                    <a:close/>
                    <a:moveTo>
                      <a:pt x="1669125" y="4784245"/>
                    </a:moveTo>
                    <a:cubicBezTo>
                      <a:pt x="1734278" y="4784245"/>
                      <a:pt x="1819173" y="4795675"/>
                      <a:pt x="1925507" y="4818444"/>
                    </a:cubicBezTo>
                    <a:cubicBezTo>
                      <a:pt x="2139578" y="4864277"/>
                      <a:pt x="2420524" y="4951734"/>
                      <a:pt x="2717996" y="5044306"/>
                    </a:cubicBezTo>
                    <a:cubicBezTo>
                      <a:pt x="3137195" y="5174789"/>
                      <a:pt x="3612335" y="5322677"/>
                      <a:pt x="4010753" y="5388021"/>
                    </a:cubicBezTo>
                    <a:cubicBezTo>
                      <a:pt x="4467985" y="5463006"/>
                      <a:pt x="4750380" y="5417015"/>
                      <a:pt x="4874077" y="5247420"/>
                    </a:cubicBezTo>
                    <a:cubicBezTo>
                      <a:pt x="4923543" y="5179587"/>
                      <a:pt x="4947834" y="5090320"/>
                      <a:pt x="4946249" y="4982108"/>
                    </a:cubicBezTo>
                    <a:cubicBezTo>
                      <a:pt x="4944551" y="4866994"/>
                      <a:pt x="4913582" y="4726801"/>
                      <a:pt x="4854156" y="4565423"/>
                    </a:cubicBezTo>
                    <a:cubicBezTo>
                      <a:pt x="4725817" y="4216864"/>
                      <a:pt x="4458228" y="3751946"/>
                      <a:pt x="4058814" y="3183592"/>
                    </a:cubicBezTo>
                    <a:cubicBezTo>
                      <a:pt x="3913723" y="2977128"/>
                      <a:pt x="3869691" y="2673384"/>
                      <a:pt x="3924205" y="2255001"/>
                    </a:cubicBezTo>
                    <a:cubicBezTo>
                      <a:pt x="3971588" y="1891459"/>
                      <a:pt x="4086433" y="1492767"/>
                      <a:pt x="4187787" y="1141017"/>
                    </a:cubicBezTo>
                    <a:cubicBezTo>
                      <a:pt x="4263581" y="877901"/>
                      <a:pt x="4335187" y="629383"/>
                      <a:pt x="4366881" y="435594"/>
                    </a:cubicBezTo>
                    <a:cubicBezTo>
                      <a:pt x="4401926" y="221321"/>
                      <a:pt x="4384970" y="95161"/>
                      <a:pt x="4313545" y="38577"/>
                    </a:cubicBezTo>
                    <a:cubicBezTo>
                      <a:pt x="4219820" y="-35684"/>
                      <a:pt x="4026011" y="11348"/>
                      <a:pt x="3721001" y="182323"/>
                    </a:cubicBezTo>
                    <a:cubicBezTo>
                      <a:pt x="3546615" y="280078"/>
                      <a:pt x="3313844" y="365950"/>
                      <a:pt x="3009332" y="444851"/>
                    </a:cubicBezTo>
                    <a:cubicBezTo>
                      <a:pt x="2737533" y="515264"/>
                      <a:pt x="2433632" y="574089"/>
                      <a:pt x="2139714" y="630968"/>
                    </a:cubicBezTo>
                    <a:cubicBezTo>
                      <a:pt x="1616829" y="732163"/>
                      <a:pt x="1076128" y="836821"/>
                      <a:pt x="674428" y="1012797"/>
                    </a:cubicBezTo>
                    <a:cubicBezTo>
                      <a:pt x="223466" y="1210367"/>
                      <a:pt x="4233" y="1477286"/>
                      <a:pt x="4233" y="1828809"/>
                    </a:cubicBezTo>
                    <a:cubicBezTo>
                      <a:pt x="4233" y="2180332"/>
                      <a:pt x="235510" y="2776050"/>
                      <a:pt x="691656" y="3567052"/>
                    </a:cubicBezTo>
                    <a:cubicBezTo>
                      <a:pt x="960625" y="4033463"/>
                      <a:pt x="1261108" y="4491637"/>
                      <a:pt x="1506126" y="4853798"/>
                    </a:cubicBezTo>
                    <a:cubicBezTo>
                      <a:pt x="1508300" y="4848049"/>
                      <a:pt x="1511016" y="4842663"/>
                      <a:pt x="1514299" y="4837615"/>
                    </a:cubicBezTo>
                    <a:cubicBezTo>
                      <a:pt x="1537436" y="4801990"/>
                      <a:pt x="1587942" y="4784268"/>
                      <a:pt x="1669125" y="4784268"/>
                    </a:cubicBezTo>
                    <a:close/>
                  </a:path>
                </a:pathLst>
              </a:custGeom>
              <a:grpFill/>
              <a:ln w="22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358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31398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t="200" r="133" b="15653"/>
          <a:stretch/>
        </p:blipFill>
        <p:spPr>
          <a:xfrm>
            <a:off x="-1" y="2"/>
            <a:ext cx="13465365" cy="85020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1022" cy="8504238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915704" y="566950"/>
            <a:ext cx="9272625" cy="166654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6174"/>
              </a:lnSpc>
              <a:defRPr sz="3528" b="1" baseline="0">
                <a:solidFill>
                  <a:srgbClr val="1B429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5702" y="1486099"/>
            <a:ext cx="8605393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5" b="1" baseline="0">
                <a:solidFill>
                  <a:srgbClr val="1B4297"/>
                </a:solidFill>
              </a:defRPr>
            </a:lvl1pPr>
            <a:lvl2pPr marL="504063" indent="0" algn="ctr">
              <a:buNone/>
              <a:defRPr sz="2205"/>
            </a:lvl2pPr>
            <a:lvl3pPr marL="1008126" indent="0" algn="ctr">
              <a:buNone/>
              <a:defRPr sz="1985"/>
            </a:lvl3pPr>
            <a:lvl4pPr marL="1512189" indent="0" algn="ctr">
              <a:buNone/>
              <a:defRPr sz="1764"/>
            </a:lvl4pPr>
            <a:lvl5pPr marL="2016252" indent="0" algn="ctr">
              <a:buNone/>
              <a:defRPr sz="1764"/>
            </a:lvl5pPr>
            <a:lvl6pPr marL="2520315" indent="0" algn="ctr">
              <a:buNone/>
              <a:defRPr sz="1764"/>
            </a:lvl6pPr>
            <a:lvl7pPr marL="3024378" indent="0" algn="ctr">
              <a:buNone/>
              <a:defRPr sz="1764"/>
            </a:lvl7pPr>
            <a:lvl8pPr marL="3528441" indent="0" algn="ctr">
              <a:buNone/>
              <a:defRPr sz="1764"/>
            </a:lvl8pPr>
            <a:lvl9pPr marL="4032504" indent="0" algn="ctr">
              <a:buNone/>
              <a:defRPr sz="1764"/>
            </a:lvl9pPr>
          </a:lstStyle>
          <a:p>
            <a:r>
              <a:rPr lang="en-US"/>
              <a:t>Presentation Subtitle Here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83" y="5583276"/>
            <a:ext cx="2702073" cy="22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68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60">
          <p15:clr>
            <a:srgbClr val="FBAE40"/>
          </p15:clr>
        </p15:guide>
        <p15:guide id="2" pos="1920">
          <p15:clr>
            <a:srgbClr val="FBAE40"/>
          </p15:clr>
        </p15:guide>
        <p15:guide id="3" pos="2880">
          <p15:clr>
            <a:srgbClr val="FBAE40"/>
          </p15:clr>
        </p15:guide>
        <p15:guide id="4" pos="3840">
          <p15:clr>
            <a:srgbClr val="FBAE40"/>
          </p15:clr>
        </p15:guide>
        <p15:guide id="5" pos="288">
          <p15:clr>
            <a:srgbClr val="FBAE40"/>
          </p15:clr>
        </p15:guide>
        <p15:guide id="6" orient="horz" pos="288">
          <p15:clr>
            <a:srgbClr val="FBAE40"/>
          </p15:clr>
        </p15:guide>
        <p15:guide id="7" orient="horz" pos="4032">
          <p15:clr>
            <a:srgbClr val="FBAE40"/>
          </p15:clr>
        </p15:guide>
        <p15:guide id="8" pos="7392">
          <p15:clr>
            <a:srgbClr val="FBAE40"/>
          </p15:clr>
        </p15:guide>
        <p15:guide id="9" pos="518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429425" cy="8504238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ctrTitle" hasCustomPrompt="1"/>
          </p:nvPr>
        </p:nvSpPr>
        <p:spPr>
          <a:xfrm>
            <a:off x="879702" y="969836"/>
            <a:ext cx="8605393" cy="166654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6174"/>
              </a:lnSpc>
              <a:defRPr sz="5954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3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9702" y="2895833"/>
            <a:ext cx="8605393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46" b="1" baseline="0">
                <a:solidFill>
                  <a:schemeClr val="bg1"/>
                </a:solidFill>
              </a:defRPr>
            </a:lvl1pPr>
            <a:lvl2pPr marL="504063" indent="0" algn="ctr">
              <a:buNone/>
              <a:defRPr sz="2205"/>
            </a:lvl2pPr>
            <a:lvl3pPr marL="1008126" indent="0" algn="ctr">
              <a:buNone/>
              <a:defRPr sz="1985"/>
            </a:lvl3pPr>
            <a:lvl4pPr marL="1512189" indent="0" algn="ctr">
              <a:buNone/>
              <a:defRPr sz="1764"/>
            </a:lvl4pPr>
            <a:lvl5pPr marL="2016252" indent="0" algn="ctr">
              <a:buNone/>
              <a:defRPr sz="1764"/>
            </a:lvl5pPr>
            <a:lvl6pPr marL="2520315" indent="0" algn="ctr">
              <a:buNone/>
              <a:defRPr sz="1764"/>
            </a:lvl6pPr>
            <a:lvl7pPr marL="3024378" indent="0" algn="ctr">
              <a:buNone/>
              <a:defRPr sz="1764"/>
            </a:lvl7pPr>
            <a:lvl8pPr marL="3528441" indent="0" algn="ctr">
              <a:buNone/>
              <a:defRPr sz="1764"/>
            </a:lvl8pPr>
            <a:lvl9pPr marL="4032504" indent="0" algn="ctr">
              <a:buNone/>
              <a:defRPr sz="1764"/>
            </a:lvl9pPr>
          </a:lstStyle>
          <a:p>
            <a:r>
              <a:rPr lang="en-US"/>
              <a:t>Presentation Subtitle Here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83" y="5583276"/>
            <a:ext cx="2702073" cy="22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22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60">
          <p15:clr>
            <a:srgbClr val="FBAE40"/>
          </p15:clr>
        </p15:guide>
        <p15:guide id="2" pos="1920">
          <p15:clr>
            <a:srgbClr val="FBAE40"/>
          </p15:clr>
        </p15:guide>
        <p15:guide id="3" pos="2880">
          <p15:clr>
            <a:srgbClr val="FBAE40"/>
          </p15:clr>
        </p15:guide>
        <p15:guide id="4" pos="3840">
          <p15:clr>
            <a:srgbClr val="FBAE40"/>
          </p15:clr>
        </p15:guide>
        <p15:guide id="5" pos="288">
          <p15:clr>
            <a:srgbClr val="FBAE40"/>
          </p15:clr>
        </p15:guide>
        <p15:guide id="6" orient="horz" pos="288">
          <p15:clr>
            <a:srgbClr val="FBAE40"/>
          </p15:clr>
        </p15:guide>
        <p15:guide id="7" orient="horz" pos="4032">
          <p15:clr>
            <a:srgbClr val="FBAE40"/>
          </p15:clr>
        </p15:guide>
        <p15:guide id="8" pos="5472">
          <p15:clr>
            <a:srgbClr val="FBAE40"/>
          </p15:clr>
        </p15:guide>
        <p15:guide id="9" pos="5184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_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429425" cy="8504238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ctrTitle" hasCustomPrompt="1"/>
          </p:nvPr>
        </p:nvSpPr>
        <p:spPr>
          <a:xfrm>
            <a:off x="879702" y="969836"/>
            <a:ext cx="8605393" cy="166654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ts val="6174"/>
              </a:lnSpc>
              <a:defRPr sz="5954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3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9702" y="2895833"/>
            <a:ext cx="8605393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46" b="1" baseline="0">
                <a:solidFill>
                  <a:schemeClr val="bg1"/>
                </a:solidFill>
              </a:defRPr>
            </a:lvl1pPr>
            <a:lvl2pPr marL="504063" indent="0" algn="ctr">
              <a:buNone/>
              <a:defRPr sz="2205"/>
            </a:lvl2pPr>
            <a:lvl3pPr marL="1008126" indent="0" algn="ctr">
              <a:buNone/>
              <a:defRPr sz="1985"/>
            </a:lvl3pPr>
            <a:lvl4pPr marL="1512189" indent="0" algn="ctr">
              <a:buNone/>
              <a:defRPr sz="1764"/>
            </a:lvl4pPr>
            <a:lvl5pPr marL="2016252" indent="0" algn="ctr">
              <a:buNone/>
              <a:defRPr sz="1764"/>
            </a:lvl5pPr>
            <a:lvl6pPr marL="2520315" indent="0" algn="ctr">
              <a:buNone/>
              <a:defRPr sz="1764"/>
            </a:lvl6pPr>
            <a:lvl7pPr marL="3024378" indent="0" algn="ctr">
              <a:buNone/>
              <a:defRPr sz="1764"/>
            </a:lvl7pPr>
            <a:lvl8pPr marL="3528441" indent="0" algn="ctr">
              <a:buNone/>
              <a:defRPr sz="1764"/>
            </a:lvl8pPr>
            <a:lvl9pPr marL="4032504" indent="0" algn="ctr">
              <a:buNone/>
              <a:defRPr sz="1764"/>
            </a:lvl9pPr>
          </a:lstStyle>
          <a:p>
            <a:r>
              <a:rPr lang="en-US"/>
              <a:t>Presentation Subtitle Here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83" y="5583276"/>
            <a:ext cx="2702073" cy="228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04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60">
          <p15:clr>
            <a:srgbClr val="FBAE40"/>
          </p15:clr>
        </p15:guide>
        <p15:guide id="2" pos="1920">
          <p15:clr>
            <a:srgbClr val="FBAE40"/>
          </p15:clr>
        </p15:guide>
        <p15:guide id="3" pos="2880">
          <p15:clr>
            <a:srgbClr val="FBAE40"/>
          </p15:clr>
        </p15:guide>
        <p15:guide id="4" pos="3840">
          <p15:clr>
            <a:srgbClr val="FBAE40"/>
          </p15:clr>
        </p15:guide>
        <p15:guide id="5" pos="288">
          <p15:clr>
            <a:srgbClr val="FBAE40"/>
          </p15:clr>
        </p15:guide>
        <p15:guide id="6" orient="horz" pos="288">
          <p15:clr>
            <a:srgbClr val="FBAE40"/>
          </p15:clr>
        </p15:guide>
        <p15:guide id="7" orient="horz" pos="4032">
          <p15:clr>
            <a:srgbClr val="FBAE40"/>
          </p15:clr>
        </p15:guide>
        <p15:guide id="8" pos="5472">
          <p15:clr>
            <a:srgbClr val="FBAE40"/>
          </p15:clr>
        </p15:guide>
        <p15:guide id="9" pos="5184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1E69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672068" y="3875671"/>
            <a:ext cx="12097227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1008126" rtl="0" eaLnBrk="1" latinLnBrk="0" hangingPunct="1">
              <a:lnSpc>
                <a:spcPts val="6174"/>
              </a:lnSpc>
              <a:spcBef>
                <a:spcPct val="0"/>
              </a:spcBef>
              <a:buNone/>
              <a:defRPr lang="en-US" sz="5954" b="1" kern="120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Section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6048614" y="4987237"/>
            <a:ext cx="1344136" cy="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2"/>
            <a:ext cx="2195864" cy="1047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bg1"/>
                </a:solidFill>
              </a:rPr>
              <a:pPr algn="r"/>
              <a:t>‹#›</a:t>
            </a:fld>
            <a:endParaRPr lang="en-US" sz="2358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9596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 flipV="1">
            <a:off x="0" y="0"/>
            <a:ext cx="13441363" cy="5025665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13" name="Title 13"/>
          <p:cNvSpPr>
            <a:spLocks noGrp="1"/>
          </p:cNvSpPr>
          <p:nvPr>
            <p:ph type="title" hasCustomPrompt="1"/>
          </p:nvPr>
        </p:nvSpPr>
        <p:spPr>
          <a:xfrm>
            <a:off x="1008102" y="566951"/>
            <a:ext cx="11458429" cy="38917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ctr" defTabSz="100812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308" b="1" kern="1200" baseline="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“Quote Here.”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3459" y="5761528"/>
            <a:ext cx="12097227" cy="1216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ts val="1544"/>
              </a:lnSpc>
              <a:buNone/>
              <a:defRPr sz="2205" b="1" baseline="0">
                <a:solidFill>
                  <a:srgbClr val="000000"/>
                </a:solidFill>
              </a:defRPr>
            </a:lvl1pPr>
            <a:lvl2pPr marL="504063" indent="0" algn="ctr">
              <a:buNone/>
              <a:defRPr sz="2205"/>
            </a:lvl2pPr>
            <a:lvl3pPr marL="1008126" indent="0" algn="ctr">
              <a:buNone/>
              <a:defRPr sz="1985"/>
            </a:lvl3pPr>
            <a:lvl4pPr marL="1512189" indent="0" algn="ctr">
              <a:buNone/>
              <a:defRPr sz="1764"/>
            </a:lvl4pPr>
            <a:lvl5pPr marL="2016252" indent="0" algn="ctr">
              <a:buNone/>
              <a:defRPr sz="1764"/>
            </a:lvl5pPr>
            <a:lvl6pPr marL="2520315" indent="0" algn="ctr">
              <a:buNone/>
              <a:defRPr sz="1764"/>
            </a:lvl6pPr>
            <a:lvl7pPr marL="3024378" indent="0" algn="ctr">
              <a:buNone/>
              <a:defRPr sz="1764"/>
            </a:lvl7pPr>
            <a:lvl8pPr marL="3528441" indent="0" algn="ctr">
              <a:buNone/>
              <a:defRPr sz="1764"/>
            </a:lvl8pPr>
            <a:lvl9pPr marL="4032504" indent="0" algn="ctr">
              <a:buNone/>
              <a:defRPr sz="1764"/>
            </a:lvl9pPr>
          </a:lstStyle>
          <a:p>
            <a:r>
              <a:rPr lang="en-US"/>
              <a:t>Author</a:t>
            </a:r>
          </a:p>
          <a:p>
            <a:r>
              <a:rPr lang="en-US"/>
              <a:t>Title, Company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82613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Opt 1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1183794"/>
            <a:ext cx="12559274" cy="5903072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C39E7C3-CEBE-C2A6-3193-741EF1F68B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038" y="309245"/>
            <a:ext cx="5922601" cy="7959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 sz="3087"/>
              <a:t>IAM Team</a:t>
            </a:r>
          </a:p>
        </p:txBody>
      </p:sp>
    </p:spTree>
    <p:extLst>
      <p:ext uri="{BB962C8B-B14F-4D97-AF65-F5344CB8AC3E}">
        <p14:creationId xmlns:p14="http://schemas.microsoft.com/office/powerpoint/2010/main" val="30990413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pt 1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5"/>
            <a:ext cx="12559275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12559275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963113"/>
            <a:ext cx="12559275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589595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_Opt 1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4"/>
            <a:ext cx="12559274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087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12559274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3358906"/>
            <a:ext cx="12559274" cy="3727959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664978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pt 2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84585" y="2385912"/>
            <a:ext cx="12552727" cy="4700954"/>
          </a:xfrm>
          <a:prstGeom prst="rect">
            <a:avLst/>
          </a:prstGeom>
        </p:spPr>
        <p:txBody>
          <a:bodyPr numCol="2"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544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323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32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6"/>
            <a:ext cx="12552727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12552727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42266425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pt 2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5"/>
            <a:ext cx="12559274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12559274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963113"/>
            <a:ext cx="12559274" cy="4123753"/>
          </a:xfrm>
          <a:prstGeom prst="rect">
            <a:avLst/>
          </a:prstGeom>
        </p:spPr>
        <p:txBody>
          <a:bodyPr numCol="2"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544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323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32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202635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_Opt 2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4"/>
            <a:ext cx="12559274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087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12559274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3358906"/>
            <a:ext cx="12559274" cy="3727959"/>
          </a:xfrm>
          <a:prstGeom prst="rect">
            <a:avLst/>
          </a:prstGeom>
        </p:spPr>
        <p:txBody>
          <a:bodyPr numCol="2"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544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323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32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205783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8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6"/>
            <a:ext cx="12559274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12559274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0880002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5"/>
            <a:ext cx="12559274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12559274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98186560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12559274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4"/>
            <a:ext cx="12559274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087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641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Icon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20681" y="0"/>
            <a:ext cx="6720682" cy="8504238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bg1"/>
                </a:solidFill>
              </a:rPr>
              <a:pPr algn="r"/>
              <a:t>‹#›</a:t>
            </a:fld>
            <a:endParaRPr lang="en-US" sz="2358" b="1">
              <a:solidFill>
                <a:schemeClr val="bg1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563084"/>
            <a:ext cx="5922601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6"/>
            <a:ext cx="5922601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5922601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1113749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Icon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20681" y="0"/>
            <a:ext cx="6720682" cy="8504238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bg1"/>
                </a:solidFill>
              </a:rPr>
              <a:pPr algn="r"/>
              <a:t>‹#›</a:t>
            </a:fld>
            <a:endParaRPr lang="en-US" sz="2358" b="1">
              <a:solidFill>
                <a:schemeClr val="bg1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5"/>
            <a:ext cx="5922601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5922601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963113"/>
            <a:ext cx="5922601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1884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Icon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20681" y="0"/>
            <a:ext cx="6720682" cy="8504238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bg1"/>
                </a:solidFill>
              </a:rPr>
              <a:pPr algn="r"/>
              <a:t>‹#›</a:t>
            </a:fld>
            <a:endParaRPr lang="en-US" sz="2358" b="1">
              <a:solidFill>
                <a:schemeClr val="bg1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4"/>
            <a:ext cx="5922601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087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5922601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3358906"/>
            <a:ext cx="5922601" cy="3727959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4814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8504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0" y="2563084"/>
            <a:ext cx="5838592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7098720" y="1109216"/>
            <a:ext cx="5838592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0" y="454893"/>
            <a:ext cx="5838592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1274657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04">
          <p15:clr>
            <a:srgbClr val="FBAE40"/>
          </p15:clr>
        </p15:guide>
        <p15:guide id="2" pos="74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8504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7098720" y="1109215"/>
            <a:ext cx="5838592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0" y="454893"/>
            <a:ext cx="5838592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0" y="2963113"/>
            <a:ext cx="5838592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0484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04">
          <p15:clr>
            <a:srgbClr val="FBAE40"/>
          </p15:clr>
        </p15:guide>
        <p15:guide id="2" pos="74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7096464" y="1109214"/>
            <a:ext cx="5840848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087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7222477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6464" y="454893"/>
            <a:ext cx="5840848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6464" y="3358906"/>
            <a:ext cx="5840848" cy="3727959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85042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908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04">
          <p15:clr>
            <a:srgbClr val="FBAE40"/>
          </p15:clr>
        </p15:guide>
        <p15:guide id="2" pos="74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ne Photo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7291838"/>
            <a:ext cx="13441363" cy="1212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58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22830"/>
            <a:ext cx="6720682" cy="7314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bg1"/>
                </a:solidFill>
              </a:rPr>
              <a:pPr algn="r"/>
              <a:t>‹#›</a:t>
            </a:fld>
            <a:endParaRPr lang="en-US" sz="2358" b="1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2"/>
            <a:ext cx="2195864" cy="1047584"/>
          </a:xfrm>
          <a:prstGeom prst="rect">
            <a:avLst/>
          </a:prstGeom>
        </p:spPr>
      </p:pic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0" y="2563084"/>
            <a:ext cx="5838592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3"/>
          <p:cNvSpPr>
            <a:spLocks noGrp="1"/>
          </p:cNvSpPr>
          <p:nvPr>
            <p:ph type="title" hasCustomPrompt="1"/>
          </p:nvPr>
        </p:nvSpPr>
        <p:spPr>
          <a:xfrm>
            <a:off x="7098720" y="1109216"/>
            <a:ext cx="5838592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0" y="454893"/>
            <a:ext cx="5838592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12451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04">
          <p15:clr>
            <a:srgbClr val="FBAE40"/>
          </p15:clr>
        </p15:guide>
        <p15:guide id="2" pos="74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ne Photo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7291838"/>
            <a:ext cx="13441363" cy="1212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58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22830"/>
            <a:ext cx="6720682" cy="7314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bg1"/>
                </a:solidFill>
              </a:rPr>
              <a:pPr algn="r"/>
              <a:t>‹#›</a:t>
            </a:fld>
            <a:endParaRPr lang="en-US" sz="2358" b="1">
              <a:solidFill>
                <a:schemeClr val="bg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2"/>
            <a:ext cx="2195864" cy="1047584"/>
          </a:xfrm>
          <a:prstGeom prst="rect">
            <a:avLst/>
          </a:prstGeom>
        </p:spPr>
      </p:pic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7098720" y="1109215"/>
            <a:ext cx="5838592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0" y="454893"/>
            <a:ext cx="5838592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0" y="2963113"/>
            <a:ext cx="5838592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735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04">
          <p15:clr>
            <a:srgbClr val="FBAE40"/>
          </p15:clr>
        </p15:guide>
        <p15:guide id="2" pos="74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One Photo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7291838"/>
            <a:ext cx="13441363" cy="1212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58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-22830"/>
            <a:ext cx="6720682" cy="7314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bg1"/>
                </a:solidFill>
              </a:rPr>
              <a:pPr algn="r"/>
              <a:t>‹#›</a:t>
            </a:fld>
            <a:endParaRPr lang="en-US" sz="2358" b="1">
              <a:solidFill>
                <a:schemeClr val="bg1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7096464" y="1109214"/>
            <a:ext cx="5840848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087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7222477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6464" y="454893"/>
            <a:ext cx="5840848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6464" y="3358906"/>
            <a:ext cx="5840848" cy="3727959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8" y="7339002"/>
            <a:ext cx="2195864" cy="104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81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04">
          <p15:clr>
            <a:srgbClr val="FBAE40"/>
          </p15:clr>
        </p15:guide>
        <p15:guide id="2" pos="74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Two Photo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20681" y="0"/>
            <a:ext cx="6720682" cy="42521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20681" y="4252119"/>
            <a:ext cx="6720682" cy="42521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3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563084"/>
            <a:ext cx="5922601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6"/>
            <a:ext cx="5922601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5922601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1043522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0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Two Photo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20681" y="0"/>
            <a:ext cx="6720682" cy="42521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20681" y="4252119"/>
            <a:ext cx="6720682" cy="42521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5"/>
            <a:ext cx="5922601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5922601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963113"/>
            <a:ext cx="5922601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518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0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Two Photo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20681" y="0"/>
            <a:ext cx="6720682" cy="42521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720681" y="4252119"/>
            <a:ext cx="6720682" cy="42521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0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4"/>
            <a:ext cx="5922601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087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5922601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3358906"/>
            <a:ext cx="5922601" cy="3727959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927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0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 with Content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42631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263163"/>
            <a:ext cx="6720682" cy="4241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6233" y="4822752"/>
            <a:ext cx="5743128" cy="3114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308"/>
              </a:lnSpc>
              <a:buNone/>
              <a:defRPr sz="2205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0" y="2563084"/>
            <a:ext cx="5838592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3"/>
          <p:cNvSpPr>
            <a:spLocks noGrp="1"/>
          </p:cNvSpPr>
          <p:nvPr>
            <p:ph type="title" hasCustomPrompt="1"/>
          </p:nvPr>
        </p:nvSpPr>
        <p:spPr>
          <a:xfrm>
            <a:off x="7098720" y="1109216"/>
            <a:ext cx="5838592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0" y="454893"/>
            <a:ext cx="5838592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403569462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 with Content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42631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263163"/>
            <a:ext cx="6720682" cy="4241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6233" y="4822752"/>
            <a:ext cx="5743128" cy="3114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308"/>
              </a:lnSpc>
              <a:buNone/>
              <a:defRPr sz="2205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13" name="Title 13"/>
          <p:cNvSpPr>
            <a:spLocks noGrp="1"/>
          </p:cNvSpPr>
          <p:nvPr>
            <p:ph type="title" hasCustomPrompt="1"/>
          </p:nvPr>
        </p:nvSpPr>
        <p:spPr>
          <a:xfrm>
            <a:off x="7098720" y="1109215"/>
            <a:ext cx="5838592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7224733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8720" y="454893"/>
            <a:ext cx="5838592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8720" y="2963113"/>
            <a:ext cx="5838592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5473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One Photo with Content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720682" cy="42631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263163"/>
            <a:ext cx="6720682" cy="4241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6233" y="4822752"/>
            <a:ext cx="5743128" cy="3114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308"/>
              </a:lnSpc>
              <a:buNone/>
              <a:defRPr sz="2205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13" name="Title 13"/>
          <p:cNvSpPr>
            <a:spLocks noGrp="1"/>
          </p:cNvSpPr>
          <p:nvPr>
            <p:ph type="title" hasCustomPrompt="1"/>
          </p:nvPr>
        </p:nvSpPr>
        <p:spPr>
          <a:xfrm>
            <a:off x="7096464" y="1109214"/>
            <a:ext cx="5840848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087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7222477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7096464" y="454893"/>
            <a:ext cx="5840848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7096464" y="3358906"/>
            <a:ext cx="5840848" cy="3727959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53769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515774" y="2405917"/>
            <a:ext cx="2731171" cy="3106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64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15774" y="2795168"/>
            <a:ext cx="2731171" cy="1732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3745896" y="2793054"/>
            <a:ext cx="2731171" cy="1732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32"/>
          </p:nvPr>
        </p:nvSpPr>
        <p:spPr>
          <a:xfrm>
            <a:off x="6976018" y="2796548"/>
            <a:ext cx="2731171" cy="1732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33"/>
          </p:nvPr>
        </p:nvSpPr>
        <p:spPr>
          <a:xfrm>
            <a:off x="10206139" y="2795999"/>
            <a:ext cx="2731171" cy="1732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3745896" y="2405917"/>
            <a:ext cx="2731171" cy="3106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64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6976018" y="2402422"/>
            <a:ext cx="2731171" cy="3106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64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36" hasCustomPrompt="1"/>
          </p:nvPr>
        </p:nvSpPr>
        <p:spPr>
          <a:xfrm>
            <a:off x="10206141" y="2402422"/>
            <a:ext cx="2731171" cy="3106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64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515774" y="4775280"/>
            <a:ext cx="2731171" cy="3106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64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48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515775" y="5165913"/>
            <a:ext cx="2731171" cy="1732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3745897" y="5163798"/>
            <a:ext cx="2731171" cy="1732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6976021" y="5167293"/>
            <a:ext cx="2731171" cy="1732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10206140" y="5166743"/>
            <a:ext cx="2731171" cy="1732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42" hasCustomPrompt="1"/>
          </p:nvPr>
        </p:nvSpPr>
        <p:spPr>
          <a:xfrm>
            <a:off x="3745896" y="4773166"/>
            <a:ext cx="2731171" cy="3106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64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43" hasCustomPrompt="1"/>
          </p:nvPr>
        </p:nvSpPr>
        <p:spPr>
          <a:xfrm>
            <a:off x="6976021" y="4773166"/>
            <a:ext cx="2731171" cy="3106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64" b="1"/>
            </a:lvl1pPr>
          </a:lstStyle>
          <a:p>
            <a:pPr lvl="0"/>
            <a:r>
              <a:rPr lang="en-US"/>
              <a:t>Photo Header</a:t>
            </a:r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44" hasCustomPrompt="1"/>
          </p:nvPr>
        </p:nvSpPr>
        <p:spPr>
          <a:xfrm>
            <a:off x="10206139" y="4772616"/>
            <a:ext cx="2731171" cy="3106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64" b="1"/>
            </a:lvl1pPr>
          </a:lstStyle>
          <a:p>
            <a:pPr lvl="0"/>
            <a:r>
              <a:rPr lang="en-US"/>
              <a:t>Photo Header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30" name="Title 13"/>
          <p:cNvSpPr>
            <a:spLocks noGrp="1"/>
          </p:cNvSpPr>
          <p:nvPr>
            <p:ph type="title" hasCustomPrompt="1"/>
          </p:nvPr>
        </p:nvSpPr>
        <p:spPr>
          <a:xfrm>
            <a:off x="378039" y="1109216"/>
            <a:ext cx="12559271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9" y="454893"/>
            <a:ext cx="12559271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69800058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Half Page_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10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563084"/>
            <a:ext cx="6342643" cy="4523782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6"/>
            <a:ext cx="6342643" cy="74970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6342643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41043060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Half Page_2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5"/>
            <a:ext cx="6342643" cy="1299231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528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6342643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2963113"/>
            <a:ext cx="6342643" cy="4123753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896601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Half Page_3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504051" y="7417585"/>
            <a:ext cx="124332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7" y="7339002"/>
            <a:ext cx="2195866" cy="1047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27430" y="7652883"/>
            <a:ext cx="739712" cy="363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3F223-E4EE-4180-B063-31D2456F5238}" type="slidenum">
              <a:rPr lang="en-US" sz="1764" b="1" smtClean="0">
                <a:solidFill>
                  <a:schemeClr val="tx2"/>
                </a:solidFill>
              </a:rPr>
              <a:pPr algn="r"/>
              <a:t>‹#›</a:t>
            </a:fld>
            <a:endParaRPr lang="en-US" sz="2358" b="1">
              <a:solidFill>
                <a:schemeClr val="bg2"/>
              </a:solidFill>
            </a:endParaRPr>
          </a:p>
        </p:txBody>
      </p:sp>
      <p:sp>
        <p:nvSpPr>
          <p:cNvPr id="9" name="Title 13"/>
          <p:cNvSpPr>
            <a:spLocks noGrp="1"/>
          </p:cNvSpPr>
          <p:nvPr>
            <p:ph type="title" hasCustomPrompt="1"/>
          </p:nvPr>
        </p:nvSpPr>
        <p:spPr>
          <a:xfrm>
            <a:off x="378038" y="1109214"/>
            <a:ext cx="6342643" cy="1695026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1008126" rtl="0" eaLnBrk="1" latinLnBrk="0" hangingPunct="1">
              <a:lnSpc>
                <a:spcPct val="100000"/>
              </a:lnSpc>
              <a:defRPr lang="en-US" sz="3087" b="1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r>
              <a:rPr lang="en-US"/>
              <a:t>Slide Title Here</a:t>
            </a:r>
            <a:br>
              <a:rPr lang="en-US"/>
            </a:br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04051" y="985157"/>
            <a:ext cx="504051" cy="1"/>
          </a:xfrm>
          <a:prstGeom prst="line">
            <a:avLst/>
          </a:prstGeom>
          <a:ln w="76200">
            <a:solidFill>
              <a:srgbClr val="1E69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378038" y="454893"/>
            <a:ext cx="6342643" cy="6503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5" b="1" baseline="0"/>
            </a:lvl1pPr>
          </a:lstStyle>
          <a:p>
            <a:pPr lvl="0"/>
            <a:r>
              <a:rPr lang="en-US"/>
              <a:t>Section Title Here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1"/>
          </p:nvPr>
        </p:nvSpPr>
        <p:spPr>
          <a:xfrm>
            <a:off x="378038" y="3358906"/>
            <a:ext cx="6342643" cy="3727959"/>
          </a:xfrm>
          <a:prstGeom prst="rect">
            <a:avLst/>
          </a:prstGeom>
        </p:spPr>
        <p:txBody>
          <a:bodyPr>
            <a:normAutofit/>
          </a:bodyPr>
          <a:lstStyle>
            <a:lvl1pPr marL="252032" indent="-252032">
              <a:buClr>
                <a:srgbClr val="1E69D2"/>
              </a:buClr>
              <a:buFont typeface="Arial" panose="020B0604020202020204" pitchFamily="34" charset="0"/>
              <a:buChar char="•"/>
              <a:defRPr sz="2646"/>
            </a:lvl1pPr>
            <a:lvl2pPr marL="756095" indent="-252032">
              <a:buClr>
                <a:srgbClr val="1E69D2"/>
              </a:buClr>
              <a:buFont typeface="Arial" panose="020B0604020202020204" pitchFamily="34" charset="0"/>
              <a:buChar char="•"/>
              <a:defRPr sz="2205"/>
            </a:lvl2pPr>
            <a:lvl3pPr marL="1260158" indent="-252032">
              <a:buClr>
                <a:srgbClr val="1E69D2"/>
              </a:buClr>
              <a:buFont typeface="Arial" panose="020B0604020202020204" pitchFamily="34" charset="0"/>
              <a:buChar char="•"/>
              <a:defRPr sz="1985"/>
            </a:lvl3pPr>
            <a:lvl4pPr marL="1764221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4pPr>
            <a:lvl5pPr marL="2268284" indent="-252032">
              <a:buClr>
                <a:srgbClr val="1E69D2"/>
              </a:buClr>
              <a:buFont typeface="Arial" panose="020B0604020202020204" pitchFamily="34" charset="0"/>
              <a:buChar char="•"/>
              <a:defRPr sz="1764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205156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429425" cy="85042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" t="19826" r="63696" b="18809"/>
          <a:stretch/>
        </p:blipFill>
        <p:spPr>
          <a:xfrm>
            <a:off x="5495981" y="5438867"/>
            <a:ext cx="2430365" cy="249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1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pos="960">
          <p15:clr>
            <a:srgbClr val="FBAE40"/>
          </p15:clr>
        </p15:guide>
        <p15:guide id="2" pos="1920">
          <p15:clr>
            <a:srgbClr val="FBAE40"/>
          </p15:clr>
        </p15:guide>
        <p15:guide id="3" pos="3816">
          <p15:clr>
            <a:srgbClr val="FBAE40"/>
          </p15:clr>
        </p15:guide>
        <p15:guide id="4" pos="288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  <p15:guide id="7" pos="5520">
          <p15:clr>
            <a:srgbClr val="FBAE40"/>
          </p15:clr>
        </p15:guide>
        <p15:guide id="8" orient="horz" pos="3744">
          <p15:clr>
            <a:srgbClr val="FBAE40"/>
          </p15:clr>
        </p15:guide>
        <p15:guide id="9" orient="horz" pos="576">
          <p15:clr>
            <a:srgbClr val="FBAE40"/>
          </p15:clr>
        </p15:guide>
        <p15:guide id="10" pos="51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96.xml"/><Relationship Id="rId3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91.xml"/><Relationship Id="rId3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99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93.xml"/><Relationship Id="rId28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3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92.xml"/><Relationship Id="rId27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100.xml"/><Relationship Id="rId35" Type="http://schemas.openxmlformats.org/officeDocument/2006/relationships/theme" Target="../theme/theme3.xml"/><Relationship Id="rId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6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  <p:sldLayoutId id="2147483744" r:id="rId30"/>
    <p:sldLayoutId id="2147483745" r:id="rId31"/>
    <p:sldLayoutId id="2147483746" r:id="rId32"/>
    <p:sldLayoutId id="2147483747" r:id="rId33"/>
    <p:sldLayoutId id="2147483748" r:id="rId34"/>
    <p:sldLayoutId id="2147484342" r:id="rId35"/>
  </p:sldLayoutIdLst>
  <p:hf sldNum="0" hdr="0" ftr="0" dt="0"/>
  <p:txStyles>
    <p:titleStyle>
      <a:lvl1pPr algn="l" defTabSz="886095" rtl="0" eaLnBrk="1" latinLnBrk="0" hangingPunct="1">
        <a:lnSpc>
          <a:spcPct val="90000"/>
        </a:lnSpc>
        <a:spcBef>
          <a:spcPct val="0"/>
        </a:spcBef>
        <a:buNone/>
        <a:defRPr sz="42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524" indent="-221524" algn="l" defTabSz="886095" rtl="0" eaLnBrk="1" latinLnBrk="0" hangingPunct="1">
        <a:lnSpc>
          <a:spcPct val="90000"/>
        </a:lnSpc>
        <a:spcBef>
          <a:spcPts val="969"/>
        </a:spcBef>
        <a:buFont typeface="Arial" panose="020B0604020202020204" pitchFamily="34" charset="0"/>
        <a:buChar char="•"/>
        <a:defRPr sz="2713" kern="1200">
          <a:solidFill>
            <a:schemeClr val="tx1"/>
          </a:solidFill>
          <a:latin typeface="+mn-lt"/>
          <a:ea typeface="+mn-ea"/>
          <a:cs typeface="+mn-cs"/>
        </a:defRPr>
      </a:lvl1pPr>
      <a:lvl2pPr marL="664571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26" kern="1200">
          <a:solidFill>
            <a:schemeClr val="tx1"/>
          </a:solidFill>
          <a:latin typeface="+mn-lt"/>
          <a:ea typeface="+mn-ea"/>
          <a:cs typeface="+mn-cs"/>
        </a:defRPr>
      </a:lvl2pPr>
      <a:lvl3pPr marL="1107618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38" kern="1200">
          <a:solidFill>
            <a:schemeClr val="tx1"/>
          </a:solidFill>
          <a:latin typeface="+mn-lt"/>
          <a:ea typeface="+mn-ea"/>
          <a:cs typeface="+mn-cs"/>
        </a:defRPr>
      </a:lvl3pPr>
      <a:lvl4pPr marL="1550666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4pPr>
      <a:lvl5pPr marL="1993713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5pPr>
      <a:lvl6pPr marL="2436761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6pPr>
      <a:lvl7pPr marL="2879808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7pPr>
      <a:lvl8pPr marL="3322855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8pPr>
      <a:lvl9pPr marL="3765903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1pPr>
      <a:lvl2pPr marL="443047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2pPr>
      <a:lvl3pPr marL="886095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3pPr>
      <a:lvl4pPr marL="1329142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4pPr>
      <a:lvl5pPr marL="1772189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5pPr>
      <a:lvl6pPr marL="2215237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6pPr>
      <a:lvl7pPr marL="2658284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7pPr>
      <a:lvl8pPr marL="3101332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8pPr>
      <a:lvl9pPr marL="3544379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5" userDrawn="1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pos="1058" userDrawn="1">
          <p15:clr>
            <a:srgbClr val="F26B43"/>
          </p15:clr>
        </p15:guide>
        <p15:guide id="4" pos="2117" userDrawn="1">
          <p15:clr>
            <a:srgbClr val="F26B43"/>
          </p15:clr>
        </p15:guide>
        <p15:guide id="5" pos="4234" userDrawn="1">
          <p15:clr>
            <a:srgbClr val="F26B43"/>
          </p15:clr>
        </p15:guide>
        <p15:guide id="6" pos="5292" userDrawn="1">
          <p15:clr>
            <a:srgbClr val="F26B43"/>
          </p15:clr>
        </p15:guide>
        <p15:guide id="7" pos="635" userDrawn="1">
          <p15:clr>
            <a:srgbClr val="F26B43"/>
          </p15:clr>
        </p15:guide>
        <p15:guide id="8" pos="8150" userDrawn="1">
          <p15:clr>
            <a:srgbClr val="F26B43"/>
          </p15:clr>
        </p15:guide>
        <p15:guide id="9" pos="5715" userDrawn="1">
          <p15:clr>
            <a:srgbClr val="F26B43"/>
          </p15:clr>
        </p15:guide>
        <p15:guide id="10" orient="horz" pos="357" userDrawn="1">
          <p15:clr>
            <a:srgbClr val="F26B43"/>
          </p15:clr>
        </p15:guide>
        <p15:guide id="11" orient="horz" pos="500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77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2" r:id="rId6"/>
    <p:sldLayoutId id="2147484273" r:id="rId7"/>
    <p:sldLayoutId id="2147484274" r:id="rId8"/>
    <p:sldLayoutId id="2147484275" r:id="rId9"/>
    <p:sldLayoutId id="2147484276" r:id="rId10"/>
    <p:sldLayoutId id="2147484277" r:id="rId11"/>
    <p:sldLayoutId id="2147484278" r:id="rId12"/>
    <p:sldLayoutId id="2147484279" r:id="rId13"/>
    <p:sldLayoutId id="2147484280" r:id="rId14"/>
    <p:sldLayoutId id="2147484281" r:id="rId15"/>
    <p:sldLayoutId id="2147484282" r:id="rId16"/>
    <p:sldLayoutId id="2147484283" r:id="rId17"/>
    <p:sldLayoutId id="2147484284" r:id="rId18"/>
    <p:sldLayoutId id="2147484285" r:id="rId19"/>
    <p:sldLayoutId id="2147484286" r:id="rId20"/>
    <p:sldLayoutId id="2147484287" r:id="rId21"/>
    <p:sldLayoutId id="2147484288" r:id="rId22"/>
    <p:sldLayoutId id="2147484289" r:id="rId23"/>
    <p:sldLayoutId id="2147484290" r:id="rId24"/>
    <p:sldLayoutId id="2147484291" r:id="rId25"/>
    <p:sldLayoutId id="2147484292" r:id="rId26"/>
    <p:sldLayoutId id="2147484293" r:id="rId27"/>
    <p:sldLayoutId id="2147484294" r:id="rId28"/>
    <p:sldLayoutId id="2147484295" r:id="rId29"/>
    <p:sldLayoutId id="2147484296" r:id="rId30"/>
    <p:sldLayoutId id="2147484297" r:id="rId31"/>
    <p:sldLayoutId id="2147484298" r:id="rId32"/>
    <p:sldLayoutId id="2147484299" r:id="rId33"/>
    <p:sldLayoutId id="2147484300" r:id="rId34"/>
    <p:sldLayoutId id="2147484301" r:id="rId35"/>
  </p:sldLayoutIdLst>
  <p:hf sldNum="0" hdr="0" ftr="0" dt="0"/>
  <p:txStyles>
    <p:titleStyle>
      <a:lvl1pPr algn="l" defTabSz="886095" rtl="0" eaLnBrk="1" latinLnBrk="0" hangingPunct="1">
        <a:lnSpc>
          <a:spcPct val="90000"/>
        </a:lnSpc>
        <a:spcBef>
          <a:spcPct val="0"/>
        </a:spcBef>
        <a:buNone/>
        <a:defRPr sz="42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524" indent="-221524" algn="l" defTabSz="886095" rtl="0" eaLnBrk="1" latinLnBrk="0" hangingPunct="1">
        <a:lnSpc>
          <a:spcPct val="90000"/>
        </a:lnSpc>
        <a:spcBef>
          <a:spcPts val="969"/>
        </a:spcBef>
        <a:buFont typeface="Arial" panose="020B0604020202020204" pitchFamily="34" charset="0"/>
        <a:buChar char="•"/>
        <a:defRPr sz="2713" kern="1200">
          <a:solidFill>
            <a:schemeClr val="tx1"/>
          </a:solidFill>
          <a:latin typeface="+mn-lt"/>
          <a:ea typeface="+mn-ea"/>
          <a:cs typeface="+mn-cs"/>
        </a:defRPr>
      </a:lvl1pPr>
      <a:lvl2pPr marL="664571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26" kern="1200">
          <a:solidFill>
            <a:schemeClr val="tx1"/>
          </a:solidFill>
          <a:latin typeface="+mn-lt"/>
          <a:ea typeface="+mn-ea"/>
          <a:cs typeface="+mn-cs"/>
        </a:defRPr>
      </a:lvl2pPr>
      <a:lvl3pPr marL="1107618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38" kern="1200">
          <a:solidFill>
            <a:schemeClr val="tx1"/>
          </a:solidFill>
          <a:latin typeface="+mn-lt"/>
          <a:ea typeface="+mn-ea"/>
          <a:cs typeface="+mn-cs"/>
        </a:defRPr>
      </a:lvl3pPr>
      <a:lvl4pPr marL="1550666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4pPr>
      <a:lvl5pPr marL="1993713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5pPr>
      <a:lvl6pPr marL="2436761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6pPr>
      <a:lvl7pPr marL="2879808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7pPr>
      <a:lvl8pPr marL="3322855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8pPr>
      <a:lvl9pPr marL="3765903" indent="-221524" algn="l" defTabSz="88609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1pPr>
      <a:lvl2pPr marL="443047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2pPr>
      <a:lvl3pPr marL="886095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3pPr>
      <a:lvl4pPr marL="1329142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4pPr>
      <a:lvl5pPr marL="1772189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5pPr>
      <a:lvl6pPr marL="2215237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6pPr>
      <a:lvl7pPr marL="2658284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7pPr>
      <a:lvl8pPr marL="3101332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8pPr>
      <a:lvl9pPr marL="3544379" algn="l" defTabSz="886095" rtl="0" eaLnBrk="1" latinLnBrk="0" hangingPunct="1">
        <a:defRPr sz="17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5" userDrawn="1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pos="1058" userDrawn="1">
          <p15:clr>
            <a:srgbClr val="F26B43"/>
          </p15:clr>
        </p15:guide>
        <p15:guide id="4" pos="2117" userDrawn="1">
          <p15:clr>
            <a:srgbClr val="F26B43"/>
          </p15:clr>
        </p15:guide>
        <p15:guide id="5" pos="4234" userDrawn="1">
          <p15:clr>
            <a:srgbClr val="F26B43"/>
          </p15:clr>
        </p15:guide>
        <p15:guide id="6" pos="5292" userDrawn="1">
          <p15:clr>
            <a:srgbClr val="F26B43"/>
          </p15:clr>
        </p15:guide>
        <p15:guide id="7" pos="635" userDrawn="1">
          <p15:clr>
            <a:srgbClr val="F26B43"/>
          </p15:clr>
        </p15:guide>
        <p15:guide id="8" pos="8150" userDrawn="1">
          <p15:clr>
            <a:srgbClr val="F26B43"/>
          </p15:clr>
        </p15:guide>
        <p15:guide id="9" pos="5715" userDrawn="1">
          <p15:clr>
            <a:srgbClr val="F26B43"/>
          </p15:clr>
        </p15:guide>
        <p15:guide id="10" orient="horz" pos="357" userDrawn="1">
          <p15:clr>
            <a:srgbClr val="F26B43"/>
          </p15:clr>
        </p15:guide>
        <p15:guide id="11" orient="horz" pos="50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81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4" r:id="rId1"/>
    <p:sldLayoutId id="2147484305" r:id="rId2"/>
    <p:sldLayoutId id="2147484306" r:id="rId3"/>
    <p:sldLayoutId id="2147484307" r:id="rId4"/>
    <p:sldLayoutId id="2147484308" r:id="rId5"/>
    <p:sldLayoutId id="2147484309" r:id="rId6"/>
    <p:sldLayoutId id="2147484310" r:id="rId7"/>
    <p:sldLayoutId id="2147484311" r:id="rId8"/>
    <p:sldLayoutId id="2147484312" r:id="rId9"/>
    <p:sldLayoutId id="2147484313" r:id="rId10"/>
    <p:sldLayoutId id="2147484314" r:id="rId11"/>
    <p:sldLayoutId id="2147484315" r:id="rId12"/>
    <p:sldLayoutId id="2147484316" r:id="rId13"/>
    <p:sldLayoutId id="2147484317" r:id="rId14"/>
    <p:sldLayoutId id="2147484318" r:id="rId15"/>
    <p:sldLayoutId id="2147484319" r:id="rId16"/>
    <p:sldLayoutId id="2147484320" r:id="rId17"/>
    <p:sldLayoutId id="2147484321" r:id="rId18"/>
    <p:sldLayoutId id="2147484322" r:id="rId19"/>
    <p:sldLayoutId id="2147484323" r:id="rId20"/>
    <p:sldLayoutId id="2147484324" r:id="rId21"/>
    <p:sldLayoutId id="2147484325" r:id="rId22"/>
    <p:sldLayoutId id="2147484326" r:id="rId23"/>
    <p:sldLayoutId id="2147484327" r:id="rId24"/>
    <p:sldLayoutId id="2147484328" r:id="rId25"/>
    <p:sldLayoutId id="2147484329" r:id="rId26"/>
    <p:sldLayoutId id="2147484330" r:id="rId27"/>
    <p:sldLayoutId id="2147484331" r:id="rId28"/>
    <p:sldLayoutId id="2147484332" r:id="rId29"/>
    <p:sldLayoutId id="2147484333" r:id="rId30"/>
    <p:sldLayoutId id="2147484334" r:id="rId31"/>
    <p:sldLayoutId id="2147484335" r:id="rId32"/>
    <p:sldLayoutId id="2147484336" r:id="rId33"/>
    <p:sldLayoutId id="2147484337" r:id="rId34"/>
  </p:sldLayoutIdLst>
  <p:hf sldNum="0" hdr="0" ftr="0" dt="0"/>
  <p:txStyles>
    <p:titleStyle>
      <a:lvl1pPr algn="l" defTabSz="1008126" rtl="0" eaLnBrk="1" latinLnBrk="0" hangingPunct="1">
        <a:lnSpc>
          <a:spcPct val="90000"/>
        </a:lnSpc>
        <a:spcBef>
          <a:spcPct val="0"/>
        </a:spcBef>
        <a:buNone/>
        <a:defRPr sz="48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32" indent="-252032" algn="l" defTabSz="1008126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56095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60158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221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84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347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6410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473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4536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378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441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504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pos="288">
          <p15:clr>
            <a:srgbClr val="F26B43"/>
          </p15:clr>
        </p15:guide>
        <p15:guide id="3" pos="960">
          <p15:clr>
            <a:srgbClr val="F26B43"/>
          </p15:clr>
        </p15:guide>
        <p15:guide id="4" pos="1920">
          <p15:clr>
            <a:srgbClr val="F26B43"/>
          </p15:clr>
        </p15:guide>
        <p15:guide id="5" pos="3840">
          <p15:clr>
            <a:srgbClr val="F26B43"/>
          </p15:clr>
        </p15:guide>
        <p15:guide id="6" pos="4800">
          <p15:clr>
            <a:srgbClr val="F26B43"/>
          </p15:clr>
        </p15:guide>
        <p15:guide id="7" pos="576">
          <p15:clr>
            <a:srgbClr val="F26B43"/>
          </p15:clr>
        </p15:guide>
        <p15:guide id="8" pos="7392">
          <p15:clr>
            <a:srgbClr val="F26B43"/>
          </p15:clr>
        </p15:guide>
        <p15:guide id="9" pos="5184">
          <p15:clr>
            <a:srgbClr val="F26B43"/>
          </p15:clr>
        </p15:guide>
        <p15:guide id="10" orient="horz" pos="288">
          <p15:clr>
            <a:srgbClr val="F26B43"/>
          </p15:clr>
        </p15:guide>
        <p15:guide id="11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505F-09EF-4BA3-A773-4C7FA48F0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879" y="2012029"/>
            <a:ext cx="9446957" cy="744503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sz="4800" dirty="0">
                <a:latin typeface="Georgia"/>
              </a:rPr>
              <a:t>IAM Design Document</a:t>
            </a:r>
            <a:br>
              <a:rPr lang="en-US" sz="4800" dirty="0">
                <a:latin typeface="Georgia"/>
              </a:rPr>
            </a:br>
            <a:r>
              <a:rPr lang="en-US" sz="4800" dirty="0">
                <a:latin typeface="Georgia"/>
              </a:rPr>
              <a:t>Open questions</a:t>
            </a:r>
            <a:br>
              <a:rPr lang="en-US" sz="4800" dirty="0">
                <a:latin typeface="Georgia"/>
              </a:rPr>
            </a:br>
            <a:r>
              <a:rPr lang="en-US" sz="4800" dirty="0">
                <a:latin typeface="Georgia"/>
              </a:rPr>
              <a:t>By Sections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113593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Placeholder 2">
            <a:extLst>
              <a:ext uri="{FF2B5EF4-FFF2-40B4-BE49-F238E27FC236}">
                <a16:creationId xmlns:a16="http://schemas.microsoft.com/office/drawing/2014/main" id="{53048775-C788-64E6-6E6F-9546F13F676A}"/>
              </a:ext>
            </a:extLst>
          </p:cNvPr>
          <p:cNvSpPr txBox="1">
            <a:spLocks/>
          </p:cNvSpPr>
          <p:nvPr/>
        </p:nvSpPr>
        <p:spPr>
          <a:xfrm>
            <a:off x="376279" y="366797"/>
            <a:ext cx="5922601" cy="62188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0" indent="0" algn="l" defTabSz="886095" rtl="0" eaLnBrk="1" latinLnBrk="0" hangingPunct="1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None/>
              <a:defRPr sz="27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4571" indent="-221524" algn="l" defTabSz="886095" rtl="0" eaLnBrk="1" latinLnBrk="0" hangingPunct="1">
              <a:lnSpc>
                <a:spcPct val="90000"/>
              </a:lnSpc>
              <a:spcBef>
                <a:spcPts val="485"/>
              </a:spcBef>
              <a:buFont typeface="Arial" panose="020B0604020202020204" pitchFamily="34" charset="0"/>
              <a:buChar char="•"/>
              <a:defRPr sz="23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7618" indent="-221524" algn="l" defTabSz="886095" rtl="0" eaLnBrk="1" latinLnBrk="0" hangingPunct="1">
              <a:lnSpc>
                <a:spcPct val="90000"/>
              </a:lnSpc>
              <a:spcBef>
                <a:spcPts val="485"/>
              </a:spcBef>
              <a:buFont typeface="Arial" panose="020B0604020202020204" pitchFamily="34" charset="0"/>
              <a:buChar char="•"/>
              <a:defRPr sz="19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50666" indent="-221524" algn="l" defTabSz="886095" rtl="0" eaLnBrk="1" latinLnBrk="0" hangingPunct="1">
              <a:lnSpc>
                <a:spcPct val="90000"/>
              </a:lnSpc>
              <a:spcBef>
                <a:spcPts val="485"/>
              </a:spcBef>
              <a:buFont typeface="Arial" panose="020B0604020202020204" pitchFamily="34" charset="0"/>
              <a:buChar char="•"/>
              <a:defRPr sz="17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3713" indent="-221524" algn="l" defTabSz="886095" rtl="0" eaLnBrk="1" latinLnBrk="0" hangingPunct="1">
              <a:lnSpc>
                <a:spcPct val="90000"/>
              </a:lnSpc>
              <a:spcBef>
                <a:spcPts val="485"/>
              </a:spcBef>
              <a:buFont typeface="Arial" panose="020B0604020202020204" pitchFamily="34" charset="0"/>
              <a:buChar char="•"/>
              <a:defRPr sz="17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36761" indent="-221524" algn="l" defTabSz="886095" rtl="0" eaLnBrk="1" latinLnBrk="0" hangingPunct="1">
              <a:lnSpc>
                <a:spcPct val="90000"/>
              </a:lnSpc>
              <a:spcBef>
                <a:spcPts val="485"/>
              </a:spcBef>
              <a:buFont typeface="Arial" panose="020B0604020202020204" pitchFamily="34" charset="0"/>
              <a:buChar char="•"/>
              <a:defRPr sz="17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9808" indent="-221524" algn="l" defTabSz="886095" rtl="0" eaLnBrk="1" latinLnBrk="0" hangingPunct="1">
              <a:lnSpc>
                <a:spcPct val="90000"/>
              </a:lnSpc>
              <a:spcBef>
                <a:spcPts val="485"/>
              </a:spcBef>
              <a:buFont typeface="Arial" panose="020B0604020202020204" pitchFamily="34" charset="0"/>
              <a:buChar char="•"/>
              <a:defRPr sz="17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22855" indent="-221524" algn="l" defTabSz="886095" rtl="0" eaLnBrk="1" latinLnBrk="0" hangingPunct="1">
              <a:lnSpc>
                <a:spcPct val="90000"/>
              </a:lnSpc>
              <a:spcBef>
                <a:spcPts val="485"/>
              </a:spcBef>
              <a:buFont typeface="Arial" panose="020B0604020202020204" pitchFamily="34" charset="0"/>
              <a:buChar char="•"/>
              <a:defRPr sz="17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65903" indent="-221524" algn="l" defTabSz="886095" rtl="0" eaLnBrk="1" latinLnBrk="0" hangingPunct="1">
              <a:lnSpc>
                <a:spcPct val="90000"/>
              </a:lnSpc>
              <a:spcBef>
                <a:spcPts val="485"/>
              </a:spcBef>
              <a:buFont typeface="Arial" panose="020B0604020202020204" pitchFamily="34" charset="0"/>
              <a:buChar char="•"/>
              <a:defRPr sz="17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ea typeface="Calibri"/>
                <a:cs typeface="Calibri Light"/>
              </a:rPr>
              <a:t>IAM</a:t>
            </a:r>
            <a:r>
              <a:rPr lang="en-US" sz="2800">
                <a:ea typeface="Calibri Light"/>
                <a:cs typeface="Calibri"/>
              </a:rPr>
              <a:t> </a:t>
            </a:r>
            <a:r>
              <a:rPr lang="en-US" sz="2800">
                <a:ea typeface="Calibri"/>
                <a:cs typeface="Calibri Light"/>
              </a:rPr>
              <a:t>End State Architecture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02DA1B-3FD2-C391-C3EB-B6625E269730}"/>
              </a:ext>
            </a:extLst>
          </p:cNvPr>
          <p:cNvSpPr txBox="1"/>
          <p:nvPr/>
        </p:nvSpPr>
        <p:spPr>
          <a:xfrm>
            <a:off x="8682621" y="5934430"/>
            <a:ext cx="1171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08126"/>
            <a:r>
              <a:rPr lang="en-US" sz="120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Ticketing / Provisioning  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E7DA4CF-FB44-04D3-CA4C-467655DD8147}"/>
              </a:ext>
            </a:extLst>
          </p:cNvPr>
          <p:cNvSpPr txBox="1"/>
          <p:nvPr/>
        </p:nvSpPr>
        <p:spPr>
          <a:xfrm>
            <a:off x="409107" y="3695688"/>
            <a:ext cx="951859" cy="471126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algn="ctr" defTabSz="1008126"/>
            <a:r>
              <a:rPr lang="en-US" sz="1200">
                <a:solidFill>
                  <a:prstClr val="black"/>
                </a:solidFill>
                <a:ea typeface="Open Sans"/>
                <a:cs typeface="Open Sans"/>
              </a:rPr>
              <a:t>Hiring Manager</a:t>
            </a:r>
            <a:endParaRPr lang="en-US" sz="1200">
              <a:solidFill>
                <a:prstClr val="black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93D88F8-C6F6-48C1-F0AB-3DADE541FB67}"/>
              </a:ext>
            </a:extLst>
          </p:cNvPr>
          <p:cNvSpPr txBox="1"/>
          <p:nvPr/>
        </p:nvSpPr>
        <p:spPr>
          <a:xfrm>
            <a:off x="6510220" y="5924969"/>
            <a:ext cx="1459948" cy="471126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algn="ctr" defTabSz="1008126"/>
            <a:r>
              <a:rPr lang="en-US" sz="1200">
                <a:solidFill>
                  <a:prstClr val="black"/>
                </a:solidFill>
                <a:ea typeface="Open Sans"/>
                <a:cs typeface="Open Sans"/>
              </a:rPr>
              <a:t>Request based </a:t>
            </a:r>
          </a:p>
          <a:p>
            <a:pPr algn="ctr" defTabSz="1008126"/>
            <a:r>
              <a:rPr lang="en-US" sz="1200">
                <a:solidFill>
                  <a:prstClr val="black"/>
                </a:solidFill>
                <a:ea typeface="Open Sans"/>
                <a:cs typeface="Open Sans"/>
              </a:rPr>
              <a:t>access provisioning</a:t>
            </a:r>
            <a:r>
              <a:rPr lang="en-US" sz="120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8556483-D8A2-0943-56CD-15EB92C35CC0}"/>
              </a:ext>
            </a:extLst>
          </p:cNvPr>
          <p:cNvSpPr txBox="1"/>
          <p:nvPr/>
        </p:nvSpPr>
        <p:spPr>
          <a:xfrm>
            <a:off x="10283189" y="5740274"/>
            <a:ext cx="1411343" cy="655792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marL="0" marR="0" lvl="0" indent="0" algn="ctr" defTabSz="1008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/>
                <a:cs typeface="Open Sans"/>
              </a:rPr>
              <a:t>User  access Provisioning/</a:t>
            </a:r>
          </a:p>
          <a:p>
            <a:pPr marL="0" marR="0" lvl="0" indent="0" algn="ctr" defTabSz="1008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/>
                <a:cs typeface="Open Sans"/>
              </a:rPr>
              <a:t>de-provisioning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015F6074-6E1C-1DF3-4981-6F970012EE37}"/>
              </a:ext>
            </a:extLst>
          </p:cNvPr>
          <p:cNvSpPr/>
          <p:nvPr/>
        </p:nvSpPr>
        <p:spPr>
          <a:xfrm>
            <a:off x="6977350" y="6450292"/>
            <a:ext cx="1774680" cy="649007"/>
          </a:xfrm>
          <a:prstGeom prst="roundRect">
            <a:avLst/>
          </a:prstGeom>
          <a:solidFill>
            <a:srgbClr val="F2F2F2"/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13440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72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9BCC070-FBD6-D9E3-B6C2-70A00BE23479}"/>
              </a:ext>
            </a:extLst>
          </p:cNvPr>
          <p:cNvSpPr/>
          <p:nvPr/>
        </p:nvSpPr>
        <p:spPr>
          <a:xfrm>
            <a:off x="705582" y="6491475"/>
            <a:ext cx="1853384" cy="608130"/>
          </a:xfrm>
          <a:prstGeom prst="roundRect">
            <a:avLst/>
          </a:prstGeom>
          <a:solidFill>
            <a:srgbClr val="F2F2F2"/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13440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72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4661AE23-B28C-7E45-FD7C-2826D9AB1C63}"/>
              </a:ext>
            </a:extLst>
          </p:cNvPr>
          <p:cNvSpPr/>
          <p:nvPr/>
        </p:nvSpPr>
        <p:spPr>
          <a:xfrm>
            <a:off x="8952677" y="6450293"/>
            <a:ext cx="1445791" cy="645603"/>
          </a:xfrm>
          <a:prstGeom prst="roundRect">
            <a:avLst/>
          </a:prstGeom>
          <a:solidFill>
            <a:srgbClr val="F2F2F2"/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13440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72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C82C83B4-E8FA-5EB3-4843-D3C800EA3328}"/>
              </a:ext>
            </a:extLst>
          </p:cNvPr>
          <p:cNvSpPr/>
          <p:nvPr/>
        </p:nvSpPr>
        <p:spPr>
          <a:xfrm>
            <a:off x="2731580" y="6462993"/>
            <a:ext cx="1811269" cy="631262"/>
          </a:xfrm>
          <a:prstGeom prst="roundRect">
            <a:avLst/>
          </a:prstGeom>
          <a:solidFill>
            <a:srgbClr val="F2F2F2"/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13440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72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DB863AC2-D798-E88C-5488-285E241FD84F}"/>
              </a:ext>
            </a:extLst>
          </p:cNvPr>
          <p:cNvSpPr/>
          <p:nvPr/>
        </p:nvSpPr>
        <p:spPr>
          <a:xfrm>
            <a:off x="4784226" y="6475354"/>
            <a:ext cx="1774680" cy="607082"/>
          </a:xfrm>
          <a:prstGeom prst="roundRect">
            <a:avLst/>
          </a:prstGeom>
          <a:solidFill>
            <a:srgbClr val="F2F2F2"/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13440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72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2F84295-8975-06A2-8748-EE9D9A57FCE4}"/>
              </a:ext>
            </a:extLst>
          </p:cNvPr>
          <p:cNvSpPr txBox="1"/>
          <p:nvPr/>
        </p:nvSpPr>
        <p:spPr>
          <a:xfrm>
            <a:off x="549014" y="5927283"/>
            <a:ext cx="1411343" cy="471126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marL="0" marR="0" lvl="0" indent="0" algn="ctr" defTabSz="1008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/>
                <a:cs typeface="Open Sans"/>
              </a:rPr>
              <a:t>User Roles Provisioning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Rounded Rectangle 49">
            <a:extLst>
              <a:ext uri="{FF2B5EF4-FFF2-40B4-BE49-F238E27FC236}">
                <a16:creationId xmlns:a16="http://schemas.microsoft.com/office/drawing/2014/main" id="{C2B78FCC-AD5F-1F09-BC8B-4E8BCF09E073}"/>
              </a:ext>
            </a:extLst>
          </p:cNvPr>
          <p:cNvSpPr/>
          <p:nvPr/>
        </p:nvSpPr>
        <p:spPr>
          <a:xfrm>
            <a:off x="4537274" y="1657661"/>
            <a:ext cx="4260067" cy="3360732"/>
          </a:xfrm>
          <a:prstGeom prst="roundRect">
            <a:avLst>
              <a:gd name="adj" fmla="val 4368"/>
            </a:avLst>
          </a:prstGeom>
          <a:solidFill>
            <a:sysClr val="window" lastClr="FFFFFF">
              <a:lumMod val="95000"/>
            </a:sysClr>
          </a:solidFill>
          <a:ln w="317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440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72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Rounded Rectangle 120">
            <a:extLst>
              <a:ext uri="{FF2B5EF4-FFF2-40B4-BE49-F238E27FC236}">
                <a16:creationId xmlns:a16="http://schemas.microsoft.com/office/drawing/2014/main" id="{280F979C-C9D2-3420-E544-BA8C4071ADF7}"/>
              </a:ext>
            </a:extLst>
          </p:cNvPr>
          <p:cNvSpPr/>
          <p:nvPr/>
        </p:nvSpPr>
        <p:spPr>
          <a:xfrm>
            <a:off x="4717705" y="3368178"/>
            <a:ext cx="1884852" cy="472886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Automated Provisioning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Deprovisioning</a:t>
            </a:r>
          </a:p>
        </p:txBody>
      </p:sp>
      <p:sp>
        <p:nvSpPr>
          <p:cNvPr id="67" name="Rounded Rectangle 120">
            <a:extLst>
              <a:ext uri="{FF2B5EF4-FFF2-40B4-BE49-F238E27FC236}">
                <a16:creationId xmlns:a16="http://schemas.microsoft.com/office/drawing/2014/main" id="{DFC03EAD-2E0D-0ADC-D714-86A5F721D158}"/>
              </a:ext>
            </a:extLst>
          </p:cNvPr>
          <p:cNvSpPr/>
          <p:nvPr/>
        </p:nvSpPr>
        <p:spPr>
          <a:xfrm>
            <a:off x="4718792" y="4221107"/>
            <a:ext cx="1884852" cy="472886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Access Request &amp; Approvals</a:t>
            </a:r>
          </a:p>
        </p:txBody>
      </p:sp>
      <p:sp>
        <p:nvSpPr>
          <p:cNvPr id="68" name="Rounded Rectangle 120">
            <a:extLst>
              <a:ext uri="{FF2B5EF4-FFF2-40B4-BE49-F238E27FC236}">
                <a16:creationId xmlns:a16="http://schemas.microsoft.com/office/drawing/2014/main" id="{968AEFB1-281B-9D80-611C-D597A7040899}"/>
              </a:ext>
            </a:extLst>
          </p:cNvPr>
          <p:cNvSpPr/>
          <p:nvPr/>
        </p:nvSpPr>
        <p:spPr>
          <a:xfrm>
            <a:off x="6770332" y="2485243"/>
            <a:ext cx="1910268" cy="506690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Access Reviews</a:t>
            </a:r>
          </a:p>
        </p:txBody>
      </p:sp>
      <p:sp>
        <p:nvSpPr>
          <p:cNvPr id="69" name="Rounded Rectangle 120">
            <a:extLst>
              <a:ext uri="{FF2B5EF4-FFF2-40B4-BE49-F238E27FC236}">
                <a16:creationId xmlns:a16="http://schemas.microsoft.com/office/drawing/2014/main" id="{B596FE08-F98A-579A-D00F-A106D51F4898}"/>
              </a:ext>
            </a:extLst>
          </p:cNvPr>
          <p:cNvSpPr/>
          <p:nvPr/>
        </p:nvSpPr>
        <p:spPr>
          <a:xfrm>
            <a:off x="6768226" y="3374330"/>
            <a:ext cx="1912378" cy="467780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Role Based Access Control (RBAC) </a:t>
            </a:r>
          </a:p>
        </p:txBody>
      </p:sp>
      <p:sp>
        <p:nvSpPr>
          <p:cNvPr id="70" name="Rounded Rectangle 120">
            <a:extLst>
              <a:ext uri="{FF2B5EF4-FFF2-40B4-BE49-F238E27FC236}">
                <a16:creationId xmlns:a16="http://schemas.microsoft.com/office/drawing/2014/main" id="{CB775D6C-9FD9-B5A2-A33F-CFE9E0FA57E5}"/>
              </a:ext>
            </a:extLst>
          </p:cNvPr>
          <p:cNvSpPr/>
          <p:nvPr/>
        </p:nvSpPr>
        <p:spPr>
          <a:xfrm>
            <a:off x="6776601" y="4225086"/>
            <a:ext cx="1903988" cy="46778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Reports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4A0658-14AB-7746-C2BA-F1AE4712F745}"/>
              </a:ext>
            </a:extLst>
          </p:cNvPr>
          <p:cNvSpPr txBox="1"/>
          <p:nvPr/>
        </p:nvSpPr>
        <p:spPr>
          <a:xfrm>
            <a:off x="3472301" y="3163836"/>
            <a:ext cx="1042994" cy="557945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marL="0" marR="0" lvl="0" indent="0" algn="ctr" defTabSz="1008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/>
                <a:cs typeface="Open Sans"/>
              </a:rPr>
              <a:t>Demographic</a:t>
            </a:r>
            <a:r>
              <a:rPr kumimoji="0" lang="en-US" sz="882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/>
                <a:cs typeface="Open Sans"/>
              </a:rPr>
              <a:t> HR Data for JML</a:t>
            </a:r>
            <a:endParaRPr kumimoji="0" lang="en-US" sz="198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1008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82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2" name="Graphic 71" descr="User with solid fill">
            <a:extLst>
              <a:ext uri="{FF2B5EF4-FFF2-40B4-BE49-F238E27FC236}">
                <a16:creationId xmlns:a16="http://schemas.microsoft.com/office/drawing/2014/main" id="{7B2C9ABC-B601-31D6-9812-640DEE991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024" y="3230919"/>
            <a:ext cx="439024" cy="439024"/>
          </a:xfrm>
          <a:prstGeom prst="rect">
            <a:avLst/>
          </a:prstGeom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D469D02-72DE-EDF0-6F78-6C17C3F7EAF2}"/>
              </a:ext>
            </a:extLst>
          </p:cNvPr>
          <p:cNvCxnSpPr>
            <a:cxnSpLocks/>
          </p:cNvCxnSpPr>
          <p:nvPr/>
        </p:nvCxnSpPr>
        <p:spPr>
          <a:xfrm>
            <a:off x="1055937" y="3563570"/>
            <a:ext cx="439024" cy="0"/>
          </a:xfrm>
          <a:prstGeom prst="straightConnector1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76" name="Rounded Rectangle 120">
            <a:extLst>
              <a:ext uri="{FF2B5EF4-FFF2-40B4-BE49-F238E27FC236}">
                <a16:creationId xmlns:a16="http://schemas.microsoft.com/office/drawing/2014/main" id="{0BCAA8BD-49BF-314F-5CDA-F965C3F665C8}"/>
              </a:ext>
            </a:extLst>
          </p:cNvPr>
          <p:cNvSpPr/>
          <p:nvPr/>
        </p:nvSpPr>
        <p:spPr>
          <a:xfrm>
            <a:off x="4720585" y="2503609"/>
            <a:ext cx="1872536" cy="498476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User Lifecycle Management</a:t>
            </a:r>
          </a:p>
        </p:txBody>
      </p:sp>
      <p:sp>
        <p:nvSpPr>
          <p:cNvPr id="81" name="Rectangle: Top Corners Rounded 80">
            <a:extLst>
              <a:ext uri="{FF2B5EF4-FFF2-40B4-BE49-F238E27FC236}">
                <a16:creationId xmlns:a16="http://schemas.microsoft.com/office/drawing/2014/main" id="{10B0B39C-5079-EA6D-E3E1-5D67053209B1}"/>
              </a:ext>
            </a:extLst>
          </p:cNvPr>
          <p:cNvSpPr/>
          <p:nvPr/>
        </p:nvSpPr>
        <p:spPr bwMode="gray">
          <a:xfrm>
            <a:off x="4534594" y="1349766"/>
            <a:ext cx="4275312" cy="875632"/>
          </a:xfrm>
          <a:prstGeom prst="round2SameRect">
            <a:avLst>
              <a:gd name="adj1" fmla="val 45387"/>
              <a:gd name="adj2" fmla="val 0"/>
            </a:avLst>
          </a:prstGeom>
          <a:solidFill>
            <a:srgbClr val="4472C4"/>
          </a:solidFill>
          <a:ln w="19050" algn="ctr">
            <a:noFill/>
            <a:miter lim="800000"/>
            <a:headEnd/>
            <a:tailEnd/>
          </a:ln>
        </p:spPr>
        <p:txBody>
          <a:bodyPr wrap="square" lIns="98010" tIns="98010" rIns="98010" bIns="98010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SailPoint</a:t>
            </a:r>
            <a:endParaRPr kumimoji="0" lang="en-US" sz="2646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6EA0E8F-C59C-976F-6C77-58CCB51713D2}"/>
              </a:ext>
            </a:extLst>
          </p:cNvPr>
          <p:cNvSpPr txBox="1"/>
          <p:nvPr/>
        </p:nvSpPr>
        <p:spPr>
          <a:xfrm>
            <a:off x="3303527" y="3630193"/>
            <a:ext cx="1340922" cy="471126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algn="ctr" defTabSz="1008126"/>
            <a:r>
              <a:rPr lang="en-US" sz="1200">
                <a:solidFill>
                  <a:prstClr val="black"/>
                </a:solidFill>
                <a:ea typeface="Open Sans"/>
                <a:cs typeface="Open Sans"/>
              </a:rPr>
              <a:t>Update </a:t>
            </a:r>
          </a:p>
          <a:p>
            <a:pPr algn="ctr" defTabSz="1008126"/>
            <a:r>
              <a:rPr lang="en-US" sz="1200">
                <a:solidFill>
                  <a:prstClr val="black"/>
                </a:solidFill>
                <a:ea typeface="Open Sans"/>
                <a:cs typeface="Open Sans"/>
              </a:rPr>
              <a:t>Email Data </a:t>
            </a:r>
            <a:endParaRPr lang="en-US" sz="1200">
              <a:solidFill>
                <a:prstClr val="black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3753909-D65E-B6AF-96C5-6E59EE1D88CF}"/>
              </a:ext>
            </a:extLst>
          </p:cNvPr>
          <p:cNvCxnSpPr>
            <a:cxnSpLocks/>
          </p:cNvCxnSpPr>
          <p:nvPr/>
        </p:nvCxnSpPr>
        <p:spPr>
          <a:xfrm flipH="1">
            <a:off x="3373230" y="3599440"/>
            <a:ext cx="1164044" cy="6612"/>
          </a:xfrm>
          <a:prstGeom prst="straightConnector1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94" name="Rounded Rectangle 49">
            <a:extLst>
              <a:ext uri="{FF2B5EF4-FFF2-40B4-BE49-F238E27FC236}">
                <a16:creationId xmlns:a16="http://schemas.microsoft.com/office/drawing/2014/main" id="{2972DEDB-E737-1429-9A8B-DB858DAA448B}"/>
              </a:ext>
            </a:extLst>
          </p:cNvPr>
          <p:cNvSpPr/>
          <p:nvPr/>
        </p:nvSpPr>
        <p:spPr>
          <a:xfrm>
            <a:off x="1523617" y="2888397"/>
            <a:ext cx="1848121" cy="1377868"/>
          </a:xfrm>
          <a:prstGeom prst="roundRect">
            <a:avLst>
              <a:gd name="adj" fmla="val 9481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440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82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5" name="Rectangle: Top Corners Rounded 94">
            <a:extLst>
              <a:ext uri="{FF2B5EF4-FFF2-40B4-BE49-F238E27FC236}">
                <a16:creationId xmlns:a16="http://schemas.microsoft.com/office/drawing/2014/main" id="{7B56B3B0-F6C8-1351-9F71-B553121CE85C}"/>
              </a:ext>
            </a:extLst>
          </p:cNvPr>
          <p:cNvSpPr/>
          <p:nvPr/>
        </p:nvSpPr>
        <p:spPr bwMode="gray">
          <a:xfrm>
            <a:off x="1518360" y="2584148"/>
            <a:ext cx="1859277" cy="535482"/>
          </a:xfrm>
          <a:prstGeom prst="round2SameRect">
            <a:avLst>
              <a:gd name="adj1" fmla="val 45387"/>
              <a:gd name="adj2" fmla="val 0"/>
            </a:avLst>
          </a:prstGeom>
          <a:solidFill>
            <a:srgbClr val="4472C4"/>
          </a:solidFill>
          <a:ln w="19050" algn="ctr">
            <a:noFill/>
            <a:miter lim="800000"/>
            <a:headEnd/>
            <a:tailEnd/>
          </a:ln>
        </p:spPr>
        <p:txBody>
          <a:bodyPr wrap="square" lIns="98010" tIns="98010" rIns="98010" bIns="98010" rtlCol="0" anchor="ctr"/>
          <a:lstStyle/>
          <a:p>
            <a:pPr marL="0" marR="0" lvl="0" indent="0" algn="ctr" defTabSz="1008075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 Light"/>
              <a:cs typeface="Calibri Light"/>
            </a:endParaRPr>
          </a:p>
          <a:p>
            <a:pPr marL="0" marR="0" lvl="0" indent="0" algn="ctr" defTabSz="1008075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Calibri Light"/>
                <a:cs typeface="Calibri Light"/>
              </a:rPr>
              <a:t>Authoritative Sources (Associates &amp; NEP)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1008075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Verdana"/>
              <a:cs typeface="Verdana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2B0C6A8-C6C7-8D0D-6A92-C377247342AD}"/>
              </a:ext>
            </a:extLst>
          </p:cNvPr>
          <p:cNvSpPr txBox="1"/>
          <p:nvPr/>
        </p:nvSpPr>
        <p:spPr>
          <a:xfrm>
            <a:off x="2500008" y="5931486"/>
            <a:ext cx="1411343" cy="471126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marL="0" marR="0" lvl="0" indent="0" algn="ctr" defTabSz="1008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/>
                <a:cs typeface="Open Sans"/>
              </a:rPr>
              <a:t>User Roles Provisioning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538E489-BCB8-E49E-DD38-BF8E00FD3757}"/>
              </a:ext>
            </a:extLst>
          </p:cNvPr>
          <p:cNvSpPr/>
          <p:nvPr/>
        </p:nvSpPr>
        <p:spPr>
          <a:xfrm>
            <a:off x="10565714" y="571500"/>
            <a:ext cx="1774680" cy="1284074"/>
          </a:xfrm>
          <a:prstGeom prst="roundRect">
            <a:avLst/>
          </a:prstGeom>
          <a:solidFill>
            <a:srgbClr val="F2F2F2"/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13440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72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2988EB-9336-96A7-58B7-D1B373098CFF}"/>
              </a:ext>
            </a:extLst>
          </p:cNvPr>
          <p:cNvSpPr txBox="1"/>
          <p:nvPr/>
        </p:nvSpPr>
        <p:spPr>
          <a:xfrm>
            <a:off x="8879000" y="2660340"/>
            <a:ext cx="1612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08126"/>
            <a:r>
              <a:rPr lang="en-US" sz="1200" b="1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Automated</a:t>
            </a:r>
            <a:r>
              <a:rPr lang="en-US" sz="120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access provisioning / </a:t>
            </a:r>
          </a:p>
          <a:p>
            <a:pPr algn="ctr" defTabSz="1008126"/>
            <a:r>
              <a:rPr lang="en-US" sz="120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de-provisioning 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A5A5C4C-038E-560F-9345-9E822686C2CC}"/>
              </a:ext>
            </a:extLst>
          </p:cNvPr>
          <p:cNvGrpSpPr/>
          <p:nvPr/>
        </p:nvGrpSpPr>
        <p:grpSpPr>
          <a:xfrm>
            <a:off x="10584894" y="3794942"/>
            <a:ext cx="325671" cy="334613"/>
            <a:chOff x="3907712" y="1110808"/>
            <a:chExt cx="494530" cy="428567"/>
          </a:xfrm>
          <a:solidFill>
            <a:sysClr val="window" lastClr="FFFFFF"/>
          </a:solidFill>
        </p:grpSpPr>
        <p:sp>
          <p:nvSpPr>
            <p:cNvPr id="78" name="Isosceles Triangle 41">
              <a:extLst>
                <a:ext uri="{FF2B5EF4-FFF2-40B4-BE49-F238E27FC236}">
                  <a16:creationId xmlns:a16="http://schemas.microsoft.com/office/drawing/2014/main" id="{35B97F79-9A19-AC29-F9A2-B46D2A89B62B}"/>
                </a:ext>
              </a:extLst>
            </p:cNvPr>
            <p:cNvSpPr/>
            <p:nvPr/>
          </p:nvSpPr>
          <p:spPr>
            <a:xfrm>
              <a:off x="4023201" y="1110808"/>
              <a:ext cx="379041" cy="428567"/>
            </a:xfrm>
            <a:custGeom>
              <a:avLst/>
              <a:gdLst>
                <a:gd name="connsiteX0" fmla="*/ 0 w 1457960"/>
                <a:gd name="connsiteY0" fmla="*/ 1254760 h 1254760"/>
                <a:gd name="connsiteX1" fmla="*/ 728980 w 1457960"/>
                <a:gd name="connsiteY1" fmla="*/ 0 h 1254760"/>
                <a:gd name="connsiteX2" fmla="*/ 1457960 w 1457960"/>
                <a:gd name="connsiteY2" fmla="*/ 1254760 h 1254760"/>
                <a:gd name="connsiteX3" fmla="*/ 0 w 1457960"/>
                <a:gd name="connsiteY3" fmla="*/ 1254760 h 1254760"/>
                <a:gd name="connsiteX0" fmla="*/ 0 w 1457960"/>
                <a:gd name="connsiteY0" fmla="*/ 1386840 h 1386840"/>
                <a:gd name="connsiteX1" fmla="*/ 378460 w 1457960"/>
                <a:gd name="connsiteY1" fmla="*/ 0 h 1386840"/>
                <a:gd name="connsiteX2" fmla="*/ 1457960 w 1457960"/>
                <a:gd name="connsiteY2" fmla="*/ 1386840 h 1386840"/>
                <a:gd name="connsiteX3" fmla="*/ 0 w 1457960"/>
                <a:gd name="connsiteY3" fmla="*/ 1386840 h 1386840"/>
                <a:gd name="connsiteX0" fmla="*/ 0 w 1407160"/>
                <a:gd name="connsiteY0" fmla="*/ 1386840 h 1386840"/>
                <a:gd name="connsiteX1" fmla="*/ 378460 w 1407160"/>
                <a:gd name="connsiteY1" fmla="*/ 0 h 1386840"/>
                <a:gd name="connsiteX2" fmla="*/ 1407160 w 1407160"/>
                <a:gd name="connsiteY2" fmla="*/ 1188720 h 1386840"/>
                <a:gd name="connsiteX3" fmla="*/ 0 w 1407160"/>
                <a:gd name="connsiteY3" fmla="*/ 1386840 h 1386840"/>
                <a:gd name="connsiteX0" fmla="*/ 0 w 1463040"/>
                <a:gd name="connsiteY0" fmla="*/ 1508760 h 1508760"/>
                <a:gd name="connsiteX1" fmla="*/ 434340 w 1463040"/>
                <a:gd name="connsiteY1" fmla="*/ 0 h 1508760"/>
                <a:gd name="connsiteX2" fmla="*/ 1463040 w 1463040"/>
                <a:gd name="connsiteY2" fmla="*/ 1188720 h 1508760"/>
                <a:gd name="connsiteX3" fmla="*/ 0 w 1463040"/>
                <a:gd name="connsiteY3" fmla="*/ 1508760 h 150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3040" h="1508760">
                  <a:moveTo>
                    <a:pt x="0" y="1508760"/>
                  </a:moveTo>
                  <a:lnTo>
                    <a:pt x="434340" y="0"/>
                  </a:lnTo>
                  <a:lnTo>
                    <a:pt x="1463040" y="1188720"/>
                  </a:lnTo>
                  <a:lnTo>
                    <a:pt x="0" y="1508760"/>
                  </a:lnTo>
                  <a:close/>
                </a:path>
              </a:pathLst>
            </a:custGeom>
            <a:grpFill/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080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2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Isosceles Triangle 42">
              <a:extLst>
                <a:ext uri="{FF2B5EF4-FFF2-40B4-BE49-F238E27FC236}">
                  <a16:creationId xmlns:a16="http://schemas.microsoft.com/office/drawing/2014/main" id="{F648E0EB-C1B5-0305-A530-E10A5E441E1E}"/>
                </a:ext>
              </a:extLst>
            </p:cNvPr>
            <p:cNvSpPr/>
            <p:nvPr/>
          </p:nvSpPr>
          <p:spPr>
            <a:xfrm>
              <a:off x="3907712" y="1114615"/>
              <a:ext cx="230977" cy="424760"/>
            </a:xfrm>
            <a:custGeom>
              <a:avLst/>
              <a:gdLst>
                <a:gd name="connsiteX0" fmla="*/ 0 w 1315720"/>
                <a:gd name="connsiteY0" fmla="*/ 1175319 h 1175319"/>
                <a:gd name="connsiteX1" fmla="*/ 657860 w 1315720"/>
                <a:gd name="connsiteY1" fmla="*/ 0 h 1175319"/>
                <a:gd name="connsiteX2" fmla="*/ 1315720 w 1315720"/>
                <a:gd name="connsiteY2" fmla="*/ 1175319 h 1175319"/>
                <a:gd name="connsiteX3" fmla="*/ 0 w 1315720"/>
                <a:gd name="connsiteY3" fmla="*/ 1175319 h 1175319"/>
                <a:gd name="connsiteX0" fmla="*/ 0 w 1315720"/>
                <a:gd name="connsiteY0" fmla="*/ 1393759 h 1393759"/>
                <a:gd name="connsiteX1" fmla="*/ 922020 w 1315720"/>
                <a:gd name="connsiteY1" fmla="*/ 0 h 1393759"/>
                <a:gd name="connsiteX2" fmla="*/ 1315720 w 1315720"/>
                <a:gd name="connsiteY2" fmla="*/ 1393759 h 1393759"/>
                <a:gd name="connsiteX3" fmla="*/ 0 w 1315720"/>
                <a:gd name="connsiteY3" fmla="*/ 1393759 h 1393759"/>
                <a:gd name="connsiteX0" fmla="*/ 0 w 1285240"/>
                <a:gd name="connsiteY0" fmla="*/ 850199 h 1393759"/>
                <a:gd name="connsiteX1" fmla="*/ 891540 w 1285240"/>
                <a:gd name="connsiteY1" fmla="*/ 0 h 1393759"/>
                <a:gd name="connsiteX2" fmla="*/ 1285240 w 1285240"/>
                <a:gd name="connsiteY2" fmla="*/ 1393759 h 1393759"/>
                <a:gd name="connsiteX3" fmla="*/ 0 w 1285240"/>
                <a:gd name="connsiteY3" fmla="*/ 850199 h 1393759"/>
                <a:gd name="connsiteX0" fmla="*/ 0 w 891540"/>
                <a:gd name="connsiteY0" fmla="*/ 850199 h 1464879"/>
                <a:gd name="connsiteX1" fmla="*/ 891540 w 891540"/>
                <a:gd name="connsiteY1" fmla="*/ 0 h 1464879"/>
                <a:gd name="connsiteX2" fmla="*/ 462280 w 891540"/>
                <a:gd name="connsiteY2" fmla="*/ 1464879 h 1464879"/>
                <a:gd name="connsiteX3" fmla="*/ 0 w 891540"/>
                <a:gd name="connsiteY3" fmla="*/ 850199 h 1464879"/>
                <a:gd name="connsiteX0" fmla="*/ 0 w 891540"/>
                <a:gd name="connsiteY0" fmla="*/ 850199 h 1495359"/>
                <a:gd name="connsiteX1" fmla="*/ 891540 w 891540"/>
                <a:gd name="connsiteY1" fmla="*/ 0 h 1495359"/>
                <a:gd name="connsiteX2" fmla="*/ 462280 w 891540"/>
                <a:gd name="connsiteY2" fmla="*/ 1495359 h 1495359"/>
                <a:gd name="connsiteX3" fmla="*/ 0 w 891540"/>
                <a:gd name="connsiteY3" fmla="*/ 850199 h 149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1540" h="1495359">
                  <a:moveTo>
                    <a:pt x="0" y="850199"/>
                  </a:moveTo>
                  <a:lnTo>
                    <a:pt x="891540" y="0"/>
                  </a:lnTo>
                  <a:lnTo>
                    <a:pt x="462280" y="1495359"/>
                  </a:lnTo>
                  <a:lnTo>
                    <a:pt x="0" y="850199"/>
                  </a:lnTo>
                  <a:close/>
                </a:path>
              </a:pathLst>
            </a:custGeom>
            <a:grpFill/>
            <a:ln w="952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080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2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33883069-2B36-2006-A64C-A566D43A29E8}"/>
              </a:ext>
            </a:extLst>
          </p:cNvPr>
          <p:cNvSpPr txBox="1"/>
          <p:nvPr/>
        </p:nvSpPr>
        <p:spPr>
          <a:xfrm>
            <a:off x="8950456" y="3395772"/>
            <a:ext cx="1411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08126"/>
            <a:r>
              <a:rPr lang="en-US" sz="1200">
                <a:solidFill>
                  <a:prstClr val="black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Data aggregation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F2DF752-3EAC-C007-6E02-FF0E4278698D}"/>
              </a:ext>
            </a:extLst>
          </p:cNvPr>
          <p:cNvSpPr txBox="1"/>
          <p:nvPr/>
        </p:nvSpPr>
        <p:spPr>
          <a:xfrm>
            <a:off x="9098707" y="1905648"/>
            <a:ext cx="2430725" cy="471126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marL="0" marR="0" lvl="0" indent="0" algn="ctr" defTabSz="1008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lt"/>
                <a:cs typeface="Calibri" panose="020F0502020204030204"/>
              </a:rPr>
              <a:t>Synchronization between AD and Azure AD for consistent data flow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28366DB1-40A6-7F4B-4881-96CD6A91734B}"/>
              </a:ext>
            </a:extLst>
          </p:cNvPr>
          <p:cNvSpPr/>
          <p:nvPr/>
        </p:nvSpPr>
        <p:spPr>
          <a:xfrm>
            <a:off x="10555213" y="2385101"/>
            <a:ext cx="1774680" cy="1894972"/>
          </a:xfrm>
          <a:prstGeom prst="roundRect">
            <a:avLst/>
          </a:prstGeom>
          <a:solidFill>
            <a:srgbClr val="F2F2F2"/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13440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9" name="Rounded Rectangle 120">
            <a:extLst>
              <a:ext uri="{FF2B5EF4-FFF2-40B4-BE49-F238E27FC236}">
                <a16:creationId xmlns:a16="http://schemas.microsoft.com/office/drawing/2014/main" id="{685CD749-686A-7A3C-CED7-67300C5C56CF}"/>
              </a:ext>
            </a:extLst>
          </p:cNvPr>
          <p:cNvSpPr/>
          <p:nvPr/>
        </p:nvSpPr>
        <p:spPr>
          <a:xfrm>
            <a:off x="10710522" y="2671403"/>
            <a:ext cx="1479276" cy="745288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b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Open Sans"/>
                <a:cs typeface="Open Sans"/>
              </a:rPr>
              <a:t>  Active Directory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3" name="Rounded Rectangle 120">
            <a:extLst>
              <a:ext uri="{FF2B5EF4-FFF2-40B4-BE49-F238E27FC236}">
                <a16:creationId xmlns:a16="http://schemas.microsoft.com/office/drawing/2014/main" id="{8215A044-3DCB-DDA4-3A2F-39FF28672A95}"/>
              </a:ext>
            </a:extLst>
          </p:cNvPr>
          <p:cNvSpPr/>
          <p:nvPr/>
        </p:nvSpPr>
        <p:spPr>
          <a:xfrm>
            <a:off x="10712908" y="3644734"/>
            <a:ext cx="1479276" cy="419284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b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Open Sans"/>
                <a:cs typeface="Open Sans"/>
              </a:rPr>
              <a:t>  G-Suite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6" name="Rounded Rectangle 120">
            <a:extLst>
              <a:ext uri="{FF2B5EF4-FFF2-40B4-BE49-F238E27FC236}">
                <a16:creationId xmlns:a16="http://schemas.microsoft.com/office/drawing/2014/main" id="{6864C915-39E6-8232-5F82-599D028446E3}"/>
              </a:ext>
            </a:extLst>
          </p:cNvPr>
          <p:cNvSpPr/>
          <p:nvPr/>
        </p:nvSpPr>
        <p:spPr>
          <a:xfrm>
            <a:off x="10707752" y="1363629"/>
            <a:ext cx="1479276" cy="419284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b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Open Sans"/>
                <a:cs typeface="Open Sans"/>
              </a:rPr>
              <a:t>Azure AD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869CF90-C996-58A7-322E-15E5E5036A0B}"/>
              </a:ext>
            </a:extLst>
          </p:cNvPr>
          <p:cNvCxnSpPr>
            <a:cxnSpLocks/>
            <a:stCxn id="105" idx="2"/>
            <a:endCxn id="99" idx="0"/>
          </p:cNvCxnSpPr>
          <p:nvPr/>
        </p:nvCxnSpPr>
        <p:spPr>
          <a:xfrm flipH="1">
            <a:off x="11450160" y="1855574"/>
            <a:ext cx="2894" cy="81582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A64F18-616D-02D5-53E7-914221CC1085}"/>
              </a:ext>
            </a:extLst>
          </p:cNvPr>
          <p:cNvCxnSpPr>
            <a:stCxn id="65" idx="2"/>
          </p:cNvCxnSpPr>
          <p:nvPr/>
        </p:nvCxnSpPr>
        <p:spPr>
          <a:xfrm flipH="1">
            <a:off x="6667307" y="5018393"/>
            <a:ext cx="1" cy="544207"/>
          </a:xfrm>
          <a:prstGeom prst="line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A52CA02-7536-5571-3FED-205168F048FC}"/>
              </a:ext>
            </a:extLst>
          </p:cNvPr>
          <p:cNvSpPr/>
          <p:nvPr/>
        </p:nvSpPr>
        <p:spPr>
          <a:xfrm>
            <a:off x="10689133" y="6462993"/>
            <a:ext cx="1774680" cy="647171"/>
          </a:xfrm>
          <a:prstGeom prst="roundRect">
            <a:avLst/>
          </a:prstGeom>
          <a:solidFill>
            <a:srgbClr val="F2F2F2"/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13440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72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E161907-FD3F-5973-39D3-21228BDCF4C3}"/>
              </a:ext>
            </a:extLst>
          </p:cNvPr>
          <p:cNvSpPr txBox="1"/>
          <p:nvPr/>
        </p:nvSpPr>
        <p:spPr>
          <a:xfrm>
            <a:off x="4508500" y="5906086"/>
            <a:ext cx="1427007" cy="471126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marL="0" marR="0" lvl="0" indent="0" algn="ctr" defTabSz="1008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/>
                <a:cs typeface="Open Sans"/>
              </a:rPr>
              <a:t>User Roles Provisioning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B882EA-BCB1-8C5F-1006-018069CCAB4E}"/>
              </a:ext>
            </a:extLst>
          </p:cNvPr>
          <p:cNvSpPr txBox="1"/>
          <p:nvPr/>
        </p:nvSpPr>
        <p:spPr>
          <a:xfrm>
            <a:off x="6427181" y="5157089"/>
            <a:ext cx="2216094" cy="286460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algn="ctr" defTabSz="1008126"/>
            <a:r>
              <a:rPr lang="en-US" sz="1200">
                <a:solidFill>
                  <a:prstClr val="black"/>
                </a:solidFill>
                <a:ea typeface="Open Sans"/>
                <a:cs typeface="Open Sans"/>
              </a:rPr>
              <a:t>Downstream Applications</a:t>
            </a:r>
            <a:endParaRPr lang="en-US" sz="1200">
              <a:solidFill>
                <a:prstClr val="black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FD7A7C-B3B0-1A9E-B680-8D8EEA1DAD48}"/>
              </a:ext>
            </a:extLst>
          </p:cNvPr>
          <p:cNvCxnSpPr>
            <a:cxnSpLocks/>
            <a:stCxn id="65" idx="3"/>
            <a:endCxn id="98" idx="1"/>
          </p:cNvCxnSpPr>
          <p:nvPr/>
        </p:nvCxnSpPr>
        <p:spPr>
          <a:xfrm flipV="1">
            <a:off x="8797341" y="3332587"/>
            <a:ext cx="1757872" cy="544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1AADCE4-37B6-AF5A-6276-572A8BBEAA71}"/>
              </a:ext>
            </a:extLst>
          </p:cNvPr>
          <p:cNvCxnSpPr>
            <a:cxnSpLocks/>
            <a:endCxn id="118" idx="0"/>
          </p:cNvCxnSpPr>
          <p:nvPr/>
        </p:nvCxnSpPr>
        <p:spPr>
          <a:xfrm>
            <a:off x="3637214" y="5562600"/>
            <a:ext cx="1" cy="900393"/>
          </a:xfrm>
          <a:prstGeom prst="straightConnector1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6E47A21-E204-A7FF-C449-1B5C24825A92}"/>
              </a:ext>
            </a:extLst>
          </p:cNvPr>
          <p:cNvCxnSpPr>
            <a:cxnSpLocks/>
            <a:endCxn id="120" idx="0"/>
          </p:cNvCxnSpPr>
          <p:nvPr/>
        </p:nvCxnSpPr>
        <p:spPr>
          <a:xfrm>
            <a:off x="5668354" y="5562600"/>
            <a:ext cx="3212" cy="912754"/>
          </a:xfrm>
          <a:prstGeom prst="straightConnector1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A1CD735-675C-2016-C75D-40F2559D4943}"/>
              </a:ext>
            </a:extLst>
          </p:cNvPr>
          <p:cNvCxnSpPr>
            <a:cxnSpLocks/>
            <a:endCxn id="97" idx="0"/>
          </p:cNvCxnSpPr>
          <p:nvPr/>
        </p:nvCxnSpPr>
        <p:spPr>
          <a:xfrm>
            <a:off x="7864690" y="5564805"/>
            <a:ext cx="0" cy="885487"/>
          </a:xfrm>
          <a:prstGeom prst="straightConnector1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B33D79B-DF3D-DA2F-78F0-8BC2EC536DF4}"/>
              </a:ext>
            </a:extLst>
          </p:cNvPr>
          <p:cNvCxnSpPr>
            <a:endCxn id="115" idx="0"/>
          </p:cNvCxnSpPr>
          <p:nvPr/>
        </p:nvCxnSpPr>
        <p:spPr>
          <a:xfrm>
            <a:off x="9675572" y="5562600"/>
            <a:ext cx="1" cy="887693"/>
          </a:xfrm>
          <a:prstGeom prst="straightConnector1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2D219032-5334-7FC3-5FE9-0679846CFEA5}"/>
              </a:ext>
            </a:extLst>
          </p:cNvPr>
          <p:cNvSpPr/>
          <p:nvPr/>
        </p:nvSpPr>
        <p:spPr>
          <a:xfrm>
            <a:off x="11500474" y="4738448"/>
            <a:ext cx="1381630" cy="584725"/>
          </a:xfrm>
          <a:prstGeom prst="roundRect">
            <a:avLst/>
          </a:prstGeom>
          <a:solidFill>
            <a:srgbClr val="F2F2F2"/>
          </a:solidFill>
          <a:ln w="9525" cap="flat" cmpd="sng" algn="ctr">
            <a:solidFill>
              <a:srgbClr val="4472C4"/>
            </a:solidFill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13440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72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CF064FB7-8BDA-2DD8-934A-62B559EE09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09812" y="1524811"/>
            <a:ext cx="28482" cy="9904847"/>
          </a:xfrm>
          <a:prstGeom prst="bentConnector3">
            <a:avLst>
              <a:gd name="adj1" fmla="val 3310449"/>
            </a:avLst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B40C438D-D297-F9DC-10E3-4C5C4188DB30}"/>
              </a:ext>
            </a:extLst>
          </p:cNvPr>
          <p:cNvCxnSpPr>
            <a:cxnSpLocks/>
          </p:cNvCxnSpPr>
          <p:nvPr/>
        </p:nvCxnSpPr>
        <p:spPr>
          <a:xfrm>
            <a:off x="12085917" y="5323173"/>
            <a:ext cx="0" cy="1127120"/>
          </a:xfrm>
          <a:prstGeom prst="straightConnector1">
            <a:avLst/>
          </a:prstGeom>
          <a:noFill/>
          <a:ln w="1905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7750D307-F038-1B48-A240-0639A520EBC5}"/>
              </a:ext>
            </a:extLst>
          </p:cNvPr>
          <p:cNvSpPr txBox="1"/>
          <p:nvPr/>
        </p:nvSpPr>
        <p:spPr>
          <a:xfrm>
            <a:off x="11868697" y="5769436"/>
            <a:ext cx="1411343" cy="286460"/>
          </a:xfrm>
          <a:prstGeom prst="rect">
            <a:avLst/>
          </a:prstGeom>
          <a:noFill/>
        </p:spPr>
        <p:txBody>
          <a:bodyPr wrap="square" lIns="100810" tIns="50405" rIns="100810" bIns="50405" rtlCol="0" anchor="t">
            <a:spAutoFit/>
          </a:bodyPr>
          <a:lstStyle/>
          <a:p>
            <a:pPr marL="0" marR="0" lvl="0" indent="0" algn="ctr" defTabSz="1008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Open Sans"/>
                <a:cs typeface="Open Sans"/>
              </a:rPr>
              <a:t>User  access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EBA86-0B26-49C3-0557-ED0FBE827659}"/>
              </a:ext>
            </a:extLst>
          </p:cNvPr>
          <p:cNvSpPr txBox="1"/>
          <p:nvPr/>
        </p:nvSpPr>
        <p:spPr>
          <a:xfrm>
            <a:off x="1689100" y="3264291"/>
            <a:ext cx="1541506" cy="750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Oracle HCM Cloud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516AF-FD68-DDEF-997B-177F090665BF}"/>
              </a:ext>
            </a:extLst>
          </p:cNvPr>
          <p:cNvSpPr txBox="1"/>
          <p:nvPr/>
        </p:nvSpPr>
        <p:spPr>
          <a:xfrm>
            <a:off x="720912" y="6605358"/>
            <a:ext cx="181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Oracle ERP Cloud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06017-3057-756C-49ED-2B2046E3BDFB}"/>
              </a:ext>
            </a:extLst>
          </p:cNvPr>
          <p:cNvSpPr txBox="1"/>
          <p:nvPr/>
        </p:nvSpPr>
        <p:spPr>
          <a:xfrm>
            <a:off x="2675103" y="6610874"/>
            <a:ext cx="1895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Oracle EPM Cloud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9BB71-8F20-9EA9-FD1F-8CC8740ADD24}"/>
              </a:ext>
            </a:extLst>
          </p:cNvPr>
          <p:cNvSpPr txBox="1"/>
          <p:nvPr/>
        </p:nvSpPr>
        <p:spPr>
          <a:xfrm>
            <a:off x="5381689" y="6623247"/>
            <a:ext cx="667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OCI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F2CC57-76D7-0DF0-9D3F-F7F0337947AE}"/>
              </a:ext>
            </a:extLst>
          </p:cNvPr>
          <p:cNvSpPr txBox="1"/>
          <p:nvPr/>
        </p:nvSpPr>
        <p:spPr>
          <a:xfrm>
            <a:off x="7175255" y="6623588"/>
            <a:ext cx="1468020" cy="376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/>
              <a:t>UKG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AABEB-34C6-6AED-0153-E9FA410C3EE8}"/>
              </a:ext>
            </a:extLst>
          </p:cNvPr>
          <p:cNvSpPr txBox="1"/>
          <p:nvPr/>
        </p:nvSpPr>
        <p:spPr>
          <a:xfrm>
            <a:off x="9056907" y="6612467"/>
            <a:ext cx="1468020" cy="376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ServiceNow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CF2A9F-E006-B2B6-5B5B-1C71C96B0B62}"/>
              </a:ext>
            </a:extLst>
          </p:cNvPr>
          <p:cNvSpPr txBox="1"/>
          <p:nvPr/>
        </p:nvSpPr>
        <p:spPr>
          <a:xfrm>
            <a:off x="11201308" y="6619637"/>
            <a:ext cx="667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OIM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56F100-D65E-B615-24A0-AB4D0DC981DE}"/>
              </a:ext>
            </a:extLst>
          </p:cNvPr>
          <p:cNvSpPr txBox="1"/>
          <p:nvPr/>
        </p:nvSpPr>
        <p:spPr>
          <a:xfrm>
            <a:off x="11468100" y="4845488"/>
            <a:ext cx="1498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/>
              <a:t>PeopleSoft</a:t>
            </a:r>
          </a:p>
        </p:txBody>
      </p:sp>
      <p:sp>
        <p:nvSpPr>
          <p:cNvPr id="7" name="Rounded Rectangle 120">
            <a:extLst>
              <a:ext uri="{FF2B5EF4-FFF2-40B4-BE49-F238E27FC236}">
                <a16:creationId xmlns:a16="http://schemas.microsoft.com/office/drawing/2014/main" id="{4FD5E73E-0612-4327-FCEC-B4B6A4C8E210}"/>
              </a:ext>
            </a:extLst>
          </p:cNvPr>
          <p:cNvSpPr/>
          <p:nvPr/>
        </p:nvSpPr>
        <p:spPr>
          <a:xfrm>
            <a:off x="10707752" y="660897"/>
            <a:ext cx="1479276" cy="419284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b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Open Sans"/>
                <a:cs typeface="Open Sans"/>
              </a:rPr>
              <a:t>Duo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199C725-415C-1179-6488-677F36D0DB4C}"/>
              </a:ext>
            </a:extLst>
          </p:cNvPr>
          <p:cNvCxnSpPr>
            <a:cxnSpLocks/>
            <a:stCxn id="7" idx="2"/>
            <a:endCxn id="106" idx="0"/>
          </p:cNvCxnSpPr>
          <p:nvPr/>
        </p:nvCxnSpPr>
        <p:spPr>
          <a:xfrm>
            <a:off x="11447390" y="1080181"/>
            <a:ext cx="0" cy="28344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ounded Rectangle 120">
            <a:extLst>
              <a:ext uri="{FF2B5EF4-FFF2-40B4-BE49-F238E27FC236}">
                <a16:creationId xmlns:a16="http://schemas.microsoft.com/office/drawing/2014/main" id="{FBAB3478-0C4C-E7E7-6484-06B4D4499176}"/>
              </a:ext>
            </a:extLst>
          </p:cNvPr>
          <p:cNvSpPr/>
          <p:nvPr/>
        </p:nvSpPr>
        <p:spPr>
          <a:xfrm>
            <a:off x="10707752" y="1338229"/>
            <a:ext cx="1479276" cy="419284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50405" tIns="50405" rIns="50405" bIns="50405" rtlCol="0" anchor="ctr"/>
          <a:lstStyle/>
          <a:p>
            <a:pPr marL="0" marR="0" lvl="0" indent="0" algn="ctr" defTabSz="9046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Open Sans"/>
                <a:cs typeface="Open Sans"/>
              </a:rPr>
              <a:t>Azure AD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45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4" y="403663"/>
            <a:ext cx="2444115" cy="459464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Pre-Hire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8B18D9-369D-EF7F-73CA-9C24A8396397}"/>
              </a:ext>
            </a:extLst>
          </p:cNvPr>
          <p:cNvSpPr/>
          <p:nvPr/>
        </p:nvSpPr>
        <p:spPr>
          <a:xfrm>
            <a:off x="7702078" y="2576471"/>
            <a:ext cx="1987689" cy="101165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 Pending Worker Relationship is Created with Person Number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976F1B-C451-E8B6-54CD-42B5674FB7D2}"/>
              </a:ext>
            </a:extLst>
          </p:cNvPr>
          <p:cNvSpPr txBox="1"/>
          <p:nvPr/>
        </p:nvSpPr>
        <p:spPr>
          <a:xfrm>
            <a:off x="4467639" y="4090575"/>
            <a:ext cx="1426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6. Provision UPN</a:t>
            </a:r>
          </a:p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(SSO identifier)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12FCA-8652-C971-1F1A-A073B8AE8D53}"/>
              </a:ext>
            </a:extLst>
          </p:cNvPr>
          <p:cNvSpPr txBox="1"/>
          <p:nvPr/>
        </p:nvSpPr>
        <p:spPr>
          <a:xfrm>
            <a:off x="8695922" y="3783793"/>
            <a:ext cx="2400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2. Create user account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2DD252-2797-64D7-E30A-B8F0F066E4E5}"/>
              </a:ext>
            </a:extLst>
          </p:cNvPr>
          <p:cNvSpPr/>
          <p:nvPr/>
        </p:nvSpPr>
        <p:spPr>
          <a:xfrm>
            <a:off x="2106064" y="2668718"/>
            <a:ext cx="1819254" cy="82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marL="0" marR="0" lvl="0" indent="0" algn="ctr" defTabSz="655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1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8CA4DD-629B-DD24-F70E-61B2C0A6BEA5}"/>
              </a:ext>
            </a:extLst>
          </p:cNvPr>
          <p:cNvSpPr/>
          <p:nvPr/>
        </p:nvSpPr>
        <p:spPr>
          <a:xfrm>
            <a:off x="10452011" y="4089616"/>
            <a:ext cx="2077597" cy="108596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Send Notification to User and user’s manager with credentials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719B6-1CEF-A0DF-568B-C9908DAB8751}"/>
              </a:ext>
            </a:extLst>
          </p:cNvPr>
          <p:cNvSpPr/>
          <p:nvPr/>
        </p:nvSpPr>
        <p:spPr>
          <a:xfrm>
            <a:off x="2102576" y="1196888"/>
            <a:ext cx="1819254" cy="82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Candidate Accepts Offer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523" y="3756813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87B12AF-5E48-3C1B-DB75-6324F490157F}"/>
              </a:ext>
            </a:extLst>
          </p:cNvPr>
          <p:cNvSpPr/>
          <p:nvPr/>
        </p:nvSpPr>
        <p:spPr>
          <a:xfrm>
            <a:off x="2993361" y="2161839"/>
            <a:ext cx="1527148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1. Create Record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in HR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2804763-A035-D769-63FA-CFDFE54262E1}"/>
              </a:ext>
            </a:extLst>
          </p:cNvPr>
          <p:cNvSpPr/>
          <p:nvPr/>
        </p:nvSpPr>
        <p:spPr>
          <a:xfrm>
            <a:off x="7900837" y="4190204"/>
            <a:ext cx="1579344" cy="88097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2110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74539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713C658-0F88-D918-8AC9-FD41569275B7}"/>
              </a:ext>
            </a:extLst>
          </p:cNvPr>
          <p:cNvCxnSpPr>
            <a:stCxn id="20" idx="2"/>
            <a:endCxn id="13" idx="0"/>
          </p:cNvCxnSpPr>
          <p:nvPr/>
        </p:nvCxnSpPr>
        <p:spPr>
          <a:xfrm>
            <a:off x="3012203" y="2016968"/>
            <a:ext cx="3488" cy="651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8818AA7-F68C-5844-95D5-9A671C521D63}"/>
              </a:ext>
            </a:extLst>
          </p:cNvPr>
          <p:cNvCxnSpPr>
            <a:stCxn id="13" idx="3"/>
            <a:endCxn id="2" idx="1"/>
          </p:cNvCxnSpPr>
          <p:nvPr/>
        </p:nvCxnSpPr>
        <p:spPr>
          <a:xfrm>
            <a:off x="3925318" y="3078758"/>
            <a:ext cx="3776760" cy="35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3B59F2D-BF76-5410-35F0-3D7A4C1E5B12}"/>
              </a:ext>
            </a:extLst>
          </p:cNvPr>
          <p:cNvCxnSpPr>
            <a:stCxn id="2" idx="2"/>
            <a:endCxn id="45" idx="0"/>
          </p:cNvCxnSpPr>
          <p:nvPr/>
        </p:nvCxnSpPr>
        <p:spPr>
          <a:xfrm flipH="1">
            <a:off x="8690509" y="3588125"/>
            <a:ext cx="5414" cy="6020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05F121C-89DC-A68D-4F7E-99DB28638310}"/>
              </a:ext>
            </a:extLst>
          </p:cNvPr>
          <p:cNvCxnSpPr>
            <a:cxnSpLocks/>
            <a:stCxn id="45" idx="3"/>
            <a:endCxn id="15" idx="1"/>
          </p:cNvCxnSpPr>
          <p:nvPr/>
        </p:nvCxnSpPr>
        <p:spPr>
          <a:xfrm>
            <a:off x="9480181" y="4630690"/>
            <a:ext cx="971830" cy="19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7FB9E4-1C3A-F4D6-5672-0A137B6C4500}"/>
              </a:ext>
            </a:extLst>
          </p:cNvPr>
          <p:cNvSpPr/>
          <p:nvPr/>
        </p:nvSpPr>
        <p:spPr>
          <a:xfrm>
            <a:off x="10721319" y="6274149"/>
            <a:ext cx="1819254" cy="82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Azure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3A292-F9C9-13C7-97B4-DC0EE1CB4834}"/>
              </a:ext>
            </a:extLst>
          </p:cNvPr>
          <p:cNvSpPr txBox="1"/>
          <p:nvPr/>
        </p:nvSpPr>
        <p:spPr>
          <a:xfrm>
            <a:off x="9551770" y="6692774"/>
            <a:ext cx="1229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4. Azure in Sync with 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1C77AD-F08E-612F-3B33-E433F1F47E0C}"/>
              </a:ext>
            </a:extLst>
          </p:cNvPr>
          <p:cNvSpPr/>
          <p:nvPr/>
        </p:nvSpPr>
        <p:spPr>
          <a:xfrm>
            <a:off x="7781939" y="6275616"/>
            <a:ext cx="1819254" cy="82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Active Directory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BD132FE-978A-3D91-C1F2-513BF31BFF47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9601193" y="6684189"/>
            <a:ext cx="1120126" cy="1467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573C597-7DDC-31F2-32E2-FE800EA61677}"/>
              </a:ext>
            </a:extLst>
          </p:cNvPr>
          <p:cNvSpPr txBox="1"/>
          <p:nvPr/>
        </p:nvSpPr>
        <p:spPr>
          <a:xfrm>
            <a:off x="8708313" y="5761284"/>
            <a:ext cx="159138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5. Aggregate UPN</a:t>
            </a:r>
          </a:p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(SSO identifier)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48EB77-0BD7-58CC-0B4D-3D9F1E129531}"/>
              </a:ext>
            </a:extLst>
          </p:cNvPr>
          <p:cNvSpPr/>
          <p:nvPr/>
        </p:nvSpPr>
        <p:spPr>
          <a:xfrm>
            <a:off x="5456475" y="6269671"/>
            <a:ext cx="1819254" cy="82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Oracle ERP Cloud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75B518-C3E0-0C89-EB6A-B2F24D0C90A8}"/>
              </a:ext>
            </a:extLst>
          </p:cNvPr>
          <p:cNvSpPr txBox="1"/>
          <p:nvPr/>
        </p:nvSpPr>
        <p:spPr>
          <a:xfrm>
            <a:off x="5585066" y="4924410"/>
            <a:ext cx="142602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3. Provision birthright access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B8CB8C2-8515-4D06-EA07-330726E4E891}"/>
              </a:ext>
            </a:extLst>
          </p:cNvPr>
          <p:cNvCxnSpPr>
            <a:cxnSpLocks/>
            <a:stCxn id="45" idx="2"/>
            <a:endCxn id="10" idx="0"/>
          </p:cNvCxnSpPr>
          <p:nvPr/>
        </p:nvCxnSpPr>
        <p:spPr>
          <a:xfrm>
            <a:off x="8690509" y="5071175"/>
            <a:ext cx="1057" cy="12044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6461752-0802-9A79-8A71-9A6348CD66B9}"/>
              </a:ext>
            </a:extLst>
          </p:cNvPr>
          <p:cNvCxnSpPr>
            <a:cxnSpLocks/>
            <a:endCxn id="11" idx="0"/>
          </p:cNvCxnSpPr>
          <p:nvPr/>
        </p:nvCxnSpPr>
        <p:spPr>
          <a:xfrm rot="10800000" flipV="1">
            <a:off x="6366103" y="5515245"/>
            <a:ext cx="2324411" cy="75442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ECD8390-8303-8AD0-5160-3CB71D1B40C9}"/>
              </a:ext>
            </a:extLst>
          </p:cNvPr>
          <p:cNvCxnSpPr>
            <a:stCxn id="45" idx="1"/>
            <a:endCxn id="13" idx="2"/>
          </p:cNvCxnSpPr>
          <p:nvPr/>
        </p:nvCxnSpPr>
        <p:spPr>
          <a:xfrm rot="10800000">
            <a:off x="3015691" y="3488798"/>
            <a:ext cx="4885146" cy="114189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7574E06-BEBB-16A2-7E1F-CA6436D6B391}"/>
              </a:ext>
            </a:extLst>
          </p:cNvPr>
          <p:cNvSpPr/>
          <p:nvPr/>
        </p:nvSpPr>
        <p:spPr>
          <a:xfrm>
            <a:off x="3357481" y="6265363"/>
            <a:ext cx="1819254" cy="82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A1318D3-D699-2953-FFBA-0993E2E3D74B}"/>
              </a:ext>
            </a:extLst>
          </p:cNvPr>
          <p:cNvCxnSpPr>
            <a:cxnSpLocks/>
            <a:endCxn id="14" idx="0"/>
          </p:cNvCxnSpPr>
          <p:nvPr/>
        </p:nvCxnSpPr>
        <p:spPr>
          <a:xfrm rot="10800000" flipV="1">
            <a:off x="4267108" y="5515249"/>
            <a:ext cx="2098994" cy="75011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6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 dirty="0"/>
              <a:t>Pre-Hire Open questions (Sec 3.2)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538620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Provisioning Birthright access to AD, ServiceNow and Oracle ERP Cloud in Pre-Hire ( section 3.2.3 Design doc)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1008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08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condition should be considered for providing the birthright access and what are the exact access that we need to provision in AD, ServiceNow and Oracle ERP Cloud 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format of the Email Templates (such as completion mail, failure mail etc.)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key attributes/information that are needed in the email template.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0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403662"/>
            <a:ext cx="2753369" cy="477211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New-Hire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523" y="3756813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28802" y="73203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354733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619479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21473D09-5F16-C8A4-696D-587439FF5174}"/>
              </a:ext>
            </a:extLst>
          </p:cNvPr>
          <p:cNvSpPr/>
          <p:nvPr/>
        </p:nvSpPr>
        <p:spPr>
          <a:xfrm>
            <a:off x="4252507" y="1148269"/>
            <a:ext cx="2330914" cy="1090202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Candidate Is ready to join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148CD8-5B77-B8DB-474D-5ACC5F9085AA}"/>
              </a:ext>
            </a:extLst>
          </p:cNvPr>
          <p:cNvSpPr/>
          <p:nvPr/>
        </p:nvSpPr>
        <p:spPr>
          <a:xfrm>
            <a:off x="9570540" y="2708568"/>
            <a:ext cx="1819254" cy="82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Oracle HR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179B34-0701-F326-B1E5-02239B28E011}"/>
              </a:ext>
            </a:extLst>
          </p:cNvPr>
          <p:cNvSpPr txBox="1"/>
          <p:nvPr/>
        </p:nvSpPr>
        <p:spPr>
          <a:xfrm>
            <a:off x="10474649" y="3749844"/>
            <a:ext cx="181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algn="ctr"/>
            <a:r>
              <a:rPr lang="en-US"/>
              <a:t>2. Update hire date and Worker type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13804-6742-727F-0A19-BB45D153BA19}"/>
              </a:ext>
            </a:extLst>
          </p:cNvPr>
          <p:cNvSpPr/>
          <p:nvPr/>
        </p:nvSpPr>
        <p:spPr>
          <a:xfrm>
            <a:off x="9741231" y="4304154"/>
            <a:ext cx="1493780" cy="82008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24A6761-4058-4C17-8C7B-78770C870E2F}"/>
              </a:ext>
            </a:extLst>
          </p:cNvPr>
          <p:cNvSpPr/>
          <p:nvPr/>
        </p:nvSpPr>
        <p:spPr>
          <a:xfrm>
            <a:off x="4815564" y="6353041"/>
            <a:ext cx="1191329" cy="68306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Active Directory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94791BB-C24C-F85C-425E-CB90A032250D}"/>
              </a:ext>
            </a:extLst>
          </p:cNvPr>
          <p:cNvSpPr/>
          <p:nvPr/>
        </p:nvSpPr>
        <p:spPr>
          <a:xfrm>
            <a:off x="3103950" y="6368927"/>
            <a:ext cx="1191330" cy="6640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Azure AD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97211F-B9AF-61FD-4404-B384110B372F}"/>
              </a:ext>
            </a:extLst>
          </p:cNvPr>
          <p:cNvSpPr txBox="1"/>
          <p:nvPr/>
        </p:nvSpPr>
        <p:spPr>
          <a:xfrm>
            <a:off x="4292012" y="6756212"/>
            <a:ext cx="536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Sync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05061F-A900-AA20-5F9A-96CB92207166}"/>
              </a:ext>
            </a:extLst>
          </p:cNvPr>
          <p:cNvSpPr txBox="1"/>
          <p:nvPr/>
        </p:nvSpPr>
        <p:spPr>
          <a:xfrm>
            <a:off x="7014421" y="4192550"/>
            <a:ext cx="2521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algn="ctr"/>
            <a:r>
              <a:rPr lang="en-US"/>
              <a:t>3. Send user updates to AD with Birth Right Access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CEA51B-5C51-3AEA-2385-2B23F15D5117}"/>
              </a:ext>
            </a:extLst>
          </p:cNvPr>
          <p:cNvSpPr txBox="1"/>
          <p:nvPr/>
        </p:nvSpPr>
        <p:spPr>
          <a:xfrm>
            <a:off x="10489840" y="5113935"/>
            <a:ext cx="1634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4. Provision Birth right Applications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2E859D-8893-70CC-EC21-6BFC572C7978}"/>
              </a:ext>
            </a:extLst>
          </p:cNvPr>
          <p:cNvSpPr txBox="1"/>
          <p:nvPr/>
        </p:nvSpPr>
        <p:spPr>
          <a:xfrm>
            <a:off x="8093058" y="1760565"/>
            <a:ext cx="536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Yes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366C1E-4E3A-74C1-D630-66A2CDC2F642}"/>
              </a:ext>
            </a:extLst>
          </p:cNvPr>
          <p:cNvSpPr txBox="1"/>
          <p:nvPr/>
        </p:nvSpPr>
        <p:spPr>
          <a:xfrm>
            <a:off x="5421703" y="2310016"/>
            <a:ext cx="536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No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FCF4BA7-40EC-487A-342E-C0CE000319A8}"/>
              </a:ext>
            </a:extLst>
          </p:cNvPr>
          <p:cNvSpPr/>
          <p:nvPr/>
        </p:nvSpPr>
        <p:spPr>
          <a:xfrm>
            <a:off x="4508337" y="2645733"/>
            <a:ext cx="1819254" cy="82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marL="0" marR="0" lvl="0" indent="0" algn="ctr" defTabSz="655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1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D05028-3DDB-7D4A-0B91-C951851F19D8}"/>
              </a:ext>
            </a:extLst>
          </p:cNvPr>
          <p:cNvSpPr txBox="1"/>
          <p:nvPr/>
        </p:nvSpPr>
        <p:spPr>
          <a:xfrm>
            <a:off x="2646658" y="3807169"/>
            <a:ext cx="2821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Cancel pending worker Relationship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2C12841-78AD-20AD-D8FC-A028B2F2B7AA}"/>
              </a:ext>
            </a:extLst>
          </p:cNvPr>
          <p:cNvSpPr/>
          <p:nvPr/>
        </p:nvSpPr>
        <p:spPr>
          <a:xfrm>
            <a:off x="4508336" y="4224172"/>
            <a:ext cx="1819255" cy="84333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marL="0" marR="0" lvl="0" indent="0" algn="ctr" defTabSz="655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1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Termination process will be Triggered</a:t>
            </a:r>
            <a:endParaRPr lang="en-US" sz="1500">
              <a:solidFill>
                <a:srgbClr val="FFFFFF"/>
              </a:solidFill>
            </a:endParaRP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AAABF745-2612-A7F5-2A4E-CE2C3E6F440E}"/>
              </a:ext>
            </a:extLst>
          </p:cNvPr>
          <p:cNvCxnSpPr>
            <a:cxnSpLocks/>
            <a:stCxn id="14" idx="3"/>
            <a:endCxn id="16" idx="0"/>
          </p:cNvCxnSpPr>
          <p:nvPr/>
        </p:nvCxnSpPr>
        <p:spPr>
          <a:xfrm>
            <a:off x="6583421" y="1693370"/>
            <a:ext cx="3896746" cy="101519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547E1CE-03E5-773C-AF78-B82F0306CFCA}"/>
              </a:ext>
            </a:extLst>
          </p:cNvPr>
          <p:cNvCxnSpPr>
            <a:stCxn id="16" idx="2"/>
            <a:endCxn id="22" idx="0"/>
          </p:cNvCxnSpPr>
          <p:nvPr/>
        </p:nvCxnSpPr>
        <p:spPr>
          <a:xfrm>
            <a:off x="10480167" y="3528648"/>
            <a:ext cx="7954" cy="7755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2B292FF-D90B-6EB2-4130-5A816ACBAECF}"/>
              </a:ext>
            </a:extLst>
          </p:cNvPr>
          <p:cNvCxnSpPr>
            <a:stCxn id="14" idx="2"/>
            <a:endCxn id="41" idx="0"/>
          </p:cNvCxnSpPr>
          <p:nvPr/>
        </p:nvCxnSpPr>
        <p:spPr>
          <a:xfrm>
            <a:off x="5417964" y="2238471"/>
            <a:ext cx="0" cy="4072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45022DF-F5D2-7474-F467-28EBF912F1DD}"/>
              </a:ext>
            </a:extLst>
          </p:cNvPr>
          <p:cNvCxnSpPr>
            <a:cxnSpLocks/>
            <a:stCxn id="41" idx="2"/>
            <a:endCxn id="48" idx="0"/>
          </p:cNvCxnSpPr>
          <p:nvPr/>
        </p:nvCxnSpPr>
        <p:spPr>
          <a:xfrm>
            <a:off x="5417964" y="3465813"/>
            <a:ext cx="0" cy="7583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AF52BF5-A53B-62B5-149B-D5816397F75C}"/>
              </a:ext>
            </a:extLst>
          </p:cNvPr>
          <p:cNvCxnSpPr>
            <a:stCxn id="23" idx="1"/>
            <a:endCxn id="26" idx="3"/>
          </p:cNvCxnSpPr>
          <p:nvPr/>
        </p:nvCxnSpPr>
        <p:spPr>
          <a:xfrm flipH="1">
            <a:off x="4295280" y="6694575"/>
            <a:ext cx="520284" cy="636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BF3C03B-C8A3-F607-D7F8-561F98A181D2}"/>
              </a:ext>
            </a:extLst>
          </p:cNvPr>
          <p:cNvSpPr/>
          <p:nvPr/>
        </p:nvSpPr>
        <p:spPr>
          <a:xfrm>
            <a:off x="9826542" y="6361523"/>
            <a:ext cx="1337815" cy="66684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GSuite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D001A0E-026B-A95D-6642-EB64D63966D5}"/>
              </a:ext>
            </a:extLst>
          </p:cNvPr>
          <p:cNvSpPr/>
          <p:nvPr/>
        </p:nvSpPr>
        <p:spPr>
          <a:xfrm>
            <a:off x="8093150" y="6361387"/>
            <a:ext cx="1582095" cy="6638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Oracle ERP Cloud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1D96B33-5F7F-8502-3B0B-817E8FEF063A}"/>
              </a:ext>
            </a:extLst>
          </p:cNvPr>
          <p:cNvSpPr/>
          <p:nvPr/>
        </p:nvSpPr>
        <p:spPr>
          <a:xfrm>
            <a:off x="11358895" y="6367783"/>
            <a:ext cx="1337815" cy="66683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algn="ctr" defTabSz="655710">
              <a:spcAft>
                <a:spcPts val="581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F598445-4E92-F96A-E43C-983C4BFE1ED4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>
            <a:off x="10488121" y="5124234"/>
            <a:ext cx="7329" cy="12372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799ED74A-04DB-4C30-1D7C-89701C38ABC3}"/>
              </a:ext>
            </a:extLst>
          </p:cNvPr>
          <p:cNvCxnSpPr>
            <a:cxnSpLocks/>
          </p:cNvCxnSpPr>
          <p:nvPr/>
        </p:nvCxnSpPr>
        <p:spPr>
          <a:xfrm>
            <a:off x="10495450" y="5812972"/>
            <a:ext cx="1532353" cy="55481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TextBox 56">
            <a:extLst>
              <a:ext uri="{FF2B5EF4-FFF2-40B4-BE49-F238E27FC236}">
                <a16:creationId xmlns:a16="http://schemas.microsoft.com/office/drawing/2014/main" id="{68E0E4D4-FD3E-CECB-3FC6-B112F5268E63}"/>
              </a:ext>
            </a:extLst>
          </p:cNvPr>
          <p:cNvSpPr txBox="1"/>
          <p:nvPr/>
        </p:nvSpPr>
        <p:spPr>
          <a:xfrm>
            <a:off x="6968031" y="1184411"/>
            <a:ext cx="2725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3139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279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9417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2556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5696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58835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1974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45113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/>
              <a:t>1 . Convert Pending worker status</a:t>
            </a:r>
          </a:p>
          <a:p>
            <a:pPr algn="ctr"/>
            <a:r>
              <a:rPr lang="en-US" sz="1400"/>
              <a:t>to Associate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BDB63B7-9849-C60F-5E4C-D03E7B1964A3}"/>
              </a:ext>
            </a:extLst>
          </p:cNvPr>
          <p:cNvCxnSpPr>
            <a:endCxn id="55" idx="0"/>
          </p:cNvCxnSpPr>
          <p:nvPr/>
        </p:nvCxnSpPr>
        <p:spPr>
          <a:xfrm rot="10800000" flipV="1">
            <a:off x="8884199" y="5812971"/>
            <a:ext cx="1912387" cy="54841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8182EA-8FDA-6DE2-4B84-53BBFF3CAE26}"/>
              </a:ext>
            </a:extLst>
          </p:cNvPr>
          <p:cNvCxnSpPr>
            <a:cxnSpLocks/>
            <a:stCxn id="20" idx="3"/>
            <a:endCxn id="14" idx="1"/>
          </p:cNvCxnSpPr>
          <p:nvPr/>
        </p:nvCxnSpPr>
        <p:spPr>
          <a:xfrm flipV="1">
            <a:off x="3459885" y="1693370"/>
            <a:ext cx="792622" cy="142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011360E-EEF2-3C98-8F0A-7D3001D7B1C6}"/>
              </a:ext>
            </a:extLst>
          </p:cNvPr>
          <p:cNvCxnSpPr>
            <a:stCxn id="22" idx="1"/>
            <a:endCxn id="23" idx="3"/>
          </p:cNvCxnSpPr>
          <p:nvPr/>
        </p:nvCxnSpPr>
        <p:spPr>
          <a:xfrm rot="10800000" flipV="1">
            <a:off x="6006893" y="4714193"/>
            <a:ext cx="3734338" cy="1980381"/>
          </a:xfrm>
          <a:prstGeom prst="bentConnector3">
            <a:avLst>
              <a:gd name="adj1" fmla="val 7788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B4175E-0214-1F9D-2F3F-1911D5500F87}"/>
              </a:ext>
            </a:extLst>
          </p:cNvPr>
          <p:cNvSpPr/>
          <p:nvPr/>
        </p:nvSpPr>
        <p:spPr>
          <a:xfrm>
            <a:off x="1833430" y="1421933"/>
            <a:ext cx="1626455" cy="57139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612" tIns="44306" rIns="88612" bIns="44306" rtlCol="0" anchor="ctr"/>
          <a:lstStyle/>
          <a:p>
            <a:pPr marL="0" marR="0" lvl="0" indent="0" algn="ctr" defTabSz="655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1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</a:rPr>
              <a:t>User processed in Pre-Hire flow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227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 dirty="0"/>
              <a:t>New-Hire Open questions ( Sec – 3.3)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240575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Provisioning Birthright access to AD and Oracle ERP Cloud in New-Hire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( section 3.3.3 Design doc)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that additional birthright access that we need to provision in AD and Oracle ERP Cloud 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format of the Email Templates (such as completion mail, failure mail etc.)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key attributes/information that are required in the email template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75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4" y="403662"/>
            <a:ext cx="2660011" cy="491316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Mover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523" y="4109514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2110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58029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EFC67A-B230-F655-EA11-4E4CC172D15E}"/>
              </a:ext>
            </a:extLst>
          </p:cNvPr>
          <p:cNvSpPr/>
          <p:nvPr/>
        </p:nvSpPr>
        <p:spPr>
          <a:xfrm>
            <a:off x="6205402" y="2522925"/>
            <a:ext cx="1877307" cy="84624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Oracle HR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BCDD07-1FDA-A2B8-DFD7-2D6CDF2D7BF7}"/>
              </a:ext>
            </a:extLst>
          </p:cNvPr>
          <p:cNvSpPr/>
          <p:nvPr/>
        </p:nvSpPr>
        <p:spPr>
          <a:xfrm>
            <a:off x="6192342" y="4483274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225C4C6-FE07-D18D-21CE-C0ABA90E60CA}"/>
              </a:ext>
            </a:extLst>
          </p:cNvPr>
          <p:cNvSpPr/>
          <p:nvPr/>
        </p:nvSpPr>
        <p:spPr>
          <a:xfrm>
            <a:off x="7689032" y="5852836"/>
            <a:ext cx="4396834" cy="128812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Provision updated user details to Downstream Applications i.e.</a:t>
            </a:r>
          </a:p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 (ERP, EPM, OCI), GSuite, ServiceNow</a:t>
            </a:r>
          </a:p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7F5ABD-69B2-6A1F-A5CB-49878A30F2A1}"/>
              </a:ext>
            </a:extLst>
          </p:cNvPr>
          <p:cNvSpPr txBox="1"/>
          <p:nvPr/>
        </p:nvSpPr>
        <p:spPr>
          <a:xfrm>
            <a:off x="7130993" y="3565725"/>
            <a:ext cx="2621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Sends attributes,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Jobcode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location, BU, department Change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FCBF233-BEB2-CC1D-ADF5-9C86D78783AD}"/>
              </a:ext>
            </a:extLst>
          </p:cNvPr>
          <p:cNvSpPr/>
          <p:nvPr/>
        </p:nvSpPr>
        <p:spPr>
          <a:xfrm>
            <a:off x="2323847" y="5852836"/>
            <a:ext cx="4396834" cy="128812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Provision updated user details to Downstream Applications i.e.</a:t>
            </a:r>
          </a:p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 (ERP, EPM, OCI), GSuite, ServiceNow</a:t>
            </a:r>
          </a:p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5183B6-D69D-9FFE-4C46-B574E67D9B9B}"/>
              </a:ext>
            </a:extLst>
          </p:cNvPr>
          <p:cNvSpPr txBox="1"/>
          <p:nvPr/>
        </p:nvSpPr>
        <p:spPr>
          <a:xfrm>
            <a:off x="4004352" y="4372243"/>
            <a:ext cx="2079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Remove </a:t>
            </a:r>
            <a:r>
              <a:rPr lang="en-US" sz="1400"/>
              <a:t>Existing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Access Except Birthright Access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52B1DE-DD37-54DC-DE5D-DEAEC7F99F24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7130996" y="3369174"/>
            <a:ext cx="13060" cy="11141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82291F1-136B-AD56-32A3-4544B5A87EAE}"/>
              </a:ext>
            </a:extLst>
          </p:cNvPr>
          <p:cNvSpPr/>
          <p:nvPr/>
        </p:nvSpPr>
        <p:spPr>
          <a:xfrm>
            <a:off x="6205403" y="1186319"/>
            <a:ext cx="1877307" cy="84624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User moved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0F2B61-0A89-6FCF-7E55-A485E7449F41}"/>
              </a:ext>
            </a:extLst>
          </p:cNvPr>
          <p:cNvCxnSpPr>
            <a:stCxn id="34" idx="2"/>
            <a:endCxn id="14" idx="0"/>
          </p:cNvCxnSpPr>
          <p:nvPr/>
        </p:nvCxnSpPr>
        <p:spPr>
          <a:xfrm flipH="1">
            <a:off x="7144056" y="2032568"/>
            <a:ext cx="1" cy="4903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3EB8CE3-6BD4-E45B-497E-BBB813BE92EF}"/>
              </a:ext>
            </a:extLst>
          </p:cNvPr>
          <p:cNvCxnSpPr>
            <a:cxnSpLocks/>
            <a:stCxn id="15" idx="3"/>
            <a:endCxn id="21" idx="0"/>
          </p:cNvCxnSpPr>
          <p:nvPr/>
        </p:nvCxnSpPr>
        <p:spPr>
          <a:xfrm>
            <a:off x="8069649" y="4906399"/>
            <a:ext cx="1817800" cy="94643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F0F38AF-35DE-F92D-D07E-74DA5401EE72}"/>
              </a:ext>
            </a:extLst>
          </p:cNvPr>
          <p:cNvCxnSpPr>
            <a:stCxn id="15" idx="1"/>
            <a:endCxn id="26" idx="0"/>
          </p:cNvCxnSpPr>
          <p:nvPr/>
        </p:nvCxnSpPr>
        <p:spPr>
          <a:xfrm rot="10800000" flipV="1">
            <a:off x="4522264" y="4906398"/>
            <a:ext cx="1670078" cy="94643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359EC3-946F-E95C-5AC2-ABDC2CA89E26}"/>
              </a:ext>
            </a:extLst>
          </p:cNvPr>
          <p:cNvSpPr txBox="1"/>
          <p:nvPr/>
        </p:nvSpPr>
        <p:spPr>
          <a:xfrm>
            <a:off x="8417214" y="4362609"/>
            <a:ext cx="2468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400"/>
              <a:t>Provision New access based on the mover attributes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72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 dirty="0"/>
              <a:t>Mover Open questions (Sec – 3.4)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553774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Retaining the existing Birthright access for AD, ServiceNow and Oracle ERP Cloud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should be considered as a parameter of comparison when it says "Revoke existing access which is not needed" and don't remove birthright access.</a:t>
                      </a: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format of the Email Templates (such as completion mail, failure mail etc.)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key attributes/information that are required in the email template</a:t>
                      </a: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45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403662"/>
            <a:ext cx="3091817" cy="526368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Termination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523" y="3600057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Pre-condition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2110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632542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5C35BB-052B-C12D-9BC4-FDA623DC3368}"/>
              </a:ext>
            </a:extLst>
          </p:cNvPr>
          <p:cNvSpPr/>
          <p:nvPr/>
        </p:nvSpPr>
        <p:spPr>
          <a:xfrm>
            <a:off x="2377658" y="2535673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Oracle HR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1931B-EC17-C6B4-A742-A32426396C44}"/>
              </a:ext>
            </a:extLst>
          </p:cNvPr>
          <p:cNvSpPr txBox="1"/>
          <p:nvPr/>
        </p:nvSpPr>
        <p:spPr>
          <a:xfrm>
            <a:off x="3158926" y="3611755"/>
            <a:ext cx="1500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Sends attribute </a:t>
            </a:r>
          </a:p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Termination Date 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5E4CA5E3-7EF4-4590-6925-417138CD8698}"/>
              </a:ext>
            </a:extLst>
          </p:cNvPr>
          <p:cNvSpPr/>
          <p:nvPr/>
        </p:nvSpPr>
        <p:spPr>
          <a:xfrm>
            <a:off x="6789370" y="3822129"/>
            <a:ext cx="2937137" cy="1484694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Termination Date matches current date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​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9FA8EAC-B65A-23E0-8C55-7A5BF4F4BFB9}"/>
              </a:ext>
            </a:extLst>
          </p:cNvPr>
          <p:cNvSpPr/>
          <p:nvPr/>
        </p:nvSpPr>
        <p:spPr>
          <a:xfrm>
            <a:off x="2376814" y="1149953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Termination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55DA130-6C56-1165-EECA-CE75E47AA36D}"/>
              </a:ext>
            </a:extLst>
          </p:cNvPr>
          <p:cNvCxnSpPr>
            <a:stCxn id="31" idx="2"/>
            <a:endCxn id="2" idx="0"/>
          </p:cNvCxnSpPr>
          <p:nvPr/>
        </p:nvCxnSpPr>
        <p:spPr>
          <a:xfrm>
            <a:off x="3231554" y="2034947"/>
            <a:ext cx="844" cy="5007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F9F90307-AD2F-04B9-7BF4-3B08D52EEDC4}"/>
              </a:ext>
            </a:extLst>
          </p:cNvPr>
          <p:cNvSpPr/>
          <p:nvPr/>
        </p:nvSpPr>
        <p:spPr>
          <a:xfrm>
            <a:off x="2293888" y="4135434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SailPoint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36D0CF3-4BE1-12FC-4856-98D9D071128D}"/>
              </a:ext>
            </a:extLst>
          </p:cNvPr>
          <p:cNvCxnSpPr>
            <a:stCxn id="2" idx="2"/>
            <a:endCxn id="16" idx="0"/>
          </p:cNvCxnSpPr>
          <p:nvPr/>
        </p:nvCxnSpPr>
        <p:spPr>
          <a:xfrm>
            <a:off x="3232398" y="3420667"/>
            <a:ext cx="144" cy="7147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D64AE8-C626-D788-E548-FA4DAAD0FB38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>
            <a:off x="4171195" y="4558559"/>
            <a:ext cx="2618175" cy="59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D2688C3-1956-4E56-7924-E6DD0326E57D}"/>
              </a:ext>
            </a:extLst>
          </p:cNvPr>
          <p:cNvSpPr txBox="1"/>
          <p:nvPr/>
        </p:nvSpPr>
        <p:spPr>
          <a:xfrm>
            <a:off x="2496310" y="5151077"/>
            <a:ext cx="4928558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Inactivate SailPoint account and Disable </a:t>
            </a:r>
          </a:p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to downstream Applications, create ServiceNow ticket for disconnected disabled 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F0C1E-5F6D-3CF5-6B2B-F7BB0FB9D5E8}"/>
              </a:ext>
            </a:extLst>
          </p:cNvPr>
          <p:cNvSpPr txBox="1"/>
          <p:nvPr/>
        </p:nvSpPr>
        <p:spPr>
          <a:xfrm>
            <a:off x="8236325" y="5280121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CACB47-EAE5-6462-D828-BC9079A273A2}"/>
              </a:ext>
            </a:extLst>
          </p:cNvPr>
          <p:cNvSpPr/>
          <p:nvPr/>
        </p:nvSpPr>
        <p:spPr>
          <a:xfrm>
            <a:off x="9773201" y="6311810"/>
            <a:ext cx="1388878" cy="76209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Azure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225EF1-A716-EE92-A46D-8D3A3BE8994E}"/>
              </a:ext>
            </a:extLst>
          </p:cNvPr>
          <p:cNvSpPr/>
          <p:nvPr/>
        </p:nvSpPr>
        <p:spPr>
          <a:xfrm>
            <a:off x="1816163" y="6340805"/>
            <a:ext cx="1564831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Oracle HR (ERP, EPM, OCI)</a:t>
            </a: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​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E70F3-5760-DE90-1EA0-CACDB4528767}"/>
              </a:ext>
            </a:extLst>
          </p:cNvPr>
          <p:cNvSpPr/>
          <p:nvPr/>
        </p:nvSpPr>
        <p:spPr>
          <a:xfrm>
            <a:off x="3614465" y="63366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GSuite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EB3AE-BB14-87F7-E5FD-291D3E82479E}"/>
              </a:ext>
            </a:extLst>
          </p:cNvPr>
          <p:cNvSpPr/>
          <p:nvPr/>
        </p:nvSpPr>
        <p:spPr>
          <a:xfrm>
            <a:off x="5522007" y="63239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ServiceNow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3ECDA1-B276-1B62-3EB8-B45643616A3F}"/>
              </a:ext>
            </a:extLst>
          </p:cNvPr>
          <p:cNvSpPr/>
          <p:nvPr/>
        </p:nvSpPr>
        <p:spPr>
          <a:xfrm>
            <a:off x="7533763" y="6311810"/>
            <a:ext cx="1429513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Active Directory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6396424-46E6-7B2D-AAE7-F0DD93F299D0}"/>
              </a:ext>
            </a:extLst>
          </p:cNvPr>
          <p:cNvCxnSpPr>
            <a:cxnSpLocks/>
            <a:stCxn id="26" idx="3"/>
            <a:endCxn id="9" idx="1"/>
          </p:cNvCxnSpPr>
          <p:nvPr/>
        </p:nvCxnSpPr>
        <p:spPr>
          <a:xfrm>
            <a:off x="8963276" y="6688789"/>
            <a:ext cx="809925" cy="406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100">
            <a:extLst>
              <a:ext uri="{FF2B5EF4-FFF2-40B4-BE49-F238E27FC236}">
                <a16:creationId xmlns:a16="http://schemas.microsoft.com/office/drawing/2014/main" id="{362BEF41-F927-6177-96A4-143E4CACA4D2}"/>
              </a:ext>
            </a:extLst>
          </p:cNvPr>
          <p:cNvSpPr txBox="1"/>
          <p:nvPr/>
        </p:nvSpPr>
        <p:spPr>
          <a:xfrm>
            <a:off x="9117468" y="6727213"/>
            <a:ext cx="594178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3139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279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9417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2556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5696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58835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1974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45113" algn="l" defTabSz="1086279" rtl="0" eaLnBrk="1" latinLnBrk="0" hangingPunct="1">
              <a:defRPr sz="21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Sync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C44563E-613E-AC54-8C66-C337FD219E6F}"/>
              </a:ext>
            </a:extLst>
          </p:cNvPr>
          <p:cNvCxnSpPr>
            <a:endCxn id="11" idx="0"/>
          </p:cNvCxnSpPr>
          <p:nvPr/>
        </p:nvCxnSpPr>
        <p:spPr>
          <a:xfrm rot="10800000" flipV="1">
            <a:off x="2598579" y="5840579"/>
            <a:ext cx="5655294" cy="50022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47BEEF2-ECE2-EDCB-4486-8D970612BFBB}"/>
              </a:ext>
            </a:extLst>
          </p:cNvPr>
          <p:cNvCxnSpPr>
            <a:endCxn id="12" idx="0"/>
          </p:cNvCxnSpPr>
          <p:nvPr/>
        </p:nvCxnSpPr>
        <p:spPr>
          <a:xfrm>
            <a:off x="4382468" y="5856201"/>
            <a:ext cx="3501" cy="4804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EC2561C-3C81-A3E3-3FD7-A5908DE65F96}"/>
              </a:ext>
            </a:extLst>
          </p:cNvPr>
          <p:cNvCxnSpPr>
            <a:endCxn id="15" idx="0"/>
          </p:cNvCxnSpPr>
          <p:nvPr/>
        </p:nvCxnSpPr>
        <p:spPr>
          <a:xfrm>
            <a:off x="6288260" y="5840579"/>
            <a:ext cx="5251" cy="4833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CA1B93C-548E-DEF1-4FED-979652C124A9}"/>
              </a:ext>
            </a:extLst>
          </p:cNvPr>
          <p:cNvCxnSpPr>
            <a:stCxn id="7" idx="2"/>
            <a:endCxn id="26" idx="0"/>
          </p:cNvCxnSpPr>
          <p:nvPr/>
        </p:nvCxnSpPr>
        <p:spPr>
          <a:xfrm flipH="1">
            <a:off x="8248520" y="5306823"/>
            <a:ext cx="9419" cy="10049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41E183-D250-92DC-BE4C-3012499CA7E6}"/>
              </a:ext>
            </a:extLst>
          </p:cNvPr>
          <p:cNvSpPr/>
          <p:nvPr/>
        </p:nvSpPr>
        <p:spPr>
          <a:xfrm>
            <a:off x="10670895" y="4075912"/>
            <a:ext cx="1889687" cy="97912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Refresh SailPoint data, no action will be taken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7491FF-F19E-8A67-7A95-66C44662438A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9726507" y="4564476"/>
            <a:ext cx="944388" cy="10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05A218-60DC-E469-E578-A50C1B7022F1}"/>
              </a:ext>
            </a:extLst>
          </p:cNvPr>
          <p:cNvSpPr txBox="1"/>
          <p:nvPr/>
        </p:nvSpPr>
        <p:spPr>
          <a:xfrm>
            <a:off x="9977517" y="4555212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84534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Termination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427301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Create ServiceNow tickets for disconnected disabled applications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procedure to follow in creating ServiceNow ticket for disconnected disabled applications to Associates ?</a:t>
                      </a:r>
                    </a:p>
                    <a:p>
                      <a:pPr marL="342900" marR="0" lvl="0" indent="-34290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procedure to follow in creating ServiceNow ticket for disconnected disabled applications to NEP’S ?</a:t>
                      </a:r>
                    </a:p>
                    <a:p>
                      <a:pPr marL="342900" marR="0" lvl="0" indent="-34290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format of the Email Templates (such as completion mail, failure mail etc.)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key attributes/information that are required in the email template</a:t>
                      </a: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614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403661"/>
            <a:ext cx="2948895" cy="648127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Suspension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523" y="3657028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Pre-condition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2110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26279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5C35BB-052B-C12D-9BC4-FDA623DC3368}"/>
              </a:ext>
            </a:extLst>
          </p:cNvPr>
          <p:cNvSpPr/>
          <p:nvPr/>
        </p:nvSpPr>
        <p:spPr>
          <a:xfrm>
            <a:off x="2202541" y="2421794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Oracle HR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1931B-EC17-C6B4-A742-A32426396C44}"/>
              </a:ext>
            </a:extLst>
          </p:cNvPr>
          <p:cNvSpPr txBox="1"/>
          <p:nvPr/>
        </p:nvSpPr>
        <p:spPr>
          <a:xfrm>
            <a:off x="3032882" y="3352077"/>
            <a:ext cx="3687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Sends attribute Assignment Effective Start Date 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5E4CA5E3-7EF4-4590-6925-417138CD8698}"/>
              </a:ext>
            </a:extLst>
          </p:cNvPr>
          <p:cNvSpPr/>
          <p:nvPr/>
        </p:nvSpPr>
        <p:spPr>
          <a:xfrm>
            <a:off x="6583851" y="3829502"/>
            <a:ext cx="3032010" cy="1254571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Effective Start Date &lt;= current date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F0C1E-5F6D-3CF5-6B2B-F7BB0FB9D5E8}"/>
              </a:ext>
            </a:extLst>
          </p:cNvPr>
          <p:cNvSpPr txBox="1"/>
          <p:nvPr/>
        </p:nvSpPr>
        <p:spPr>
          <a:xfrm>
            <a:off x="9491482" y="4609617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9FA8EAC-B65A-23E0-8C55-7A5BF4F4BFB9}"/>
              </a:ext>
            </a:extLst>
          </p:cNvPr>
          <p:cNvSpPr/>
          <p:nvPr/>
        </p:nvSpPr>
        <p:spPr>
          <a:xfrm>
            <a:off x="2204683" y="1201538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Suspension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55DA130-6C56-1165-EECA-CE75E47AA36D}"/>
              </a:ext>
            </a:extLst>
          </p:cNvPr>
          <p:cNvCxnSpPr>
            <a:stCxn id="31" idx="2"/>
            <a:endCxn id="2" idx="0"/>
          </p:cNvCxnSpPr>
          <p:nvPr/>
        </p:nvCxnSpPr>
        <p:spPr>
          <a:xfrm flipH="1">
            <a:off x="3057281" y="2086532"/>
            <a:ext cx="2142" cy="3352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F9F90307-AD2F-04B9-7BF4-3B08D52EEDC4}"/>
              </a:ext>
            </a:extLst>
          </p:cNvPr>
          <p:cNvSpPr/>
          <p:nvPr/>
        </p:nvSpPr>
        <p:spPr>
          <a:xfrm>
            <a:off x="2122732" y="4021923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SailPoint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020F5AD-2E79-2D7A-CFE8-3714295F0EF9}"/>
              </a:ext>
            </a:extLst>
          </p:cNvPr>
          <p:cNvCxnSpPr>
            <a:stCxn id="2" idx="2"/>
            <a:endCxn id="16" idx="0"/>
          </p:cNvCxnSpPr>
          <p:nvPr/>
        </p:nvCxnSpPr>
        <p:spPr>
          <a:xfrm>
            <a:off x="3057281" y="3306788"/>
            <a:ext cx="4105" cy="7151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E9AB354-E81E-6C4D-BFC7-6B868ED683CE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>
            <a:off x="4000039" y="4445048"/>
            <a:ext cx="2583812" cy="117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CACB47-EAE5-6462-D828-BC9079A273A2}"/>
              </a:ext>
            </a:extLst>
          </p:cNvPr>
          <p:cNvSpPr/>
          <p:nvPr/>
        </p:nvSpPr>
        <p:spPr>
          <a:xfrm>
            <a:off x="10542241" y="6420112"/>
            <a:ext cx="1388878" cy="7659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Oracle ERP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E70F3-5760-DE90-1EA0-CACDB4528767}"/>
              </a:ext>
            </a:extLst>
          </p:cNvPr>
          <p:cNvSpPr/>
          <p:nvPr/>
        </p:nvSpPr>
        <p:spPr>
          <a:xfrm>
            <a:off x="2204683" y="6364573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GSuite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EB3AE-BB14-87F7-E5FD-291D3E82479E}"/>
              </a:ext>
            </a:extLst>
          </p:cNvPr>
          <p:cNvSpPr/>
          <p:nvPr/>
        </p:nvSpPr>
        <p:spPr>
          <a:xfrm>
            <a:off x="4914256" y="6407148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ServiceNow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55A61888-5DDF-ADAF-83B9-34E74BF96C43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106664" y="5481187"/>
            <a:ext cx="3130016" cy="93892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36B48E9-00A1-E304-83AE-BA9AE27AEFAE}"/>
              </a:ext>
            </a:extLst>
          </p:cNvPr>
          <p:cNvSpPr txBox="1"/>
          <p:nvPr/>
        </p:nvSpPr>
        <p:spPr>
          <a:xfrm>
            <a:off x="7455796" y="4871889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BF4358-1757-1F63-2642-75CE6E23EDE6}"/>
              </a:ext>
            </a:extLst>
          </p:cNvPr>
          <p:cNvSpPr/>
          <p:nvPr/>
        </p:nvSpPr>
        <p:spPr>
          <a:xfrm>
            <a:off x="7336574" y="6422466"/>
            <a:ext cx="1533055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Active Directory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F4DF9D-9A09-65B1-2D85-3025D3015EB1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099856" y="5084073"/>
            <a:ext cx="3246" cy="13383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551EB53-D897-ABA0-FFB1-5515E32F68BE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2976188" y="5484963"/>
            <a:ext cx="5125123" cy="87960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5C757C8-2FB8-BF8B-B2A7-40BF3B2DEF7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685760" y="5481187"/>
            <a:ext cx="0" cy="9259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DA06D05-DAE0-FAF1-973D-2394A0728724}"/>
              </a:ext>
            </a:extLst>
          </p:cNvPr>
          <p:cNvSpPr/>
          <p:nvPr/>
        </p:nvSpPr>
        <p:spPr>
          <a:xfrm>
            <a:off x="10638434" y="3963044"/>
            <a:ext cx="1889687" cy="97912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Refresh SailPoint data, no action will be taken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62956F7-F825-0F57-54EC-A9682A7EB5B4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 flipV="1">
            <a:off x="9615861" y="4452609"/>
            <a:ext cx="1022573" cy="4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F414D072-7291-D8B3-EB2C-8B46380BD4B6}"/>
              </a:ext>
            </a:extLst>
          </p:cNvPr>
          <p:cNvSpPr/>
          <p:nvPr/>
        </p:nvSpPr>
        <p:spPr>
          <a:xfrm>
            <a:off x="7215725" y="5668509"/>
            <a:ext cx="1796820" cy="50981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Removed AD groups,</a:t>
            </a:r>
          </a:p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retained AD account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E94D24D-F48E-391E-1C16-9705808C2AF3}"/>
              </a:ext>
            </a:extLst>
          </p:cNvPr>
          <p:cNvSpPr/>
          <p:nvPr/>
        </p:nvSpPr>
        <p:spPr>
          <a:xfrm>
            <a:off x="4966190" y="5746963"/>
            <a:ext cx="1442912" cy="37672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disabled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309CA9-317D-2268-03C8-BECDB6F53FAD}"/>
              </a:ext>
            </a:extLst>
          </p:cNvPr>
          <p:cNvSpPr/>
          <p:nvPr/>
        </p:nvSpPr>
        <p:spPr>
          <a:xfrm>
            <a:off x="2249502" y="5668509"/>
            <a:ext cx="1442912" cy="37672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disabled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FADAC34-1AE7-67FB-90D9-E11FD835B2DD}"/>
              </a:ext>
            </a:extLst>
          </p:cNvPr>
          <p:cNvSpPr/>
          <p:nvPr/>
        </p:nvSpPr>
        <p:spPr>
          <a:xfrm>
            <a:off x="10500551" y="5746963"/>
            <a:ext cx="1442912" cy="37672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retained for self-service</a:t>
            </a:r>
          </a:p>
        </p:txBody>
      </p:sp>
    </p:spTree>
    <p:extLst>
      <p:ext uri="{BB962C8B-B14F-4D97-AF65-F5344CB8AC3E}">
        <p14:creationId xmlns:p14="http://schemas.microsoft.com/office/powerpoint/2010/main" val="280589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Suspension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93574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format of the Email Templates (such as completion mail, failure mail etc.)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key attributes/information that are required in the email template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40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403661"/>
            <a:ext cx="5599015" cy="648127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Leave Of Absence (LOA)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523" y="3657028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2110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26279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5C35BB-052B-C12D-9BC4-FDA623DC3368}"/>
              </a:ext>
            </a:extLst>
          </p:cNvPr>
          <p:cNvSpPr/>
          <p:nvPr/>
        </p:nvSpPr>
        <p:spPr>
          <a:xfrm>
            <a:off x="2202541" y="2421794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1931B-EC17-C6B4-A742-A32426396C44}"/>
              </a:ext>
            </a:extLst>
          </p:cNvPr>
          <p:cNvSpPr txBox="1"/>
          <p:nvPr/>
        </p:nvSpPr>
        <p:spPr>
          <a:xfrm>
            <a:off x="3032882" y="3352077"/>
            <a:ext cx="3687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Sends attribute Assignment Effective Start Date 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5E4CA5E3-7EF4-4590-6925-417138CD8698}"/>
              </a:ext>
            </a:extLst>
          </p:cNvPr>
          <p:cNvSpPr/>
          <p:nvPr/>
        </p:nvSpPr>
        <p:spPr>
          <a:xfrm>
            <a:off x="6583851" y="3829502"/>
            <a:ext cx="3032010" cy="1254571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Assignment Effective Start Date &lt;= current date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F0C1E-5F6D-3CF5-6B2B-F7BB0FB9D5E8}"/>
              </a:ext>
            </a:extLst>
          </p:cNvPr>
          <p:cNvSpPr txBox="1"/>
          <p:nvPr/>
        </p:nvSpPr>
        <p:spPr>
          <a:xfrm>
            <a:off x="9491482" y="4609617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No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9FA8EAC-B65A-23E0-8C55-7A5BF4F4BFB9}"/>
              </a:ext>
            </a:extLst>
          </p:cNvPr>
          <p:cNvSpPr/>
          <p:nvPr/>
        </p:nvSpPr>
        <p:spPr>
          <a:xfrm>
            <a:off x="2204683" y="1201538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User On LOA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55DA130-6C56-1165-EECA-CE75E47AA36D}"/>
              </a:ext>
            </a:extLst>
          </p:cNvPr>
          <p:cNvCxnSpPr>
            <a:stCxn id="31" idx="2"/>
            <a:endCxn id="2" idx="0"/>
          </p:cNvCxnSpPr>
          <p:nvPr/>
        </p:nvCxnSpPr>
        <p:spPr>
          <a:xfrm flipH="1">
            <a:off x="3057281" y="2086532"/>
            <a:ext cx="2142" cy="3352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F9F90307-AD2F-04B9-7BF4-3B08D52EEDC4}"/>
              </a:ext>
            </a:extLst>
          </p:cNvPr>
          <p:cNvSpPr/>
          <p:nvPr/>
        </p:nvSpPr>
        <p:spPr>
          <a:xfrm>
            <a:off x="2122732" y="4021923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020F5AD-2E79-2D7A-CFE8-3714295F0EF9}"/>
              </a:ext>
            </a:extLst>
          </p:cNvPr>
          <p:cNvCxnSpPr>
            <a:stCxn id="2" idx="2"/>
            <a:endCxn id="16" idx="0"/>
          </p:cNvCxnSpPr>
          <p:nvPr/>
        </p:nvCxnSpPr>
        <p:spPr>
          <a:xfrm>
            <a:off x="3057281" y="3306788"/>
            <a:ext cx="4105" cy="7151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E9AB354-E81E-6C4D-BFC7-6B868ED683CE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>
            <a:off x="4000039" y="4445048"/>
            <a:ext cx="2583812" cy="117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CACB47-EAE5-6462-D828-BC9079A273A2}"/>
              </a:ext>
            </a:extLst>
          </p:cNvPr>
          <p:cNvSpPr/>
          <p:nvPr/>
        </p:nvSpPr>
        <p:spPr>
          <a:xfrm>
            <a:off x="10542241" y="6420112"/>
            <a:ext cx="1388878" cy="7659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Oracle ERP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E70F3-5760-DE90-1EA0-CACDB4528767}"/>
              </a:ext>
            </a:extLst>
          </p:cNvPr>
          <p:cNvSpPr/>
          <p:nvPr/>
        </p:nvSpPr>
        <p:spPr>
          <a:xfrm>
            <a:off x="2204683" y="6364573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GSuite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EB3AE-BB14-87F7-E5FD-291D3E82479E}"/>
              </a:ext>
            </a:extLst>
          </p:cNvPr>
          <p:cNvSpPr/>
          <p:nvPr/>
        </p:nvSpPr>
        <p:spPr>
          <a:xfrm>
            <a:off x="4914256" y="6407148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55A61888-5DDF-ADAF-83B9-34E74BF96C43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106664" y="5481187"/>
            <a:ext cx="3130016" cy="93892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36B48E9-00A1-E304-83AE-BA9AE27AEFAE}"/>
              </a:ext>
            </a:extLst>
          </p:cNvPr>
          <p:cNvSpPr txBox="1"/>
          <p:nvPr/>
        </p:nvSpPr>
        <p:spPr>
          <a:xfrm>
            <a:off x="7455796" y="4871889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Yes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BF4358-1757-1F63-2642-75CE6E23EDE6}"/>
              </a:ext>
            </a:extLst>
          </p:cNvPr>
          <p:cNvSpPr/>
          <p:nvPr/>
        </p:nvSpPr>
        <p:spPr>
          <a:xfrm>
            <a:off x="7336574" y="6422466"/>
            <a:ext cx="1533055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Active Directory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F4DF9D-9A09-65B1-2D85-3025D3015EB1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099856" y="5084073"/>
            <a:ext cx="3246" cy="13383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551EB53-D897-ABA0-FFB1-5515E32F68BE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2976188" y="5484963"/>
            <a:ext cx="5125123" cy="87960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5C757C8-2FB8-BF8B-B2A7-40BF3B2DEF7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685760" y="5481187"/>
            <a:ext cx="0" cy="9259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DA06D05-DAE0-FAF1-973D-2394A0728724}"/>
              </a:ext>
            </a:extLst>
          </p:cNvPr>
          <p:cNvSpPr/>
          <p:nvPr/>
        </p:nvSpPr>
        <p:spPr>
          <a:xfrm>
            <a:off x="10638434" y="3963044"/>
            <a:ext cx="1889687" cy="97912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Refresh SailPoint data, no action will be taken</a:t>
            </a:r>
            <a:endParaRPr lang="en-US" sz="1600">
              <a:solidFill>
                <a:srgbClr val="FFFFFF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62956F7-F825-0F57-54EC-A9682A7EB5B4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 flipV="1">
            <a:off x="9615861" y="4452609"/>
            <a:ext cx="1022573" cy="4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F414D072-7291-D8B3-EB2C-8B46380BD4B6}"/>
              </a:ext>
            </a:extLst>
          </p:cNvPr>
          <p:cNvSpPr/>
          <p:nvPr/>
        </p:nvSpPr>
        <p:spPr>
          <a:xfrm>
            <a:off x="7215725" y="5668509"/>
            <a:ext cx="1796820" cy="50981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Removed AD groups,</a:t>
            </a:r>
          </a:p>
          <a:p>
            <a:pPr algn="ctr" defTabSz="676656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retained AD account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E94D24D-F48E-391E-1C16-9705808C2AF3}"/>
              </a:ext>
            </a:extLst>
          </p:cNvPr>
          <p:cNvSpPr/>
          <p:nvPr/>
        </p:nvSpPr>
        <p:spPr>
          <a:xfrm>
            <a:off x="4966190" y="5746963"/>
            <a:ext cx="1442912" cy="37672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Access disabled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309CA9-317D-2268-03C8-BECDB6F53FAD}"/>
              </a:ext>
            </a:extLst>
          </p:cNvPr>
          <p:cNvSpPr/>
          <p:nvPr/>
        </p:nvSpPr>
        <p:spPr>
          <a:xfrm>
            <a:off x="2249502" y="5668509"/>
            <a:ext cx="1442912" cy="37672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Access retained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FADAC34-1AE7-67FB-90D9-E11FD835B2DD}"/>
              </a:ext>
            </a:extLst>
          </p:cNvPr>
          <p:cNvSpPr/>
          <p:nvPr/>
        </p:nvSpPr>
        <p:spPr>
          <a:xfrm>
            <a:off x="10500551" y="5746963"/>
            <a:ext cx="1442912" cy="37672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Access retained for self-service</a:t>
            </a:r>
          </a:p>
        </p:txBody>
      </p:sp>
    </p:spTree>
    <p:extLst>
      <p:ext uri="{BB962C8B-B14F-4D97-AF65-F5344CB8AC3E}">
        <p14:creationId xmlns:p14="http://schemas.microsoft.com/office/powerpoint/2010/main" val="976588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LOA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373139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 Email Template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format of the Email Templates (such as completion mail, failure mail etc.)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key attributes/information that are required in the email template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374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403662"/>
            <a:ext cx="2596515" cy="572701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Re-Hire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523" y="3744113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355459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561817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5690C4-81E8-F166-111F-79FABF7A8E89}"/>
              </a:ext>
            </a:extLst>
          </p:cNvPr>
          <p:cNvSpPr/>
          <p:nvPr/>
        </p:nvSpPr>
        <p:spPr>
          <a:xfrm>
            <a:off x="9356966" y="2553478"/>
            <a:ext cx="1877307" cy="10416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 Pending Worker Relationship is Created with Person Number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39BF818-50B4-01B0-6F28-4965AD310095}"/>
              </a:ext>
            </a:extLst>
          </p:cNvPr>
          <p:cNvSpPr/>
          <p:nvPr/>
        </p:nvSpPr>
        <p:spPr>
          <a:xfrm>
            <a:off x="4460100" y="2652818"/>
            <a:ext cx="1808652" cy="84624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Oracle HR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97076F-BA95-9A6B-C458-8D4894355B66}"/>
              </a:ext>
            </a:extLst>
          </p:cNvPr>
          <p:cNvSpPr/>
          <p:nvPr/>
        </p:nvSpPr>
        <p:spPr>
          <a:xfrm>
            <a:off x="1958857" y="1273728"/>
            <a:ext cx="1877307" cy="84624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Validate SSN, Name, DOB and Gender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69A96652-1AA0-020E-3DA8-5E79405F88BD}"/>
              </a:ext>
            </a:extLst>
          </p:cNvPr>
          <p:cNvSpPr/>
          <p:nvPr/>
        </p:nvSpPr>
        <p:spPr>
          <a:xfrm>
            <a:off x="4387520" y="1138720"/>
            <a:ext cx="1939500" cy="1116192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Record Exist?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D1F5-6D8E-76F7-F80D-843F1385601A}"/>
              </a:ext>
            </a:extLst>
          </p:cNvPr>
          <p:cNvSpPr/>
          <p:nvPr/>
        </p:nvSpPr>
        <p:spPr>
          <a:xfrm>
            <a:off x="6968642" y="4375682"/>
            <a:ext cx="154144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A72B697-65A0-7847-F3C7-B549513C3A62}"/>
              </a:ext>
            </a:extLst>
          </p:cNvPr>
          <p:cNvSpPr/>
          <p:nvPr/>
        </p:nvSpPr>
        <p:spPr>
          <a:xfrm>
            <a:off x="10259272" y="4372684"/>
            <a:ext cx="1819254" cy="82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Send Notification to User with credentials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B900C3-DFFD-52BF-CB31-006182FF7A57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3836164" y="1696816"/>
            <a:ext cx="551356" cy="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5F33C76-8279-1F8D-153F-3FCA4C61C20B}"/>
              </a:ext>
            </a:extLst>
          </p:cNvPr>
          <p:cNvCxnSpPr>
            <a:stCxn id="7" idx="2"/>
            <a:endCxn id="3" idx="0"/>
          </p:cNvCxnSpPr>
          <p:nvPr/>
        </p:nvCxnSpPr>
        <p:spPr>
          <a:xfrm>
            <a:off x="5357270" y="2254912"/>
            <a:ext cx="7156" cy="3979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A04B46-B3BF-1CD5-F62D-DA0579242042}"/>
              </a:ext>
            </a:extLst>
          </p:cNvPr>
          <p:cNvCxnSpPr>
            <a:stCxn id="3" idx="3"/>
            <a:endCxn id="2" idx="1"/>
          </p:cNvCxnSpPr>
          <p:nvPr/>
        </p:nvCxnSpPr>
        <p:spPr>
          <a:xfrm flipV="1">
            <a:off x="6268752" y="3074311"/>
            <a:ext cx="3088214" cy="16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1DD5069-F8CF-2BD1-EE27-0F878E8EBBE5}"/>
              </a:ext>
            </a:extLst>
          </p:cNvPr>
          <p:cNvCxnSpPr>
            <a:stCxn id="2" idx="2"/>
            <a:endCxn id="8" idx="0"/>
          </p:cNvCxnSpPr>
          <p:nvPr/>
        </p:nvCxnSpPr>
        <p:spPr>
          <a:xfrm rot="5400000">
            <a:off x="8627224" y="2707285"/>
            <a:ext cx="780539" cy="2556254"/>
          </a:xfrm>
          <a:prstGeom prst="bentConnector3">
            <a:avLst>
              <a:gd name="adj1" fmla="val 6464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3865953-A503-5C73-1727-F424EFA50891}"/>
              </a:ext>
            </a:extLst>
          </p:cNvPr>
          <p:cNvCxnSpPr>
            <a:cxnSpLocks/>
            <a:endCxn id="3" idx="2"/>
          </p:cNvCxnSpPr>
          <p:nvPr/>
        </p:nvCxnSpPr>
        <p:spPr>
          <a:xfrm rot="10800000">
            <a:off x="5364427" y="3499068"/>
            <a:ext cx="1599369" cy="104970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5967CBF-CEDD-F763-580D-7441E299E8A5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2517286" y="4798806"/>
            <a:ext cx="4451356" cy="1726801"/>
          </a:xfrm>
          <a:prstGeom prst="bentConnector2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9F1BC43-26C7-DEED-E244-9B0459212977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8510089" y="4782724"/>
            <a:ext cx="1749183" cy="160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DF368CB-3557-76ED-DE7E-C26198E51D3F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>
            <a:off x="7739366" y="5221931"/>
            <a:ext cx="4123" cy="12949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C28F551-2525-F01F-76B4-E462D809A7F8}"/>
              </a:ext>
            </a:extLst>
          </p:cNvPr>
          <p:cNvGrpSpPr/>
          <p:nvPr/>
        </p:nvGrpSpPr>
        <p:grpSpPr>
          <a:xfrm>
            <a:off x="5580558" y="6032499"/>
            <a:ext cx="4337557" cy="1105392"/>
            <a:chOff x="5580558" y="5956299"/>
            <a:chExt cx="4337557" cy="110539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2AC5FCF-BB9C-62D1-EE8E-E1F4829B7965}"/>
                </a:ext>
              </a:extLst>
            </p:cNvPr>
            <p:cNvSpPr/>
            <p:nvPr/>
          </p:nvSpPr>
          <p:spPr>
            <a:xfrm>
              <a:off x="5580558" y="6440699"/>
              <a:ext cx="1383237" cy="6199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676656">
                <a:spcAft>
                  <a:spcPts val="600"/>
                </a:spcAft>
              </a:pPr>
              <a:r>
                <a:rPr lang="en-US" sz="1600">
                  <a:solidFill>
                    <a:srgbClr val="FFFFFF"/>
                  </a:solidFill>
                </a:rPr>
                <a:t>Oracle ERP Cloud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589FE5D-9B31-0969-A6B4-F9CD8C35B464}"/>
                </a:ext>
              </a:extLst>
            </p:cNvPr>
            <p:cNvSpPr/>
            <p:nvPr/>
          </p:nvSpPr>
          <p:spPr>
            <a:xfrm>
              <a:off x="8542224" y="6441707"/>
              <a:ext cx="1375891" cy="619984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676656">
                <a:spcAft>
                  <a:spcPts val="600"/>
                </a:spcAft>
              </a:pPr>
              <a:r>
                <a:rPr lang="en-US" sz="1600">
                  <a:solidFill>
                    <a:srgbClr val="FFFFFF"/>
                  </a:solidFill>
                </a:rPr>
                <a:t>ServiceNow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94BB9F9-B904-FF97-77B4-CECB6ECF9814}"/>
                </a:ext>
              </a:extLst>
            </p:cNvPr>
            <p:cNvSpPr/>
            <p:nvPr/>
          </p:nvSpPr>
          <p:spPr>
            <a:xfrm>
              <a:off x="7147824" y="6440698"/>
              <a:ext cx="1191329" cy="6199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676656">
                <a:spcAft>
                  <a:spcPts val="600"/>
                </a:spcAft>
              </a:pPr>
              <a:r>
                <a:rPr lang="en-US" sz="1600">
                  <a:solidFill>
                    <a:srgbClr val="FFFFFF"/>
                  </a:solidFill>
                </a:rPr>
                <a:t>GSuite</a:t>
              </a:r>
            </a:p>
          </p:txBody>
        </p:sp>
        <p:cxnSp>
          <p:nvCxnSpPr>
            <p:cNvPr id="68" name="Connector: Elbow 67">
              <a:extLst>
                <a:ext uri="{FF2B5EF4-FFF2-40B4-BE49-F238E27FC236}">
                  <a16:creationId xmlns:a16="http://schemas.microsoft.com/office/drawing/2014/main" id="{DD06A54A-5FC2-E2E9-7165-D858CDE02B4B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7737307" y="5956299"/>
              <a:ext cx="1492863" cy="485408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FD039EA4-10BD-F3D4-A21D-51E2F1FB6B95}"/>
                </a:ext>
              </a:extLst>
            </p:cNvPr>
            <p:cNvCxnSpPr>
              <a:endCxn id="13" idx="0"/>
            </p:cNvCxnSpPr>
            <p:nvPr/>
          </p:nvCxnSpPr>
          <p:spPr>
            <a:xfrm rot="10800000" flipV="1">
              <a:off x="6272178" y="5956299"/>
              <a:ext cx="1467189" cy="484399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157CA3A-5B32-7092-EB6F-793B7603AA6B}"/>
              </a:ext>
            </a:extLst>
          </p:cNvPr>
          <p:cNvSpPr/>
          <p:nvPr/>
        </p:nvSpPr>
        <p:spPr>
          <a:xfrm>
            <a:off x="5361025" y="2322571"/>
            <a:ext cx="15138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1 . Merge Record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5125D8D-BBDC-F46E-9F14-D7E15FE0B621}"/>
              </a:ext>
            </a:extLst>
          </p:cNvPr>
          <p:cNvSpPr txBox="1"/>
          <p:nvPr/>
        </p:nvSpPr>
        <p:spPr>
          <a:xfrm>
            <a:off x="4868949" y="2315365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Yes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E62FEE-9B91-485C-8D27-698108832587}"/>
              </a:ext>
            </a:extLst>
          </p:cNvPr>
          <p:cNvSpPr txBox="1"/>
          <p:nvPr/>
        </p:nvSpPr>
        <p:spPr>
          <a:xfrm>
            <a:off x="7737307" y="3799259"/>
            <a:ext cx="27502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2 .Enable SailPoint user account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1D94456-C6FB-394E-2B84-3087FEA060B3}"/>
              </a:ext>
            </a:extLst>
          </p:cNvPr>
          <p:cNvSpPr txBox="1"/>
          <p:nvPr/>
        </p:nvSpPr>
        <p:spPr>
          <a:xfrm>
            <a:off x="2466195" y="4314263"/>
            <a:ext cx="2662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3 .Enable/Provision AD account to user, reset the user password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5EEC8EB-7ED9-FDB0-7C82-2B100DEFC07F}"/>
              </a:ext>
            </a:extLst>
          </p:cNvPr>
          <p:cNvGrpSpPr/>
          <p:nvPr/>
        </p:nvGrpSpPr>
        <p:grpSpPr>
          <a:xfrm>
            <a:off x="1902613" y="5854552"/>
            <a:ext cx="2950605" cy="1291041"/>
            <a:chOff x="1902613" y="5791052"/>
            <a:chExt cx="2950605" cy="129104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B119793-712F-0844-CEC2-49186118B453}"/>
                </a:ext>
              </a:extLst>
            </p:cNvPr>
            <p:cNvSpPr/>
            <p:nvPr/>
          </p:nvSpPr>
          <p:spPr>
            <a:xfrm>
              <a:off x="1902613" y="6462108"/>
              <a:ext cx="1229345" cy="6199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676656">
                <a:spcAft>
                  <a:spcPts val="600"/>
                </a:spcAft>
              </a:pPr>
              <a:r>
                <a:rPr lang="en-US" sz="1600">
                  <a:solidFill>
                    <a:srgbClr val="FFFFFF"/>
                  </a:solidFill>
                </a:rPr>
                <a:t>Active Directory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929DB08-7CF1-C86A-77CB-49052DEC2FCD}"/>
                </a:ext>
              </a:extLst>
            </p:cNvPr>
            <p:cNvSpPr/>
            <p:nvPr/>
          </p:nvSpPr>
          <p:spPr>
            <a:xfrm>
              <a:off x="3623873" y="6457543"/>
              <a:ext cx="1229345" cy="6199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676656">
                <a:spcAft>
                  <a:spcPts val="600"/>
                </a:spcAft>
              </a:pPr>
              <a:r>
                <a:rPr lang="en-US" sz="1600">
                  <a:solidFill>
                    <a:srgbClr val="FFFFFF"/>
                  </a:solidFill>
                </a:rPr>
                <a:t>Azure AD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DB2893F-37B5-0EF9-1821-30C102B25AE2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 flipV="1">
              <a:off x="3131958" y="6767536"/>
              <a:ext cx="491915" cy="4565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A51879B-9262-9A5D-BE24-56FD493BE24F}"/>
                </a:ext>
              </a:extLst>
            </p:cNvPr>
            <p:cNvSpPr txBox="1"/>
            <p:nvPr/>
          </p:nvSpPr>
          <p:spPr>
            <a:xfrm>
              <a:off x="2548068" y="5791052"/>
              <a:ext cx="16819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defRPr>
              </a:lvl1pPr>
            </a:lstStyle>
            <a:p>
              <a:r>
                <a:rPr lang="en-US"/>
                <a:t>5 .Aggregate UPN</a:t>
              </a:r>
            </a:p>
            <a:p>
              <a:r>
                <a:rPr lang="en-US"/>
                <a:t>(SSO identifier)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5E4D031-353C-A2FD-0081-54EFB70BAA95}"/>
                </a:ext>
              </a:extLst>
            </p:cNvPr>
            <p:cNvSpPr txBox="1"/>
            <p:nvPr/>
          </p:nvSpPr>
          <p:spPr>
            <a:xfrm>
              <a:off x="3163254" y="6753778"/>
              <a:ext cx="553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defRPr>
              </a:lvl1pPr>
            </a:lstStyle>
            <a:p>
              <a:r>
                <a:rPr lang="en-US"/>
                <a:t>Sync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5A4DA8F3-D204-B841-A6A8-882D8DDE588F}"/>
              </a:ext>
            </a:extLst>
          </p:cNvPr>
          <p:cNvSpPr txBox="1"/>
          <p:nvPr/>
        </p:nvSpPr>
        <p:spPr>
          <a:xfrm>
            <a:off x="7749584" y="5521546"/>
            <a:ext cx="1939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4 .Provision Birth right </a:t>
            </a:r>
          </a:p>
          <a:p>
            <a:r>
              <a:rPr lang="en-US"/>
              <a:t>Applications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CC67A56-7C11-6EAF-234A-534AF4687ACD}"/>
              </a:ext>
            </a:extLst>
          </p:cNvPr>
          <p:cNvSpPr txBox="1"/>
          <p:nvPr/>
        </p:nvSpPr>
        <p:spPr>
          <a:xfrm>
            <a:off x="5338300" y="3903894"/>
            <a:ext cx="1462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6. Provision  UPN (SSO identifier)</a:t>
            </a:r>
          </a:p>
        </p:txBody>
      </p:sp>
    </p:spTree>
    <p:extLst>
      <p:ext uri="{BB962C8B-B14F-4D97-AF65-F5344CB8AC3E}">
        <p14:creationId xmlns:p14="http://schemas.microsoft.com/office/powerpoint/2010/main" val="3860108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Re-Hire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297274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87708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80951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Provisioning Birthright access to AD and Oracle ERP Cloud ( section 3.9.3 Design doc)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Terminated accounts that should be considered for Rehire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condition should be considered for providing the birthright access and what are the exact access that we need to provide in AD and Oracle ERP Cloud 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format of the Email Templates (such as completion mail, failure mail etc.)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key attributes/information that are required in the email template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dirty="0">
                          <a:effectLst/>
                        </a:rPr>
                        <a:t>What is the appropriate timeframe for considering previously terminated employees for rehire, such as those who were terminated within the past 90 days?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23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4" y="403662"/>
            <a:ext cx="2863215" cy="459913"/>
          </a:xfrm>
        </p:spPr>
        <p:txBody>
          <a:bodyPr lIns="88612" tIns="44306" rIns="88612" bIns="44306" anchor="t">
            <a:noAutofit/>
          </a:bodyPr>
          <a:lstStyle/>
          <a:p>
            <a:r>
              <a:rPr lang="en-US" sz="2800"/>
              <a:t>Conversion</a:t>
            </a:r>
          </a:p>
          <a:p>
            <a:endParaRPr lang="en-US" sz="28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523" y="3690414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3253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73269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4A16B1-6B39-AFAA-68D6-8E1F91BF504C}"/>
              </a:ext>
            </a:extLst>
          </p:cNvPr>
          <p:cNvSpPr/>
          <p:nvPr/>
        </p:nvSpPr>
        <p:spPr>
          <a:xfrm>
            <a:off x="2487821" y="2595400"/>
            <a:ext cx="1631918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Oracle HR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E9306C-517C-9FCE-884C-5007AB1B5A55}"/>
              </a:ext>
            </a:extLst>
          </p:cNvPr>
          <p:cNvSpPr/>
          <p:nvPr/>
        </p:nvSpPr>
        <p:spPr>
          <a:xfrm>
            <a:off x="6447305" y="4238596"/>
            <a:ext cx="1631918" cy="88499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FB783A4-2C9C-AC32-83A8-C5D5A1732405}"/>
              </a:ext>
            </a:extLst>
          </p:cNvPr>
          <p:cNvSpPr/>
          <p:nvPr/>
        </p:nvSpPr>
        <p:spPr>
          <a:xfrm>
            <a:off x="2486040" y="1239518"/>
            <a:ext cx="1631918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User Conversion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C716DE5-E11C-C546-FE95-F51A54BE218F}"/>
              </a:ext>
            </a:extLst>
          </p:cNvPr>
          <p:cNvCxnSpPr>
            <a:stCxn id="16" idx="2"/>
            <a:endCxn id="2" idx="0"/>
          </p:cNvCxnSpPr>
          <p:nvPr/>
        </p:nvCxnSpPr>
        <p:spPr>
          <a:xfrm>
            <a:off x="3301999" y="2124512"/>
            <a:ext cx="1781" cy="4708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2764881F-4BC0-2B27-987F-07ABB0ACF786}"/>
              </a:ext>
            </a:extLst>
          </p:cNvPr>
          <p:cNvCxnSpPr>
            <a:stCxn id="2" idx="2"/>
            <a:endCxn id="12" idx="1"/>
          </p:cNvCxnSpPr>
          <p:nvPr/>
        </p:nvCxnSpPr>
        <p:spPr>
          <a:xfrm rot="16200000" flipH="1">
            <a:off x="4275193" y="2508980"/>
            <a:ext cx="1200699" cy="314352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9C9A324-EEB6-10D5-DAAA-AC7CF765442F}"/>
              </a:ext>
            </a:extLst>
          </p:cNvPr>
          <p:cNvSpPr txBox="1"/>
          <p:nvPr/>
        </p:nvSpPr>
        <p:spPr>
          <a:xfrm>
            <a:off x="3337665" y="3883872"/>
            <a:ext cx="15913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Update hire date and Worker Type with active state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4D49F1-74F7-35CB-7FA9-9D028C189109}"/>
              </a:ext>
            </a:extLst>
          </p:cNvPr>
          <p:cNvSpPr txBox="1"/>
          <p:nvPr/>
        </p:nvSpPr>
        <p:spPr>
          <a:xfrm>
            <a:off x="7322964" y="5216512"/>
            <a:ext cx="3735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Activate/Provision downstream Applications with updated demographic information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D650B0-223E-0043-83C9-231064C083F2}"/>
              </a:ext>
            </a:extLst>
          </p:cNvPr>
          <p:cNvSpPr/>
          <p:nvPr/>
        </p:nvSpPr>
        <p:spPr>
          <a:xfrm>
            <a:off x="5548114" y="6002182"/>
            <a:ext cx="3440584" cy="114885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r" defTabSz="676656">
              <a:spcAft>
                <a:spcPts val="600"/>
              </a:spcAft>
            </a:pPr>
            <a:r>
              <a:rPr lang="en-US" sz="1600" err="1">
                <a:solidFill>
                  <a:srgbClr val="FFFFFF"/>
                </a:solidFill>
              </a:rPr>
              <a:t>Gsuite</a:t>
            </a:r>
            <a:r>
              <a:rPr lang="en-US" sz="1600">
                <a:solidFill>
                  <a:srgbClr val="FFFFFF"/>
                </a:solidFill>
              </a:rPr>
              <a:t> </a:t>
            </a:r>
          </a:p>
          <a:p>
            <a:pPr algn="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  <a:p>
            <a:pPr algn="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Oracle(ERP, EPM, OCI)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266394-5A14-2F1F-892A-31867E41265E}"/>
              </a:ext>
            </a:extLst>
          </p:cNvPr>
          <p:cNvSpPr/>
          <p:nvPr/>
        </p:nvSpPr>
        <p:spPr>
          <a:xfrm>
            <a:off x="5797951" y="6333635"/>
            <a:ext cx="966231" cy="5163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Active Directory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E680805-EED8-E919-76AF-0AC35531C4B2}"/>
              </a:ext>
            </a:extLst>
          </p:cNvPr>
          <p:cNvSpPr/>
          <p:nvPr/>
        </p:nvSpPr>
        <p:spPr>
          <a:xfrm>
            <a:off x="4218080" y="5858577"/>
            <a:ext cx="955145" cy="50479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Azure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562111E-6271-05AF-767C-8DBB63452F81}"/>
              </a:ext>
            </a:extLst>
          </p:cNvPr>
          <p:cNvCxnSpPr>
            <a:stCxn id="20" idx="2"/>
            <a:endCxn id="19" idx="1"/>
          </p:cNvCxnSpPr>
          <p:nvPr/>
        </p:nvCxnSpPr>
        <p:spPr>
          <a:xfrm rot="16200000" flipH="1">
            <a:off x="5132570" y="5926451"/>
            <a:ext cx="228465" cy="1102298"/>
          </a:xfrm>
          <a:prstGeom prst="bentConnector2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EF7932E-5AC9-2B67-2119-ED767F656991}"/>
              </a:ext>
            </a:extLst>
          </p:cNvPr>
          <p:cNvSpPr txBox="1"/>
          <p:nvPr/>
        </p:nvSpPr>
        <p:spPr>
          <a:xfrm>
            <a:off x="4769984" y="6536922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Sync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85AACC-2E78-B59A-33CE-A4B968B15910}"/>
              </a:ext>
            </a:extLst>
          </p:cNvPr>
          <p:cNvCxnSpPr>
            <a:stCxn id="12" idx="2"/>
            <a:endCxn id="17" idx="0"/>
          </p:cNvCxnSpPr>
          <p:nvPr/>
        </p:nvCxnSpPr>
        <p:spPr>
          <a:xfrm>
            <a:off x="7263264" y="5123590"/>
            <a:ext cx="5142" cy="8785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592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Conversion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709858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Provisioning access to AD and Oracle ERP with updated demographic information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( section 3.5.3 Design doc)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 Template</a:t>
                      </a:r>
                      <a:endParaRPr lang="en-US" sz="1800" dirty="0">
                        <a:effectLst/>
                      </a:endParaRP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exact accesses we need to provisioned and on what basis/condition it should be done when we say demographic and email information.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and attribute mapping information is required for AD and ERP.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is the format of the Email Templates (such as completion mail, failure mail etc.)</a:t>
                      </a: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are the key attributes/information that are required in the email template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869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403662"/>
            <a:ext cx="3218811" cy="505092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Profile Update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523" y="3906314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2110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31359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98640F-1F4C-186C-C75F-398A5216FD3D}"/>
              </a:ext>
            </a:extLst>
          </p:cNvPr>
          <p:cNvSpPr/>
          <p:nvPr/>
        </p:nvSpPr>
        <p:spPr>
          <a:xfrm>
            <a:off x="2297319" y="2648806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11" name="Rectangle: Rounded Corners 12">
            <a:extLst>
              <a:ext uri="{FF2B5EF4-FFF2-40B4-BE49-F238E27FC236}">
                <a16:creationId xmlns:a16="http://schemas.microsoft.com/office/drawing/2014/main" id="{ED299144-7FF9-4206-FFF3-B515492C9379}"/>
              </a:ext>
            </a:extLst>
          </p:cNvPr>
          <p:cNvSpPr/>
          <p:nvPr/>
        </p:nvSpPr>
        <p:spPr>
          <a:xfrm>
            <a:off x="5481050" y="4175919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2530EF-7E73-7D1E-9D93-6529E9B15329}"/>
              </a:ext>
            </a:extLst>
          </p:cNvPr>
          <p:cNvSpPr/>
          <p:nvPr/>
        </p:nvSpPr>
        <p:spPr>
          <a:xfrm>
            <a:off x="2297319" y="1193358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</a:rPr>
              <a:t>User Profile Update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72536D-105C-688A-FB26-A52919C53790}"/>
              </a:ext>
            </a:extLst>
          </p:cNvPr>
          <p:cNvCxnSpPr>
            <a:stCxn id="12" idx="2"/>
            <a:endCxn id="2" idx="0"/>
          </p:cNvCxnSpPr>
          <p:nvPr/>
        </p:nvCxnSpPr>
        <p:spPr>
          <a:xfrm>
            <a:off x="3152059" y="2078352"/>
            <a:ext cx="0" cy="5704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D8E7E86-3275-11D3-C212-CF95804F5D37}"/>
              </a:ext>
            </a:extLst>
          </p:cNvPr>
          <p:cNvCxnSpPr>
            <a:stCxn id="2" idx="2"/>
            <a:endCxn id="11" idx="1"/>
          </p:cNvCxnSpPr>
          <p:nvPr/>
        </p:nvCxnSpPr>
        <p:spPr>
          <a:xfrm rot="16200000" flipH="1">
            <a:off x="3783932" y="2901926"/>
            <a:ext cx="1065244" cy="232899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2C36037-05D6-FB41-D8EF-8CFB119E3E72}"/>
              </a:ext>
            </a:extLst>
          </p:cNvPr>
          <p:cNvSpPr txBox="1"/>
          <p:nvPr/>
        </p:nvSpPr>
        <p:spPr>
          <a:xfrm>
            <a:off x="3336217" y="4591639"/>
            <a:ext cx="210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Sends attributes related to user profile updates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6FFFC1-712D-6F23-88B1-CA3B15A4B559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6419704" y="5022168"/>
            <a:ext cx="3171" cy="13561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271D31F-E4BB-DE56-D190-8E5C3EAC8484}"/>
              </a:ext>
            </a:extLst>
          </p:cNvPr>
          <p:cNvSpPr txBox="1"/>
          <p:nvPr/>
        </p:nvSpPr>
        <p:spPr>
          <a:xfrm>
            <a:off x="7238659" y="5355676"/>
            <a:ext cx="2489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Provision updated user details  to downstream applications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ACAD19-9BD4-162B-4C53-04C8F5A55F88}"/>
              </a:ext>
            </a:extLst>
          </p:cNvPr>
          <p:cNvSpPr/>
          <p:nvPr/>
        </p:nvSpPr>
        <p:spPr>
          <a:xfrm>
            <a:off x="9737177" y="6378270"/>
            <a:ext cx="1359406" cy="73721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7DE556E-6953-9B5B-EDD2-EE649643908E}"/>
              </a:ext>
            </a:extLst>
          </p:cNvPr>
          <p:cNvSpPr/>
          <p:nvPr/>
        </p:nvSpPr>
        <p:spPr>
          <a:xfrm>
            <a:off x="1804584" y="6369899"/>
            <a:ext cx="1078694" cy="7053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Azure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91AE8A-7D13-CA83-CC63-D14879F26C35}"/>
              </a:ext>
            </a:extLst>
          </p:cNvPr>
          <p:cNvSpPr/>
          <p:nvPr/>
        </p:nvSpPr>
        <p:spPr>
          <a:xfrm>
            <a:off x="3482817" y="6353629"/>
            <a:ext cx="1429513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Active Directory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85F053-E42C-699C-DD0C-0E937BA3D353}"/>
              </a:ext>
            </a:extLst>
          </p:cNvPr>
          <p:cNvSpPr/>
          <p:nvPr/>
        </p:nvSpPr>
        <p:spPr>
          <a:xfrm>
            <a:off x="7530050" y="6390835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GSuite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9316D9-F2D2-08F3-182B-C0F25921BC6D}"/>
              </a:ext>
            </a:extLst>
          </p:cNvPr>
          <p:cNvSpPr/>
          <p:nvPr/>
        </p:nvSpPr>
        <p:spPr>
          <a:xfrm>
            <a:off x="5651371" y="6378270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Oracle HR (ERP, EPM, OCI)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E7FF952-7936-1381-DA21-1EBD7C22AB8B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415860" y="5852619"/>
            <a:ext cx="4001020" cy="52565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5380CBE-C204-29EB-1160-76DEC5E12B49}"/>
              </a:ext>
            </a:extLst>
          </p:cNvPr>
          <p:cNvCxnSpPr>
            <a:cxnSpLocks/>
            <a:endCxn id="8" idx="0"/>
          </p:cNvCxnSpPr>
          <p:nvPr/>
        </p:nvCxnSpPr>
        <p:spPr>
          <a:xfrm rot="10800000" flipV="1">
            <a:off x="4197574" y="5851561"/>
            <a:ext cx="2214442" cy="50206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9EE03E-97E3-6695-FDDE-FB42A888A33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883278" y="6722557"/>
            <a:ext cx="599539" cy="8051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850FDCB-A3E3-F4A2-56DF-3038C80D1FEE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301554" y="5852619"/>
            <a:ext cx="0" cy="5382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3BD91D3-CE47-FB91-4D15-9006F5A0EA49}"/>
              </a:ext>
            </a:extLst>
          </p:cNvPr>
          <p:cNvSpPr txBox="1"/>
          <p:nvPr/>
        </p:nvSpPr>
        <p:spPr>
          <a:xfrm>
            <a:off x="2944496" y="6407974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Sync</a:t>
            </a:r>
          </a:p>
        </p:txBody>
      </p:sp>
    </p:spTree>
    <p:extLst>
      <p:ext uri="{BB962C8B-B14F-4D97-AF65-F5344CB8AC3E}">
        <p14:creationId xmlns:p14="http://schemas.microsoft.com/office/powerpoint/2010/main" val="419023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Profile Update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440309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is the format of the Email Templates (such as completion mail, failure mail etc.) ?</a:t>
                      </a: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are the key attributes/information that are needed in the email template ?</a:t>
                      </a:r>
                      <a:endParaRPr lang="en-US" sz="1800" dirty="0">
                        <a:effectLst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58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365562"/>
            <a:ext cx="9213216" cy="526368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Secondary work relationship - provisioning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780" y="3941955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7063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721442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5C35BB-052B-C12D-9BC4-FDA623DC3368}"/>
              </a:ext>
            </a:extLst>
          </p:cNvPr>
          <p:cNvSpPr/>
          <p:nvPr/>
        </p:nvSpPr>
        <p:spPr>
          <a:xfrm>
            <a:off x="2377658" y="2916673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1931B-EC17-C6B4-A742-A32426396C44}"/>
              </a:ext>
            </a:extLst>
          </p:cNvPr>
          <p:cNvSpPr txBox="1"/>
          <p:nvPr/>
        </p:nvSpPr>
        <p:spPr>
          <a:xfrm>
            <a:off x="3277590" y="3940910"/>
            <a:ext cx="353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Secondary work relationship initiation for existing primary record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5E4CA5E3-7EF4-4590-6925-417138CD8698}"/>
              </a:ext>
            </a:extLst>
          </p:cNvPr>
          <p:cNvSpPr/>
          <p:nvPr/>
        </p:nvSpPr>
        <p:spPr>
          <a:xfrm>
            <a:off x="5909209" y="4088829"/>
            <a:ext cx="3230956" cy="1484694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ASSIGNMENT_PRIMARY_FLAG value</a:t>
            </a:r>
          </a:p>
        </p:txBody>
      </p: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F9F90307-AD2F-04B9-7BF4-3B08D52EEDC4}"/>
              </a:ext>
            </a:extLst>
          </p:cNvPr>
          <p:cNvSpPr/>
          <p:nvPr/>
        </p:nvSpPr>
        <p:spPr>
          <a:xfrm>
            <a:off x="2293888" y="4427534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36D0CF3-4BE1-12FC-4856-98D9D071128D}"/>
              </a:ext>
            </a:extLst>
          </p:cNvPr>
          <p:cNvCxnSpPr>
            <a:stCxn id="2" idx="2"/>
            <a:endCxn id="16" idx="0"/>
          </p:cNvCxnSpPr>
          <p:nvPr/>
        </p:nvCxnSpPr>
        <p:spPr>
          <a:xfrm>
            <a:off x="3232398" y="3801667"/>
            <a:ext cx="144" cy="6258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D64AE8-C626-D788-E548-FA4DAAD0FB38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4171195" y="4831176"/>
            <a:ext cx="1738014" cy="194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D2688C3-1956-4E56-7924-E6DD0326E57D}"/>
              </a:ext>
            </a:extLst>
          </p:cNvPr>
          <p:cNvSpPr txBox="1"/>
          <p:nvPr/>
        </p:nvSpPr>
        <p:spPr>
          <a:xfrm>
            <a:off x="8090955" y="5420305"/>
            <a:ext cx="356850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SailPoint will add new</a:t>
            </a:r>
          </a:p>
          <a:p>
            <a:r>
              <a:rPr lang="en-US"/>
              <a:t>Access/Roles related to Secondary assignment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F0C1E-5F6D-3CF5-6B2B-F7BB0FB9D5E8}"/>
              </a:ext>
            </a:extLst>
          </p:cNvPr>
          <p:cNvSpPr txBox="1"/>
          <p:nvPr/>
        </p:nvSpPr>
        <p:spPr>
          <a:xfrm>
            <a:off x="6943311" y="5428085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No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CACB47-EAE5-6462-D828-BC9079A273A2}"/>
              </a:ext>
            </a:extLst>
          </p:cNvPr>
          <p:cNvSpPr/>
          <p:nvPr/>
        </p:nvSpPr>
        <p:spPr>
          <a:xfrm>
            <a:off x="10636800" y="6311810"/>
            <a:ext cx="1481025" cy="76209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UKG/Kronos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225EF1-A716-EE92-A46D-8D3A3BE8994E}"/>
              </a:ext>
            </a:extLst>
          </p:cNvPr>
          <p:cNvSpPr/>
          <p:nvPr/>
        </p:nvSpPr>
        <p:spPr>
          <a:xfrm>
            <a:off x="2781363" y="6340805"/>
            <a:ext cx="1564831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pt-BR" sz="1600" b="0" i="0" u="none" strike="noStrike">
                <a:solidFill>
                  <a:srgbClr val="FFFFFF"/>
                </a:solidFill>
                <a:effectLst/>
              </a:rPr>
              <a:t>Oracle (ERP, EPM, OCI)</a:t>
            </a:r>
            <a:r>
              <a:rPr lang="pt-BR" sz="1600" b="0" i="0">
                <a:solidFill>
                  <a:srgbClr val="000000"/>
                </a:solidFill>
                <a:effectLst/>
              </a:rPr>
              <a:t>​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E70F3-5760-DE90-1EA0-CACDB4528767}"/>
              </a:ext>
            </a:extLst>
          </p:cNvPr>
          <p:cNvSpPr/>
          <p:nvPr/>
        </p:nvSpPr>
        <p:spPr>
          <a:xfrm>
            <a:off x="4833665" y="63366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GSuite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EB3AE-BB14-87F7-E5FD-291D3E82479E}"/>
              </a:ext>
            </a:extLst>
          </p:cNvPr>
          <p:cNvSpPr/>
          <p:nvPr/>
        </p:nvSpPr>
        <p:spPr>
          <a:xfrm>
            <a:off x="6753907" y="63239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3ECDA1-B276-1B62-3EB8-B45643616A3F}"/>
              </a:ext>
            </a:extLst>
          </p:cNvPr>
          <p:cNvSpPr/>
          <p:nvPr/>
        </p:nvSpPr>
        <p:spPr>
          <a:xfrm>
            <a:off x="8803763" y="6311810"/>
            <a:ext cx="1429513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OIM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41E183-D250-92DC-BE4C-3012499CA7E6}"/>
              </a:ext>
            </a:extLst>
          </p:cNvPr>
          <p:cNvSpPr/>
          <p:nvPr/>
        </p:nvSpPr>
        <p:spPr>
          <a:xfrm>
            <a:off x="10670895" y="4444212"/>
            <a:ext cx="1889687" cy="7870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Refresh SailPoint data</a:t>
            </a:r>
            <a:endParaRPr lang="en-US" sz="1600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7491FF-F19E-8A67-7A95-66C44662438A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9140165" y="4831176"/>
            <a:ext cx="1530730" cy="65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05A218-60DC-E469-E578-A50C1B7022F1}"/>
              </a:ext>
            </a:extLst>
          </p:cNvPr>
          <p:cNvSpPr txBox="1"/>
          <p:nvPr/>
        </p:nvSpPr>
        <p:spPr>
          <a:xfrm>
            <a:off x="9740097" y="4460617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Yes</a:t>
            </a:r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CE2CE09C-B3B6-6F67-7AD8-C1CF05F3EC8A}"/>
              </a:ext>
            </a:extLst>
          </p:cNvPr>
          <p:cNvSpPr/>
          <p:nvPr/>
        </p:nvSpPr>
        <p:spPr>
          <a:xfrm>
            <a:off x="1912809" y="1169404"/>
            <a:ext cx="2647891" cy="1345848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User should have primary work relation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42F8A1-4ACF-C679-6A7D-7E49A14E4927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>
            <a:off x="7524687" y="5573523"/>
            <a:ext cx="724" cy="7504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88BEA30-ED5F-AEB4-7861-408B56415D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56053" y="2419541"/>
            <a:ext cx="28995" cy="7813534"/>
          </a:xfrm>
          <a:prstGeom prst="bentConnector3">
            <a:avLst>
              <a:gd name="adj1" fmla="val 1370219"/>
            </a:avLst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AD90AAD-5E36-7F5F-5936-407D3BD8F573}"/>
              </a:ext>
            </a:extLst>
          </p:cNvPr>
          <p:cNvCxnSpPr>
            <a:endCxn id="12" idx="0"/>
          </p:cNvCxnSpPr>
          <p:nvPr/>
        </p:nvCxnSpPr>
        <p:spPr>
          <a:xfrm>
            <a:off x="5605168" y="5948740"/>
            <a:ext cx="1" cy="3879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D6DFDF-C5C3-5BA2-488A-C745385609C1}"/>
              </a:ext>
            </a:extLst>
          </p:cNvPr>
          <p:cNvCxnSpPr>
            <a:endCxn id="26" idx="0"/>
          </p:cNvCxnSpPr>
          <p:nvPr/>
        </p:nvCxnSpPr>
        <p:spPr>
          <a:xfrm>
            <a:off x="9518519" y="5948740"/>
            <a:ext cx="1" cy="3630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4E2C3C0-BC3D-035F-0280-777E9D1E4099}"/>
              </a:ext>
            </a:extLst>
          </p:cNvPr>
          <p:cNvCxnSpPr>
            <a:stCxn id="23" idx="2"/>
            <a:endCxn id="2" idx="0"/>
          </p:cNvCxnSpPr>
          <p:nvPr/>
        </p:nvCxnSpPr>
        <p:spPr>
          <a:xfrm flipH="1">
            <a:off x="3232398" y="2515252"/>
            <a:ext cx="4357" cy="401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177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7" y="467273"/>
            <a:ext cx="9017653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Secondary relationship - provisioning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757674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is the format of the Email Templates (such as completion mail, failure mail etc.) ?</a:t>
                      </a: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are the key attributes/information that are needed in the email template ?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653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365562"/>
            <a:ext cx="9213216" cy="526368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Secondary work relationship - suspension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780" y="3941955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7063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721442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5C35BB-052B-C12D-9BC4-FDA623DC3368}"/>
              </a:ext>
            </a:extLst>
          </p:cNvPr>
          <p:cNvSpPr/>
          <p:nvPr/>
        </p:nvSpPr>
        <p:spPr>
          <a:xfrm>
            <a:off x="2911058" y="2916673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1931B-EC17-C6B4-A742-A32426396C44}"/>
              </a:ext>
            </a:extLst>
          </p:cNvPr>
          <p:cNvSpPr txBox="1"/>
          <p:nvPr/>
        </p:nvSpPr>
        <p:spPr>
          <a:xfrm>
            <a:off x="3784917" y="3953765"/>
            <a:ext cx="353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Removing secondary wok relationship</a:t>
            </a:r>
          </a:p>
          <a:p>
            <a:r>
              <a:rPr lang="en-US"/>
              <a:t>for user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5E4CA5E3-7EF4-4590-6925-417138CD8698}"/>
              </a:ext>
            </a:extLst>
          </p:cNvPr>
          <p:cNvSpPr/>
          <p:nvPr/>
        </p:nvSpPr>
        <p:spPr>
          <a:xfrm>
            <a:off x="5909209" y="4088829"/>
            <a:ext cx="3230956" cy="1484694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ASSIGNMENT_PRIMARY_FLAG value</a:t>
            </a:r>
          </a:p>
        </p:txBody>
      </p: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F9F90307-AD2F-04B9-7BF4-3B08D52EEDC4}"/>
              </a:ext>
            </a:extLst>
          </p:cNvPr>
          <p:cNvSpPr/>
          <p:nvPr/>
        </p:nvSpPr>
        <p:spPr>
          <a:xfrm>
            <a:off x="2827288" y="4427534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36D0CF3-4BE1-12FC-4856-98D9D071128D}"/>
              </a:ext>
            </a:extLst>
          </p:cNvPr>
          <p:cNvCxnSpPr>
            <a:stCxn id="2" idx="2"/>
            <a:endCxn id="16" idx="0"/>
          </p:cNvCxnSpPr>
          <p:nvPr/>
        </p:nvCxnSpPr>
        <p:spPr>
          <a:xfrm>
            <a:off x="3765798" y="3801667"/>
            <a:ext cx="144" cy="6258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D64AE8-C626-D788-E548-FA4DAAD0FB38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4704595" y="4831176"/>
            <a:ext cx="1204614" cy="194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D2688C3-1956-4E56-7924-E6DD0326E57D}"/>
              </a:ext>
            </a:extLst>
          </p:cNvPr>
          <p:cNvSpPr txBox="1"/>
          <p:nvPr/>
        </p:nvSpPr>
        <p:spPr>
          <a:xfrm>
            <a:off x="3326441" y="5370886"/>
            <a:ext cx="353325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SailPoint removes the secondary work relationship roles and secondary relationship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F0C1E-5F6D-3CF5-6B2B-F7BB0FB9D5E8}"/>
              </a:ext>
            </a:extLst>
          </p:cNvPr>
          <p:cNvSpPr txBox="1"/>
          <p:nvPr/>
        </p:nvSpPr>
        <p:spPr>
          <a:xfrm>
            <a:off x="6943311" y="5428085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No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CACB47-EAE5-6462-D828-BC9079A273A2}"/>
              </a:ext>
            </a:extLst>
          </p:cNvPr>
          <p:cNvSpPr/>
          <p:nvPr/>
        </p:nvSpPr>
        <p:spPr>
          <a:xfrm>
            <a:off x="10636800" y="6311810"/>
            <a:ext cx="1481025" cy="76209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UKG/Kronos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225EF1-A716-EE92-A46D-8D3A3BE8994E}"/>
              </a:ext>
            </a:extLst>
          </p:cNvPr>
          <p:cNvSpPr/>
          <p:nvPr/>
        </p:nvSpPr>
        <p:spPr>
          <a:xfrm>
            <a:off x="2781363" y="6340805"/>
            <a:ext cx="1564831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pt-BR" sz="1600" b="0" i="0" u="none" strike="noStrike">
                <a:solidFill>
                  <a:srgbClr val="FFFFFF"/>
                </a:solidFill>
                <a:effectLst/>
              </a:rPr>
              <a:t>Oracle (ERP, EPM, OCI)</a:t>
            </a:r>
            <a:r>
              <a:rPr lang="pt-BR" sz="1600" b="0" i="0">
                <a:solidFill>
                  <a:srgbClr val="000000"/>
                </a:solidFill>
                <a:effectLst/>
              </a:rPr>
              <a:t>​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E70F3-5760-DE90-1EA0-CACDB4528767}"/>
              </a:ext>
            </a:extLst>
          </p:cNvPr>
          <p:cNvSpPr/>
          <p:nvPr/>
        </p:nvSpPr>
        <p:spPr>
          <a:xfrm>
            <a:off x="4833665" y="63366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GSuite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EB3AE-BB14-87F7-E5FD-291D3E82479E}"/>
              </a:ext>
            </a:extLst>
          </p:cNvPr>
          <p:cNvSpPr/>
          <p:nvPr/>
        </p:nvSpPr>
        <p:spPr>
          <a:xfrm>
            <a:off x="6753907" y="63239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3ECDA1-B276-1B62-3EB8-B45643616A3F}"/>
              </a:ext>
            </a:extLst>
          </p:cNvPr>
          <p:cNvSpPr/>
          <p:nvPr/>
        </p:nvSpPr>
        <p:spPr>
          <a:xfrm>
            <a:off x="8803763" y="6311810"/>
            <a:ext cx="1429513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OIM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41E183-D250-92DC-BE4C-3012499CA7E6}"/>
              </a:ext>
            </a:extLst>
          </p:cNvPr>
          <p:cNvSpPr/>
          <p:nvPr/>
        </p:nvSpPr>
        <p:spPr>
          <a:xfrm>
            <a:off x="10670895" y="4444212"/>
            <a:ext cx="1889687" cy="7870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Refresh SailPoint data</a:t>
            </a:r>
            <a:endParaRPr lang="en-US" sz="1600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7491FF-F19E-8A67-7A95-66C44662438A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9140165" y="4831176"/>
            <a:ext cx="1530730" cy="65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05A218-60DC-E469-E578-A50C1B7022F1}"/>
              </a:ext>
            </a:extLst>
          </p:cNvPr>
          <p:cNvSpPr txBox="1"/>
          <p:nvPr/>
        </p:nvSpPr>
        <p:spPr>
          <a:xfrm>
            <a:off x="9740097" y="4460617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Yes</a:t>
            </a:r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CE2CE09C-B3B6-6F67-7AD8-C1CF05F3EC8A}"/>
              </a:ext>
            </a:extLst>
          </p:cNvPr>
          <p:cNvSpPr/>
          <p:nvPr/>
        </p:nvSpPr>
        <p:spPr>
          <a:xfrm>
            <a:off x="1912809" y="1169403"/>
            <a:ext cx="3686877" cy="1417099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User </a:t>
            </a:r>
          </a:p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should have primary/secondary  work relation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42F8A1-4ACF-C679-6A7D-7E49A14E4927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>
            <a:off x="7524687" y="5573523"/>
            <a:ext cx="724" cy="7504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88BEA30-ED5F-AEB4-7861-408B56415D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56054" y="2419541"/>
            <a:ext cx="28995" cy="7813534"/>
          </a:xfrm>
          <a:prstGeom prst="bentConnector3">
            <a:avLst>
              <a:gd name="adj1" fmla="val 1370219"/>
            </a:avLst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AD90AAD-5E36-7F5F-5936-407D3BD8F573}"/>
              </a:ext>
            </a:extLst>
          </p:cNvPr>
          <p:cNvCxnSpPr>
            <a:endCxn id="12" idx="0"/>
          </p:cNvCxnSpPr>
          <p:nvPr/>
        </p:nvCxnSpPr>
        <p:spPr>
          <a:xfrm>
            <a:off x="5605168" y="5948740"/>
            <a:ext cx="1" cy="3879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D6DFDF-C5C3-5BA2-488A-C745385609C1}"/>
              </a:ext>
            </a:extLst>
          </p:cNvPr>
          <p:cNvCxnSpPr>
            <a:endCxn id="26" idx="0"/>
          </p:cNvCxnSpPr>
          <p:nvPr/>
        </p:nvCxnSpPr>
        <p:spPr>
          <a:xfrm>
            <a:off x="9518519" y="5948740"/>
            <a:ext cx="1" cy="3630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4E2C3C0-BC3D-035F-0280-777E9D1E4099}"/>
              </a:ext>
            </a:extLst>
          </p:cNvPr>
          <p:cNvCxnSpPr>
            <a:cxnSpLocks/>
            <a:stCxn id="23" idx="2"/>
            <a:endCxn id="2" idx="0"/>
          </p:cNvCxnSpPr>
          <p:nvPr/>
        </p:nvCxnSpPr>
        <p:spPr>
          <a:xfrm>
            <a:off x="3756248" y="2586502"/>
            <a:ext cx="9550" cy="3301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55C9BE-9DBF-1587-A74C-4C04B522C4CE}"/>
              </a:ext>
            </a:extLst>
          </p:cNvPr>
          <p:cNvSpPr txBox="1"/>
          <p:nvPr/>
        </p:nvSpPr>
        <p:spPr>
          <a:xfrm>
            <a:off x="7851382" y="5464998"/>
            <a:ext cx="3533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Action = Suspend on secondary record</a:t>
            </a:r>
          </a:p>
        </p:txBody>
      </p:sp>
    </p:spTree>
    <p:extLst>
      <p:ext uri="{BB962C8B-B14F-4D97-AF65-F5344CB8AC3E}">
        <p14:creationId xmlns:p14="http://schemas.microsoft.com/office/powerpoint/2010/main" val="1309669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8532744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Secondary work relationship- suspension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20066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Remove access to AD and Oracle ERP as part of secondary work relationship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( section 3.12.3 Design doc)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exact accesses we need to deprovisioned and on what basis/condition it should be done?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do we identify those access roles are only related to Secondary Assignment 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is the format of the Email Templates (such as completion mail, failure mail etc.) ?</a:t>
                      </a: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are the key attributes/information that are needed in the email template ?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636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365562"/>
            <a:ext cx="9213216" cy="526368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Secondary work relationship- Termination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780" y="3941955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7063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721442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5C35BB-052B-C12D-9BC4-FDA623DC3368}"/>
              </a:ext>
            </a:extLst>
          </p:cNvPr>
          <p:cNvSpPr/>
          <p:nvPr/>
        </p:nvSpPr>
        <p:spPr>
          <a:xfrm>
            <a:off x="2911058" y="2916673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1931B-EC17-C6B4-A742-A32426396C44}"/>
              </a:ext>
            </a:extLst>
          </p:cNvPr>
          <p:cNvSpPr txBox="1"/>
          <p:nvPr/>
        </p:nvSpPr>
        <p:spPr>
          <a:xfrm>
            <a:off x="3784917" y="3953765"/>
            <a:ext cx="353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Removing secondary wok relationship</a:t>
            </a:r>
          </a:p>
          <a:p>
            <a:r>
              <a:rPr lang="en-US"/>
              <a:t>for user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5E4CA5E3-7EF4-4590-6925-417138CD8698}"/>
              </a:ext>
            </a:extLst>
          </p:cNvPr>
          <p:cNvSpPr/>
          <p:nvPr/>
        </p:nvSpPr>
        <p:spPr>
          <a:xfrm>
            <a:off x="5909209" y="4088829"/>
            <a:ext cx="3230956" cy="1484694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ASSIGNMENT_PRIMARY_FLAG value</a:t>
            </a:r>
          </a:p>
        </p:txBody>
      </p: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F9F90307-AD2F-04B9-7BF4-3B08D52EEDC4}"/>
              </a:ext>
            </a:extLst>
          </p:cNvPr>
          <p:cNvSpPr/>
          <p:nvPr/>
        </p:nvSpPr>
        <p:spPr>
          <a:xfrm>
            <a:off x="2827288" y="4427534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36D0CF3-4BE1-12FC-4856-98D9D071128D}"/>
              </a:ext>
            </a:extLst>
          </p:cNvPr>
          <p:cNvCxnSpPr>
            <a:stCxn id="2" idx="2"/>
            <a:endCxn id="16" idx="0"/>
          </p:cNvCxnSpPr>
          <p:nvPr/>
        </p:nvCxnSpPr>
        <p:spPr>
          <a:xfrm>
            <a:off x="3765798" y="3801667"/>
            <a:ext cx="144" cy="6258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D64AE8-C626-D788-E548-FA4DAAD0FB38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4704595" y="4831176"/>
            <a:ext cx="1204614" cy="194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D2688C3-1956-4E56-7924-E6DD0326E57D}"/>
              </a:ext>
            </a:extLst>
          </p:cNvPr>
          <p:cNvSpPr txBox="1"/>
          <p:nvPr/>
        </p:nvSpPr>
        <p:spPr>
          <a:xfrm>
            <a:off x="3326441" y="5370886"/>
            <a:ext cx="353325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SailPoint removes the secondary work relationship roles and secondary relationship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F0C1E-5F6D-3CF5-6B2B-F7BB0FB9D5E8}"/>
              </a:ext>
            </a:extLst>
          </p:cNvPr>
          <p:cNvSpPr txBox="1"/>
          <p:nvPr/>
        </p:nvSpPr>
        <p:spPr>
          <a:xfrm>
            <a:off x="6943311" y="5428085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No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CACB47-EAE5-6462-D828-BC9079A273A2}"/>
              </a:ext>
            </a:extLst>
          </p:cNvPr>
          <p:cNvSpPr/>
          <p:nvPr/>
        </p:nvSpPr>
        <p:spPr>
          <a:xfrm>
            <a:off x="10636800" y="6311810"/>
            <a:ext cx="1481025" cy="76209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UKG/Kronos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225EF1-A716-EE92-A46D-8D3A3BE8994E}"/>
              </a:ext>
            </a:extLst>
          </p:cNvPr>
          <p:cNvSpPr/>
          <p:nvPr/>
        </p:nvSpPr>
        <p:spPr>
          <a:xfrm>
            <a:off x="2781363" y="6340805"/>
            <a:ext cx="1564831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pt-BR" sz="1600" b="0" i="0" u="none" strike="noStrike">
                <a:solidFill>
                  <a:srgbClr val="FFFFFF"/>
                </a:solidFill>
                <a:effectLst/>
              </a:rPr>
              <a:t>Oracle (ERP, EPM, OCI)</a:t>
            </a:r>
            <a:r>
              <a:rPr lang="pt-BR" sz="1600" b="0" i="0">
                <a:solidFill>
                  <a:srgbClr val="000000"/>
                </a:solidFill>
                <a:effectLst/>
              </a:rPr>
              <a:t>​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E70F3-5760-DE90-1EA0-CACDB4528767}"/>
              </a:ext>
            </a:extLst>
          </p:cNvPr>
          <p:cNvSpPr/>
          <p:nvPr/>
        </p:nvSpPr>
        <p:spPr>
          <a:xfrm>
            <a:off x="4833665" y="63366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GSuite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EB3AE-BB14-87F7-E5FD-291D3E82479E}"/>
              </a:ext>
            </a:extLst>
          </p:cNvPr>
          <p:cNvSpPr/>
          <p:nvPr/>
        </p:nvSpPr>
        <p:spPr>
          <a:xfrm>
            <a:off x="6753907" y="63239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3ECDA1-B276-1B62-3EB8-B45643616A3F}"/>
              </a:ext>
            </a:extLst>
          </p:cNvPr>
          <p:cNvSpPr/>
          <p:nvPr/>
        </p:nvSpPr>
        <p:spPr>
          <a:xfrm>
            <a:off x="8803763" y="6311810"/>
            <a:ext cx="1429513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OIM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41E183-D250-92DC-BE4C-3012499CA7E6}"/>
              </a:ext>
            </a:extLst>
          </p:cNvPr>
          <p:cNvSpPr/>
          <p:nvPr/>
        </p:nvSpPr>
        <p:spPr>
          <a:xfrm>
            <a:off x="10670895" y="4444212"/>
            <a:ext cx="1889687" cy="7870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Refresh SailPoint data</a:t>
            </a:r>
            <a:endParaRPr lang="en-US" sz="1600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7491FF-F19E-8A67-7A95-66C44662438A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9140165" y="4831176"/>
            <a:ext cx="1530730" cy="65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05A218-60DC-E469-E578-A50C1B7022F1}"/>
              </a:ext>
            </a:extLst>
          </p:cNvPr>
          <p:cNvSpPr txBox="1"/>
          <p:nvPr/>
        </p:nvSpPr>
        <p:spPr>
          <a:xfrm>
            <a:off x="9740097" y="4460617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Yes</a:t>
            </a:r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CE2CE09C-B3B6-6F67-7AD8-C1CF05F3EC8A}"/>
              </a:ext>
            </a:extLst>
          </p:cNvPr>
          <p:cNvSpPr/>
          <p:nvPr/>
        </p:nvSpPr>
        <p:spPr>
          <a:xfrm>
            <a:off x="1912809" y="1169403"/>
            <a:ext cx="3686877" cy="1417099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User </a:t>
            </a:r>
          </a:p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should have primary/secondary  work relation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42F8A1-4ACF-C679-6A7D-7E49A14E4927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>
            <a:off x="7524687" y="5573523"/>
            <a:ext cx="724" cy="7504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88BEA30-ED5F-AEB4-7861-408B56415D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56054" y="2419541"/>
            <a:ext cx="28995" cy="7813534"/>
          </a:xfrm>
          <a:prstGeom prst="bentConnector3">
            <a:avLst>
              <a:gd name="adj1" fmla="val 1370219"/>
            </a:avLst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AD90AAD-5E36-7F5F-5936-407D3BD8F573}"/>
              </a:ext>
            </a:extLst>
          </p:cNvPr>
          <p:cNvCxnSpPr>
            <a:endCxn id="12" idx="0"/>
          </p:cNvCxnSpPr>
          <p:nvPr/>
        </p:nvCxnSpPr>
        <p:spPr>
          <a:xfrm>
            <a:off x="5605168" y="5948740"/>
            <a:ext cx="1" cy="3879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D6DFDF-C5C3-5BA2-488A-C745385609C1}"/>
              </a:ext>
            </a:extLst>
          </p:cNvPr>
          <p:cNvCxnSpPr>
            <a:endCxn id="26" idx="0"/>
          </p:cNvCxnSpPr>
          <p:nvPr/>
        </p:nvCxnSpPr>
        <p:spPr>
          <a:xfrm>
            <a:off x="9518519" y="5948740"/>
            <a:ext cx="1" cy="3630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4E2C3C0-BC3D-035F-0280-777E9D1E4099}"/>
              </a:ext>
            </a:extLst>
          </p:cNvPr>
          <p:cNvCxnSpPr>
            <a:cxnSpLocks/>
            <a:stCxn id="23" idx="2"/>
            <a:endCxn id="2" idx="0"/>
          </p:cNvCxnSpPr>
          <p:nvPr/>
        </p:nvCxnSpPr>
        <p:spPr>
          <a:xfrm>
            <a:off x="3756248" y="2586502"/>
            <a:ext cx="9550" cy="3301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55C9BE-9DBF-1587-A74C-4C04B522C4CE}"/>
              </a:ext>
            </a:extLst>
          </p:cNvPr>
          <p:cNvSpPr txBox="1"/>
          <p:nvPr/>
        </p:nvSpPr>
        <p:spPr>
          <a:xfrm>
            <a:off x="7851382" y="5464998"/>
            <a:ext cx="3533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Action = Termination on secondary record</a:t>
            </a:r>
          </a:p>
        </p:txBody>
      </p:sp>
    </p:spTree>
    <p:extLst>
      <p:ext uri="{BB962C8B-B14F-4D97-AF65-F5344CB8AC3E}">
        <p14:creationId xmlns:p14="http://schemas.microsoft.com/office/powerpoint/2010/main" val="743477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7" y="467273"/>
            <a:ext cx="8823689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Secondary work relationship- Termination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674685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Remove access to AD and Oracle ERP as part of secondary work relationship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( section 3.12.3 Design doc)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Email Template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exact accesses we need to deprovisioned and on what basis/condition it should be done 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do we identify those access roles are only related to Secondary Assignment 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is the format of the Email Templates (such as completion mail, failure mail etc.) ?</a:t>
                      </a: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</a:endParaRPr>
                    </a:p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What are the key attributes/information that are needed in the email template ?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649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365562"/>
            <a:ext cx="9213216" cy="526368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Assignment based - provisioning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780" y="3941955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7063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721442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5C35BB-052B-C12D-9BC4-FDA623DC3368}"/>
              </a:ext>
            </a:extLst>
          </p:cNvPr>
          <p:cNvSpPr/>
          <p:nvPr/>
        </p:nvSpPr>
        <p:spPr>
          <a:xfrm>
            <a:off x="2377658" y="2916673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1931B-EC17-C6B4-A742-A32426396C44}"/>
              </a:ext>
            </a:extLst>
          </p:cNvPr>
          <p:cNvSpPr txBox="1"/>
          <p:nvPr/>
        </p:nvSpPr>
        <p:spPr>
          <a:xfrm>
            <a:off x="3277590" y="3940910"/>
            <a:ext cx="353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Secondary work assignment initiation for existing primary assignment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5E4CA5E3-7EF4-4590-6925-417138CD8698}"/>
              </a:ext>
            </a:extLst>
          </p:cNvPr>
          <p:cNvSpPr/>
          <p:nvPr/>
        </p:nvSpPr>
        <p:spPr>
          <a:xfrm>
            <a:off x="5909209" y="4088829"/>
            <a:ext cx="3230956" cy="1484694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ASSIGNMENT_PRIMARY_FLAG value</a:t>
            </a:r>
          </a:p>
        </p:txBody>
      </p: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F9F90307-AD2F-04B9-7BF4-3B08D52EEDC4}"/>
              </a:ext>
            </a:extLst>
          </p:cNvPr>
          <p:cNvSpPr/>
          <p:nvPr/>
        </p:nvSpPr>
        <p:spPr>
          <a:xfrm>
            <a:off x="2293888" y="4427534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36D0CF3-4BE1-12FC-4856-98D9D071128D}"/>
              </a:ext>
            </a:extLst>
          </p:cNvPr>
          <p:cNvCxnSpPr>
            <a:stCxn id="2" idx="2"/>
            <a:endCxn id="16" idx="0"/>
          </p:cNvCxnSpPr>
          <p:nvPr/>
        </p:nvCxnSpPr>
        <p:spPr>
          <a:xfrm>
            <a:off x="3232398" y="3801667"/>
            <a:ext cx="144" cy="6258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D64AE8-C626-D788-E548-FA4DAAD0FB38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4171195" y="4831176"/>
            <a:ext cx="1738014" cy="194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D2688C3-1956-4E56-7924-E6DD0326E57D}"/>
              </a:ext>
            </a:extLst>
          </p:cNvPr>
          <p:cNvSpPr txBox="1"/>
          <p:nvPr/>
        </p:nvSpPr>
        <p:spPr>
          <a:xfrm>
            <a:off x="8090955" y="5420305"/>
            <a:ext cx="356850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SailPoint will add new</a:t>
            </a:r>
          </a:p>
          <a:p>
            <a:r>
              <a:rPr lang="en-US"/>
              <a:t>Access/Roles related to Secondary assignment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F0C1E-5F6D-3CF5-6B2B-F7BB0FB9D5E8}"/>
              </a:ext>
            </a:extLst>
          </p:cNvPr>
          <p:cNvSpPr txBox="1"/>
          <p:nvPr/>
        </p:nvSpPr>
        <p:spPr>
          <a:xfrm>
            <a:off x="6943311" y="5428085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No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CACB47-EAE5-6462-D828-BC9079A273A2}"/>
              </a:ext>
            </a:extLst>
          </p:cNvPr>
          <p:cNvSpPr/>
          <p:nvPr/>
        </p:nvSpPr>
        <p:spPr>
          <a:xfrm>
            <a:off x="10636800" y="6311810"/>
            <a:ext cx="1481025" cy="76209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UKG/Kronos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225EF1-A716-EE92-A46D-8D3A3BE8994E}"/>
              </a:ext>
            </a:extLst>
          </p:cNvPr>
          <p:cNvSpPr/>
          <p:nvPr/>
        </p:nvSpPr>
        <p:spPr>
          <a:xfrm>
            <a:off x="2781363" y="6340805"/>
            <a:ext cx="1564831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pt-BR" sz="1600" b="0" i="0" u="none" strike="noStrike">
                <a:solidFill>
                  <a:srgbClr val="FFFFFF"/>
                </a:solidFill>
                <a:effectLst/>
              </a:rPr>
              <a:t>Oracle (ERP, EPM, OCI)</a:t>
            </a:r>
            <a:r>
              <a:rPr lang="pt-BR" sz="1600" b="0" i="0">
                <a:solidFill>
                  <a:srgbClr val="000000"/>
                </a:solidFill>
                <a:effectLst/>
              </a:rPr>
              <a:t>​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E70F3-5760-DE90-1EA0-CACDB4528767}"/>
              </a:ext>
            </a:extLst>
          </p:cNvPr>
          <p:cNvSpPr/>
          <p:nvPr/>
        </p:nvSpPr>
        <p:spPr>
          <a:xfrm>
            <a:off x="4833665" y="63366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GSuite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EB3AE-BB14-87F7-E5FD-291D3E82479E}"/>
              </a:ext>
            </a:extLst>
          </p:cNvPr>
          <p:cNvSpPr/>
          <p:nvPr/>
        </p:nvSpPr>
        <p:spPr>
          <a:xfrm>
            <a:off x="6753907" y="63239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3ECDA1-B276-1B62-3EB8-B45643616A3F}"/>
              </a:ext>
            </a:extLst>
          </p:cNvPr>
          <p:cNvSpPr/>
          <p:nvPr/>
        </p:nvSpPr>
        <p:spPr>
          <a:xfrm>
            <a:off x="8803763" y="6311810"/>
            <a:ext cx="1429513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OIM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41E183-D250-92DC-BE4C-3012499CA7E6}"/>
              </a:ext>
            </a:extLst>
          </p:cNvPr>
          <p:cNvSpPr/>
          <p:nvPr/>
        </p:nvSpPr>
        <p:spPr>
          <a:xfrm>
            <a:off x="10670895" y="4444212"/>
            <a:ext cx="1889687" cy="7870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Refresh SailPoint data</a:t>
            </a:r>
            <a:endParaRPr lang="en-US" sz="1600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7491FF-F19E-8A67-7A95-66C44662438A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9140165" y="4831176"/>
            <a:ext cx="1530730" cy="65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05A218-60DC-E469-E578-A50C1B7022F1}"/>
              </a:ext>
            </a:extLst>
          </p:cNvPr>
          <p:cNvSpPr txBox="1"/>
          <p:nvPr/>
        </p:nvSpPr>
        <p:spPr>
          <a:xfrm>
            <a:off x="9740097" y="4460617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Yes</a:t>
            </a:r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CE2CE09C-B3B6-6F67-7AD8-C1CF05F3EC8A}"/>
              </a:ext>
            </a:extLst>
          </p:cNvPr>
          <p:cNvSpPr/>
          <p:nvPr/>
        </p:nvSpPr>
        <p:spPr>
          <a:xfrm>
            <a:off x="1912809" y="1169404"/>
            <a:ext cx="2647891" cy="1345848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User should have work assignment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42F8A1-4ACF-C679-6A7D-7E49A14E4927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>
            <a:off x="7524687" y="5573523"/>
            <a:ext cx="724" cy="7504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88BEA30-ED5F-AEB4-7861-408B56415D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56053" y="2419541"/>
            <a:ext cx="28995" cy="7813534"/>
          </a:xfrm>
          <a:prstGeom prst="bentConnector3">
            <a:avLst>
              <a:gd name="adj1" fmla="val 1370219"/>
            </a:avLst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AD90AAD-5E36-7F5F-5936-407D3BD8F573}"/>
              </a:ext>
            </a:extLst>
          </p:cNvPr>
          <p:cNvCxnSpPr>
            <a:endCxn id="12" idx="0"/>
          </p:cNvCxnSpPr>
          <p:nvPr/>
        </p:nvCxnSpPr>
        <p:spPr>
          <a:xfrm>
            <a:off x="5605168" y="5948740"/>
            <a:ext cx="1" cy="3879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D6DFDF-C5C3-5BA2-488A-C745385609C1}"/>
              </a:ext>
            </a:extLst>
          </p:cNvPr>
          <p:cNvCxnSpPr>
            <a:endCxn id="26" idx="0"/>
          </p:cNvCxnSpPr>
          <p:nvPr/>
        </p:nvCxnSpPr>
        <p:spPr>
          <a:xfrm>
            <a:off x="9518519" y="5948740"/>
            <a:ext cx="1" cy="3630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4E2C3C0-BC3D-035F-0280-777E9D1E4099}"/>
              </a:ext>
            </a:extLst>
          </p:cNvPr>
          <p:cNvCxnSpPr>
            <a:stCxn id="23" idx="2"/>
            <a:endCxn id="2" idx="0"/>
          </p:cNvCxnSpPr>
          <p:nvPr/>
        </p:nvCxnSpPr>
        <p:spPr>
          <a:xfrm flipH="1">
            <a:off x="3232398" y="2515252"/>
            <a:ext cx="4357" cy="401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918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7280738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Assignment based – provisioning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152141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Provisioning access to AD and Oracle ERP with updated demographic information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( section 3.5.3 Design doc)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exact accesses we need to provisioned and on what basis/condition it should be done when we say demographic and email information.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and attribute mapping information is required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851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07DB3-5471-1A4B-4DA4-01532EE34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383" y="365562"/>
            <a:ext cx="9213216" cy="526368"/>
          </a:xfrm>
        </p:spPr>
        <p:txBody>
          <a:bodyPr lIns="88612" tIns="44306" rIns="88612" bIns="44306" anchor="t">
            <a:noAutofit/>
          </a:bodyPr>
          <a:lstStyle/>
          <a:p>
            <a:pPr>
              <a:lnSpc>
                <a:spcPct val="110000"/>
              </a:lnSpc>
              <a:buClr>
                <a:srgbClr val="1E69D2"/>
              </a:buClr>
            </a:pPr>
            <a:r>
              <a:rPr lang="en-US" sz="2800"/>
              <a:t>Assignment based – de-provisioning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52BF36-A781-14E0-6076-2B5E9F0434E2}"/>
              </a:ext>
            </a:extLst>
          </p:cNvPr>
          <p:cNvSpPr/>
          <p:nvPr/>
        </p:nvSpPr>
        <p:spPr>
          <a:xfrm>
            <a:off x="606455" y="2826178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09E2B2-4C5F-CC26-4FFA-84BA863A73C6}"/>
              </a:ext>
            </a:extLst>
          </p:cNvPr>
          <p:cNvCxnSpPr>
            <a:cxnSpLocks/>
          </p:cNvCxnSpPr>
          <p:nvPr/>
        </p:nvCxnSpPr>
        <p:spPr>
          <a:xfrm>
            <a:off x="522460" y="1074741"/>
            <a:ext cx="12358201" cy="212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51FF9-6223-D980-9236-A65893B5693D}"/>
              </a:ext>
            </a:extLst>
          </p:cNvPr>
          <p:cNvCxnSpPr>
            <a:cxnSpLocks/>
          </p:cNvCxnSpPr>
          <p:nvPr/>
        </p:nvCxnSpPr>
        <p:spPr>
          <a:xfrm flipV="1">
            <a:off x="12871336" y="1096016"/>
            <a:ext cx="5481" cy="62416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D2E1F7-781F-E062-6164-F1BCB06A15CD}"/>
              </a:ext>
            </a:extLst>
          </p:cNvPr>
          <p:cNvCxnSpPr>
            <a:cxnSpLocks/>
          </p:cNvCxnSpPr>
          <p:nvPr/>
        </p:nvCxnSpPr>
        <p:spPr>
          <a:xfrm>
            <a:off x="535780" y="3941955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503EE0-E727-EC47-4859-EB9443F2566D}"/>
              </a:ext>
            </a:extLst>
          </p:cNvPr>
          <p:cNvSpPr/>
          <p:nvPr/>
        </p:nvSpPr>
        <p:spPr>
          <a:xfrm>
            <a:off x="694902" y="4378511"/>
            <a:ext cx="949769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SailPoint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2B528-F0C0-2745-189E-C027D53D564E}"/>
              </a:ext>
            </a:extLst>
          </p:cNvPr>
          <p:cNvCxnSpPr>
            <a:cxnSpLocks/>
          </p:cNvCxnSpPr>
          <p:nvPr/>
        </p:nvCxnSpPr>
        <p:spPr>
          <a:xfrm>
            <a:off x="516102" y="7333043"/>
            <a:ext cx="12351753" cy="19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7D887-63E1-9F4B-7FAD-298758E05785}"/>
              </a:ext>
            </a:extLst>
          </p:cNvPr>
          <p:cNvCxnSpPr>
            <a:cxnSpLocks/>
          </p:cNvCxnSpPr>
          <p:nvPr/>
        </p:nvCxnSpPr>
        <p:spPr>
          <a:xfrm>
            <a:off x="522460" y="1074365"/>
            <a:ext cx="0" cy="625022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4A5D54-47E4-4010-7CF1-273D26C950F8}"/>
              </a:ext>
            </a:extLst>
          </p:cNvPr>
          <p:cNvCxnSpPr>
            <a:cxnSpLocks/>
          </p:cNvCxnSpPr>
          <p:nvPr/>
        </p:nvCxnSpPr>
        <p:spPr>
          <a:xfrm>
            <a:off x="1670796" y="1074741"/>
            <a:ext cx="0" cy="625662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14:cNvPr>
              <p14:cNvContentPartPr/>
              <p14:nvPr/>
            </p14:nvContentPartPr>
            <p14:xfrm>
              <a:off x="-2053483" y="2481202"/>
              <a:ext cx="23955" cy="23955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C53C9CE-E96A-3F8C-50C6-265B163D2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251233" y="1283452"/>
                <a:ext cx="2395500" cy="239550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9C3F17-EB46-8797-BE4F-8E674A1C6F93}"/>
              </a:ext>
            </a:extLst>
          </p:cNvPr>
          <p:cNvSpPr/>
          <p:nvPr/>
        </p:nvSpPr>
        <p:spPr>
          <a:xfrm>
            <a:off x="545348" y="1400279"/>
            <a:ext cx="1339192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Pre-condition</a:t>
            </a:r>
            <a:endParaRPr kumimoji="0" lang="en-US" sz="1400" b="0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B2001-45C6-DA56-C281-754E54D83DBE}"/>
              </a:ext>
            </a:extLst>
          </p:cNvPr>
          <p:cNvSpPr/>
          <p:nvPr/>
        </p:nvSpPr>
        <p:spPr>
          <a:xfrm>
            <a:off x="546532" y="6095711"/>
            <a:ext cx="1339192" cy="578882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000000"/>
                </a:solidFill>
              </a:rPr>
              <a:t>Downstream</a:t>
            </a:r>
          </a:p>
          <a:p>
            <a:pPr marL="0" marR="0" lvl="0" indent="0" algn="l" defTabSz="1086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Applications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043665-03D7-D747-51DD-5511BB412F4D}"/>
              </a:ext>
            </a:extLst>
          </p:cNvPr>
          <p:cNvCxnSpPr>
            <a:cxnSpLocks/>
          </p:cNvCxnSpPr>
          <p:nvPr/>
        </p:nvCxnSpPr>
        <p:spPr>
          <a:xfrm>
            <a:off x="533904" y="2706340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DFE44-06EC-5476-7719-AABDBEA4DFB6}"/>
              </a:ext>
            </a:extLst>
          </p:cNvPr>
          <p:cNvCxnSpPr>
            <a:cxnSpLocks/>
          </p:cNvCxnSpPr>
          <p:nvPr/>
        </p:nvCxnSpPr>
        <p:spPr>
          <a:xfrm>
            <a:off x="528802" y="5721442"/>
            <a:ext cx="1233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5C35BB-052B-C12D-9BC4-FDA623DC3368}"/>
              </a:ext>
            </a:extLst>
          </p:cNvPr>
          <p:cNvSpPr/>
          <p:nvPr/>
        </p:nvSpPr>
        <p:spPr>
          <a:xfrm>
            <a:off x="2377658" y="2916673"/>
            <a:ext cx="1709480" cy="88499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6766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Oracle HR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1931B-EC17-C6B4-A742-A32426396C44}"/>
              </a:ext>
            </a:extLst>
          </p:cNvPr>
          <p:cNvSpPr txBox="1"/>
          <p:nvPr/>
        </p:nvSpPr>
        <p:spPr>
          <a:xfrm>
            <a:off x="3277590" y="3940910"/>
            <a:ext cx="3533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Secondary work assignment removal for existing primary assignment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5E4CA5E3-7EF4-4590-6925-417138CD8698}"/>
              </a:ext>
            </a:extLst>
          </p:cNvPr>
          <p:cNvSpPr/>
          <p:nvPr/>
        </p:nvSpPr>
        <p:spPr>
          <a:xfrm>
            <a:off x="5909209" y="4088829"/>
            <a:ext cx="3230956" cy="1484694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ASSIGNMENT_PRIMARY_FLAG value</a:t>
            </a:r>
          </a:p>
        </p:txBody>
      </p: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F9F90307-AD2F-04B9-7BF4-3B08D52EEDC4}"/>
              </a:ext>
            </a:extLst>
          </p:cNvPr>
          <p:cNvSpPr/>
          <p:nvPr/>
        </p:nvSpPr>
        <p:spPr>
          <a:xfrm>
            <a:off x="2293888" y="4427534"/>
            <a:ext cx="1877307" cy="8462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SailPoint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36D0CF3-4BE1-12FC-4856-98D9D071128D}"/>
              </a:ext>
            </a:extLst>
          </p:cNvPr>
          <p:cNvCxnSpPr>
            <a:stCxn id="2" idx="2"/>
            <a:endCxn id="16" idx="0"/>
          </p:cNvCxnSpPr>
          <p:nvPr/>
        </p:nvCxnSpPr>
        <p:spPr>
          <a:xfrm>
            <a:off x="3232398" y="3801667"/>
            <a:ext cx="144" cy="6258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D64AE8-C626-D788-E548-FA4DAAD0FB38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4171195" y="4831176"/>
            <a:ext cx="1738014" cy="194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D2688C3-1956-4E56-7924-E6DD0326E57D}"/>
              </a:ext>
            </a:extLst>
          </p:cNvPr>
          <p:cNvSpPr txBox="1"/>
          <p:nvPr/>
        </p:nvSpPr>
        <p:spPr>
          <a:xfrm>
            <a:off x="8090955" y="5420305"/>
            <a:ext cx="356850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SailPoint will remove </a:t>
            </a:r>
          </a:p>
          <a:p>
            <a:r>
              <a:rPr lang="en-US"/>
              <a:t>Access/Roles related to Secondary assignment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F0C1E-5F6D-3CF5-6B2B-F7BB0FB9D5E8}"/>
              </a:ext>
            </a:extLst>
          </p:cNvPr>
          <p:cNvSpPr txBox="1"/>
          <p:nvPr/>
        </p:nvSpPr>
        <p:spPr>
          <a:xfrm>
            <a:off x="6943311" y="5428085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No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CACB47-EAE5-6462-D828-BC9079A273A2}"/>
              </a:ext>
            </a:extLst>
          </p:cNvPr>
          <p:cNvSpPr/>
          <p:nvPr/>
        </p:nvSpPr>
        <p:spPr>
          <a:xfrm>
            <a:off x="10636800" y="6311810"/>
            <a:ext cx="1481025" cy="76209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UKG/Kronos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225EF1-A716-EE92-A46D-8D3A3BE8994E}"/>
              </a:ext>
            </a:extLst>
          </p:cNvPr>
          <p:cNvSpPr/>
          <p:nvPr/>
        </p:nvSpPr>
        <p:spPr>
          <a:xfrm>
            <a:off x="2781363" y="6340805"/>
            <a:ext cx="1564831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pt-BR" sz="1600" b="0" i="0" u="none" strike="noStrike">
                <a:solidFill>
                  <a:srgbClr val="FFFFFF"/>
                </a:solidFill>
                <a:effectLst/>
              </a:rPr>
              <a:t>Oracle (ERP, EPM, OCI)</a:t>
            </a:r>
            <a:r>
              <a:rPr lang="pt-BR" sz="1600" b="0" i="0">
                <a:solidFill>
                  <a:srgbClr val="000000"/>
                </a:solidFill>
                <a:effectLst/>
              </a:rPr>
              <a:t>​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E70F3-5760-DE90-1EA0-CACDB4528767}"/>
              </a:ext>
            </a:extLst>
          </p:cNvPr>
          <p:cNvSpPr/>
          <p:nvPr/>
        </p:nvSpPr>
        <p:spPr>
          <a:xfrm>
            <a:off x="4833665" y="63366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GSuite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EB3AE-BB14-87F7-E5FD-291D3E82479E}"/>
              </a:ext>
            </a:extLst>
          </p:cNvPr>
          <p:cNvSpPr/>
          <p:nvPr/>
        </p:nvSpPr>
        <p:spPr>
          <a:xfrm>
            <a:off x="6753907" y="6323957"/>
            <a:ext cx="1543007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ServiceNow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3ECDA1-B276-1B62-3EB8-B45643616A3F}"/>
              </a:ext>
            </a:extLst>
          </p:cNvPr>
          <p:cNvSpPr/>
          <p:nvPr/>
        </p:nvSpPr>
        <p:spPr>
          <a:xfrm>
            <a:off x="8803763" y="6311810"/>
            <a:ext cx="1429513" cy="7539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OIM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41E183-D250-92DC-BE4C-3012499CA7E6}"/>
              </a:ext>
            </a:extLst>
          </p:cNvPr>
          <p:cNvSpPr/>
          <p:nvPr/>
        </p:nvSpPr>
        <p:spPr>
          <a:xfrm>
            <a:off x="10670895" y="4444212"/>
            <a:ext cx="1889687" cy="78707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800" b="0" i="0" u="none" strike="noStrike">
                <a:solidFill>
                  <a:srgbClr val="FFFFFF"/>
                </a:solidFill>
                <a:effectLst/>
              </a:rPr>
              <a:t>Refresh SailPoint data</a:t>
            </a:r>
            <a:endParaRPr lang="en-US" sz="1600">
              <a:solidFill>
                <a:srgbClr val="FFFFFF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7491FF-F19E-8A67-7A95-66C44662438A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9140165" y="4831176"/>
            <a:ext cx="1530730" cy="65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05A218-60DC-E469-E578-A50C1B7022F1}"/>
              </a:ext>
            </a:extLst>
          </p:cNvPr>
          <p:cNvSpPr txBox="1"/>
          <p:nvPr/>
        </p:nvSpPr>
        <p:spPr>
          <a:xfrm>
            <a:off x="9740097" y="4460617"/>
            <a:ext cx="548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r>
              <a:rPr lang="en-US"/>
              <a:t>Yes</a:t>
            </a:r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CE2CE09C-B3B6-6F67-7AD8-C1CF05F3EC8A}"/>
              </a:ext>
            </a:extLst>
          </p:cNvPr>
          <p:cNvSpPr/>
          <p:nvPr/>
        </p:nvSpPr>
        <p:spPr>
          <a:xfrm>
            <a:off x="1912809" y="1169404"/>
            <a:ext cx="2647891" cy="1345848"/>
          </a:xfrm>
          <a:prstGeom prst="flowChartDecisio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676656">
              <a:spcAft>
                <a:spcPts val="600"/>
              </a:spcAft>
            </a:pPr>
            <a:r>
              <a:rPr lang="en-US" sz="1600">
                <a:solidFill>
                  <a:srgbClr val="FFFFFF"/>
                </a:solidFill>
              </a:rPr>
              <a:t>User should have work assignment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42F8A1-4ACF-C679-6A7D-7E49A14E4927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>
            <a:off x="7524687" y="5573523"/>
            <a:ext cx="724" cy="7504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88BEA30-ED5F-AEB4-7861-408B56415D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56053" y="2419541"/>
            <a:ext cx="28995" cy="7813534"/>
          </a:xfrm>
          <a:prstGeom prst="bentConnector3">
            <a:avLst>
              <a:gd name="adj1" fmla="val 1370219"/>
            </a:avLst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AD90AAD-5E36-7F5F-5936-407D3BD8F573}"/>
              </a:ext>
            </a:extLst>
          </p:cNvPr>
          <p:cNvCxnSpPr>
            <a:endCxn id="12" idx="0"/>
          </p:cNvCxnSpPr>
          <p:nvPr/>
        </p:nvCxnSpPr>
        <p:spPr>
          <a:xfrm>
            <a:off x="5605168" y="5948740"/>
            <a:ext cx="1" cy="3879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D6DFDF-C5C3-5BA2-488A-C745385609C1}"/>
              </a:ext>
            </a:extLst>
          </p:cNvPr>
          <p:cNvCxnSpPr>
            <a:endCxn id="26" idx="0"/>
          </p:cNvCxnSpPr>
          <p:nvPr/>
        </p:nvCxnSpPr>
        <p:spPr>
          <a:xfrm>
            <a:off x="9518519" y="5948740"/>
            <a:ext cx="1" cy="3630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4E2C3C0-BC3D-035F-0280-777E9D1E4099}"/>
              </a:ext>
            </a:extLst>
          </p:cNvPr>
          <p:cNvCxnSpPr>
            <a:stCxn id="23" idx="2"/>
            <a:endCxn id="2" idx="0"/>
          </p:cNvCxnSpPr>
          <p:nvPr/>
        </p:nvCxnSpPr>
        <p:spPr>
          <a:xfrm flipH="1">
            <a:off x="3232398" y="2515252"/>
            <a:ext cx="4357" cy="401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225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8532744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/>
              <a:t>Assignment based de-provisioning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383888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Remove access to AD and Oracle ERP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exact access that should be removed for Associates?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exact access that should be removed for NEP’S ? 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user persona condition that should be checked for Associates?</a:t>
                      </a:r>
                    </a:p>
                    <a:p>
                      <a:pPr marL="342900" marR="0" lvl="0" indent="-342900" algn="l" defTabSz="1008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the user persona condition that should be checked for NEP’S?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883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8532744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 dirty="0"/>
              <a:t>Open questions related to all Scenarios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721761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Related to Active Directory Provisioning (AD)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are mandatory attributes required for AD Account creation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samAccount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userPrincipalName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mail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AD Account is created in a specific domain then is there a possibility that a cross domain group could be requested for the user?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85947" marR="0" lvl="1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If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then do we need to create a separate application account in that specific domain and then provide the access to that requested group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eriod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85947" marR="0" lvl="1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eriod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If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then do we need to establish a cross domain trust relationship or is it already established and will be able to add the groups from cross domain as well.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621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8532744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 dirty="0"/>
              <a:t>Open questions related to all Scenarios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0539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Oracle HCM Account Aggregation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500"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   When the AD user account is getting disabled then in which OU the accounts are getting moved.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 what is the archival , disable process)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many times ( frequency)  do we need to run the account aggregation?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442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93F2C-434E-F2B2-3CEA-70290AEA7B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438" y="467273"/>
            <a:ext cx="8532744" cy="7076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 dirty="0"/>
              <a:t>Request Based Access – Open Questions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293C5-D863-A1A6-C52D-5147BBCA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70716"/>
              </p:ext>
            </p:extLst>
          </p:nvPr>
        </p:nvGraphicFramePr>
        <p:xfrm>
          <a:off x="495299" y="1060633"/>
          <a:ext cx="12368659" cy="612420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6672">
                  <a:extLst>
                    <a:ext uri="{9D8B030D-6E8A-4147-A177-3AD203B41FA5}">
                      <a16:colId xmlns:a16="http://schemas.microsoft.com/office/drawing/2014/main" val="2239289305"/>
                    </a:ext>
                  </a:extLst>
                </a:gridCol>
                <a:gridCol w="6971987">
                  <a:extLst>
                    <a:ext uri="{9D8B030D-6E8A-4147-A177-3AD203B41FA5}">
                      <a16:colId xmlns:a16="http://schemas.microsoft.com/office/drawing/2014/main" val="2041954830"/>
                    </a:ext>
                  </a:extLst>
                </a:gridCol>
              </a:tblGrid>
              <a:tr h="64818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Scenario</a:t>
                      </a: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/>
                        </a:rPr>
                        <a:t>Open Question</a:t>
                      </a: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3878178315"/>
                  </a:ext>
                </a:extLst>
              </a:tr>
              <a:tr h="547602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1800" b="0" kern="1200" dirty="0">
                          <a:solidFill>
                            <a:srgbClr val="000000"/>
                          </a:solidFill>
                          <a:latin typeface="+mn-lt"/>
                        </a:rPr>
                        <a:t>Request Based Access Provisioning Workflow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0810" marR="100810" marT="50405" marB="50405"/>
                </a:tc>
                <a:tc>
                  <a:txBody>
                    <a:bodyPr/>
                    <a:lstStyle/>
                    <a:p>
                      <a:pPr marL="0" marR="0" indent="0" algn="l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500"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many approvals are needed in the workflow, 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case of no action from approver then what would be the escalation plan , 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there any delegation plan when approver account is inactive state in SailPoint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Outline the steps to take if an approval is rejected?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default duration for temporary access before it is automatically removed from a user account? For instance, should it be set to 20 days?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860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Note : </a:t>
                      </a: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We’re still on progress in this workflow.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810" marR="100810" marT="50405" marB="50405"/>
                </a:tc>
                <a:extLst>
                  <a:ext uri="{0D108BD9-81ED-4DB2-BD59-A6C34878D82A}">
                    <a16:rowId xmlns:a16="http://schemas.microsoft.com/office/drawing/2014/main" val="120494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809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624DC8-F9CD-4195-BBBA-C563DE089F97}"/>
              </a:ext>
            </a:extLst>
          </p:cNvPr>
          <p:cNvGrpSpPr/>
          <p:nvPr/>
        </p:nvGrpSpPr>
        <p:grpSpPr>
          <a:xfrm>
            <a:off x="538776" y="6399566"/>
            <a:ext cx="2006132" cy="383078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CED72363-50DD-41D3-8FA6-87BBDEE9B93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6F1F512-1338-451D-ACB1-C3FAFFAC17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7BEE32DA-3EAB-4763-A9CD-12FCF1E41B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3E2118BE-CBA7-463E-A6A5-34C9548EBC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FC6E52ED-EA62-47A2-8D92-E6CB0EFCC90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28EB969B-5169-4E6F-BAF5-FCB83E59E8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7911622-DA59-40D1-9E07-98FDCF2F23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E5704428-9B72-40B3-A694-31EA407430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5CEA13F7-43C4-4E21-B04E-9E0BCF6A6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1861E4F9-7A9E-47E8-BF84-CDEA027E1D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0810" tIns="50405" rIns="100810" bIns="50405" numCol="1" anchor="t" anchorCtr="0" compatLnSpc="1">
              <a:prstTxWarp prst="textNoShape">
                <a:avLst/>
              </a:prstTxWarp>
            </a:bodyPr>
            <a:lstStyle/>
            <a:p>
              <a:pPr defTabSz="1008126">
                <a:defRPr/>
              </a:pPr>
              <a:endParaRPr lang="en-US" sz="1985">
                <a:solidFill>
                  <a:prstClr val="white"/>
                </a:solidFill>
                <a:latin typeface="Open Sans"/>
              </a:endParaRPr>
            </a:p>
          </p:txBody>
        </p:sp>
      </p:grpSp>
      <p:sp>
        <p:nvSpPr>
          <p:cNvPr id="20" name="USOC_Text2">
            <a:extLst>
              <a:ext uri="{FF2B5EF4-FFF2-40B4-BE49-F238E27FC236}">
                <a16:creationId xmlns:a16="http://schemas.microsoft.com/office/drawing/2014/main" id="{CF30C458-B60D-4AC0-A748-E8A0BAD6B0E9}"/>
              </a:ext>
            </a:extLst>
          </p:cNvPr>
          <p:cNvSpPr txBox="1">
            <a:spLocks/>
          </p:cNvSpPr>
          <p:nvPr/>
        </p:nvSpPr>
        <p:spPr bwMode="gray">
          <a:xfrm>
            <a:off x="532672" y="4804867"/>
            <a:ext cx="9128307" cy="2831787"/>
          </a:xfrm>
          <a:prstGeom prst="rect">
            <a:avLst/>
          </a:prstGeom>
        </p:spPr>
        <p:txBody>
          <a:bodyPr lIns="0" rIns="0" anchor="b"/>
          <a:lstStyle>
            <a:lvl1pPr marL="0" indent="0" algn="l" defTabSz="914400" rtl="0" eaLnBrk="1" latinLnBrk="0" hangingPunct="1">
              <a:spcBef>
                <a:spcPts val="1200"/>
              </a:spcBef>
              <a:buFont typeface="Arial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spcBef>
                <a:spcPts val="1200"/>
              </a:spcBef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66700" indent="-266700" algn="l" defTabSz="914400" rtl="0" eaLnBrk="1" latinLnBrk="0" hangingPunct="1">
              <a:spcBef>
                <a:spcPts val="1200"/>
              </a:spcBef>
              <a:buFont typeface="Arial" pitchFamily="34" charset="0"/>
              <a:buChar char="•"/>
              <a:defRPr sz="18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39750" indent="-273050" algn="l" defTabSz="914400" rtl="0" eaLnBrk="1" latinLnBrk="0" hangingPunct="1">
              <a:spcBef>
                <a:spcPts val="1200"/>
              </a:spcBef>
              <a:buFont typeface="Arial" pitchFamily="34" charset="0"/>
              <a:buChar char="−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66700" algn="l" defTabSz="914400" rtl="0" eaLnBrk="1" latinLnBrk="0" hangingPunct="1">
              <a:spcBef>
                <a:spcPts val="1200"/>
              </a:spcBef>
              <a:buSzPct val="60000"/>
              <a:buFont typeface="Courier New" panose="02070309020205020404" pitchFamily="49" charset="0"/>
              <a:buChar char="o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8126">
              <a:lnSpc>
                <a:spcPts val="992"/>
              </a:lnSpc>
              <a:spcBef>
                <a:spcPts val="0"/>
              </a:spcBef>
              <a:spcAft>
                <a:spcPts val="441"/>
              </a:spcAft>
              <a:defRPr/>
            </a:pPr>
            <a:br>
              <a:rPr lang="en-US" sz="772">
                <a:solidFill>
                  <a:prstClr val="white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772">
                <a:solidFill>
                  <a:prstClr val="white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772">
              <a:solidFill>
                <a:prstClr val="white"/>
              </a:solidFill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E11F1-02BA-18E0-6EB2-44197A0D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>
                <a:latin typeface="Georgia" panose="02040502050405020303" pitchFamily="18" charset="0"/>
              </a:rPr>
              <a:t>Thank you.</a:t>
            </a:r>
          </a:p>
        </p:txBody>
      </p:sp>
      <p:sp>
        <p:nvSpPr>
          <p:cNvPr id="19" name="Copyright">
            <a:extLst>
              <a:ext uri="{FF2B5EF4-FFF2-40B4-BE49-F238E27FC236}">
                <a16:creationId xmlns:a16="http://schemas.microsoft.com/office/drawing/2014/main" id="{6A2104D9-E7F3-48BB-A16D-B417C413777D}"/>
              </a:ext>
            </a:extLst>
          </p:cNvPr>
          <p:cNvSpPr txBox="1"/>
          <p:nvPr/>
        </p:nvSpPr>
        <p:spPr>
          <a:xfrm>
            <a:off x="504050" y="7789920"/>
            <a:ext cx="5903933" cy="1188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96"/>
              </a:spcBef>
              <a:buSzPct val="100000"/>
            </a:pPr>
            <a:r>
              <a:rPr lang="en-US" sz="772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Copyright © 2023 Deloitte Development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65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um Blue with Section Titles">
  <a:themeElements>
    <a:clrScheme name="Ascension">
      <a:dk1>
        <a:srgbClr val="000000"/>
      </a:dk1>
      <a:lt1>
        <a:srgbClr val="FFFFFF"/>
      </a:lt1>
      <a:dk2>
        <a:srgbClr val="1B4297"/>
      </a:dk2>
      <a:lt2>
        <a:srgbClr val="1E69D2"/>
      </a:lt2>
      <a:accent1>
        <a:srgbClr val="00A890"/>
      </a:accent1>
      <a:accent2>
        <a:srgbClr val="B40F87"/>
      </a:accent2>
      <a:accent3>
        <a:srgbClr val="FFB400"/>
      </a:accent3>
      <a:accent4>
        <a:srgbClr val="1B4297"/>
      </a:accent4>
      <a:accent5>
        <a:srgbClr val="1E69D2"/>
      </a:accent5>
      <a:accent6>
        <a:srgbClr val="00A890"/>
      </a:accent6>
      <a:hlink>
        <a:srgbClr val="B40F87"/>
      </a:hlink>
      <a:folHlink>
        <a:srgbClr val="FFB400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scension-PPT-Widescreen-16x9">
  <a:themeElements>
    <a:clrScheme name="Ascension">
      <a:dk1>
        <a:srgbClr val="000000"/>
      </a:dk1>
      <a:lt1>
        <a:srgbClr val="FFFFFF"/>
      </a:lt1>
      <a:dk2>
        <a:srgbClr val="1B4297"/>
      </a:dk2>
      <a:lt2>
        <a:srgbClr val="1E69D2"/>
      </a:lt2>
      <a:accent1>
        <a:srgbClr val="00A890"/>
      </a:accent1>
      <a:accent2>
        <a:srgbClr val="B40F87"/>
      </a:accent2>
      <a:accent3>
        <a:srgbClr val="FFB400"/>
      </a:accent3>
      <a:accent4>
        <a:srgbClr val="1B4297"/>
      </a:accent4>
      <a:accent5>
        <a:srgbClr val="1E69D2"/>
      </a:accent5>
      <a:accent6>
        <a:srgbClr val="00A890"/>
      </a:accent6>
      <a:hlink>
        <a:srgbClr val="B40F87"/>
      </a:hlink>
      <a:folHlink>
        <a:srgbClr val="FFB400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cension-PPT-Widescreen-16x9" id="{E3F77418-2073-45A8-BB07-4FF853E15A07}" vid="{835813AF-DBD8-45EB-9BBF-8AC6E1764B49}"/>
    </a:ext>
  </a:extLst>
</a:theme>
</file>

<file path=ppt/theme/theme3.xml><?xml version="1.0" encoding="utf-8"?>
<a:theme xmlns:a="http://schemas.openxmlformats.org/drawingml/2006/main" name="1_Ascension-PPT-Widescreen-16x9">
  <a:themeElements>
    <a:clrScheme name="Ascension">
      <a:dk1>
        <a:srgbClr val="000000"/>
      </a:dk1>
      <a:lt1>
        <a:srgbClr val="FFFFFF"/>
      </a:lt1>
      <a:dk2>
        <a:srgbClr val="1B4297"/>
      </a:dk2>
      <a:lt2>
        <a:srgbClr val="1E69D2"/>
      </a:lt2>
      <a:accent1>
        <a:srgbClr val="00A890"/>
      </a:accent1>
      <a:accent2>
        <a:srgbClr val="B40F87"/>
      </a:accent2>
      <a:accent3>
        <a:srgbClr val="FFB400"/>
      </a:accent3>
      <a:accent4>
        <a:srgbClr val="1B4297"/>
      </a:accent4>
      <a:accent5>
        <a:srgbClr val="1E69D2"/>
      </a:accent5>
      <a:accent6>
        <a:srgbClr val="00A890"/>
      </a:accent6>
      <a:hlink>
        <a:srgbClr val="B40F87"/>
      </a:hlink>
      <a:folHlink>
        <a:srgbClr val="FFB400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cension-PPT-Widescreen-16x9" id="{E3F77418-2073-45A8-BB07-4FF853E15A07}" vid="{835813AF-DBD8-45EB-9BBF-8AC6E1764B4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34ED344C1A2F4693C6E25E9994AD09" ma:contentTypeVersion="10" ma:contentTypeDescription="Create a new document." ma:contentTypeScope="" ma:versionID="9a00ac52296cc94fa4a7f077e16867e2">
  <xsd:schema xmlns:xsd="http://www.w3.org/2001/XMLSchema" xmlns:xs="http://www.w3.org/2001/XMLSchema" xmlns:p="http://schemas.microsoft.com/office/2006/metadata/properties" xmlns:ns2="5468f85a-49d9-45e2-9611-aa8b72d54942" xmlns:ns3="a207555b-202a-4922-b4e2-3012cf6051b3" targetNamespace="http://schemas.microsoft.com/office/2006/metadata/properties" ma:root="true" ma:fieldsID="cc27fd85627c643ee6d11df9bab03043" ns2:_="" ns3:_="">
    <xsd:import namespace="5468f85a-49d9-45e2-9611-aa8b72d54942"/>
    <xsd:import namespace="a207555b-202a-4922-b4e2-3012cf6051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8f85a-49d9-45e2-9611-aa8b72d549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07555b-202a-4922-b4e2-3012cf6051b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207555b-202a-4922-b4e2-3012cf6051b3">
      <UserInfo>
        <DisplayName>Yun, Romi</DisplayName>
        <AccountId>69</AccountId>
        <AccountType/>
      </UserInfo>
      <UserInfo>
        <DisplayName>Sivannarayana, Tadikonda</DisplayName>
        <AccountId>64</AccountId>
        <AccountType/>
      </UserInfo>
      <UserInfo>
        <DisplayName>Mehta, Pooja</DisplayName>
        <AccountId>63</AccountId>
        <AccountType/>
      </UserInfo>
      <UserInfo>
        <DisplayName>Augustine, Minu</DisplayName>
        <AccountId>71</AccountId>
        <AccountType/>
      </UserInfo>
      <UserInfo>
        <DisplayName>Clark, Stephanie</DisplayName>
        <AccountId>26</AccountId>
        <AccountType/>
      </UserInfo>
      <UserInfo>
        <DisplayName>Husami, Nasr</DisplayName>
        <AccountId>46</AccountId>
        <AccountType/>
      </UserInfo>
      <UserInfo>
        <DisplayName>Vummadi, Varshith</DisplayName>
        <AccountId>67</AccountId>
        <AccountType/>
      </UserInfo>
      <UserInfo>
        <DisplayName>Chinnimilli, Harshavardhan</DisplayName>
        <AccountId>73</AccountId>
        <AccountType/>
      </UserInfo>
      <UserInfo>
        <DisplayName>Stolfo, Spencer</DisplayName>
        <AccountId>74</AccountId>
        <AccountType/>
      </UserInfo>
      <UserInfo>
        <DisplayName>Lodhi, Vivek</DisplayName>
        <AccountId>14</AccountId>
        <AccountType/>
      </UserInfo>
      <UserInfo>
        <DisplayName>Nagaraj, Anoop</DisplayName>
        <AccountId>58</AccountId>
        <AccountType/>
      </UserInfo>
      <UserInfo>
        <DisplayName>Tarun, Thippakkagari</DisplayName>
        <AccountId>76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199CCF4-9F74-4474-8B79-EA09AF3271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7958A7-0631-49CA-B4F2-B9B4D6853F50}">
  <ds:schemaRefs>
    <ds:schemaRef ds:uri="5468f85a-49d9-45e2-9611-aa8b72d54942"/>
    <ds:schemaRef ds:uri="a207555b-202a-4922-b4e2-3012cf6051b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98CC4FD-ED5F-417B-961F-250D20E11CC3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5468f85a-49d9-45e2-9611-aa8b72d54942"/>
    <ds:schemaRef ds:uri="http://purl.org/dc/elements/1.1/"/>
    <ds:schemaRef ds:uri="http://schemas.microsoft.com/office/infopath/2007/PartnerControls"/>
    <ds:schemaRef ds:uri="a207555b-202a-4922-b4e2-3012cf6051b3"/>
    <ds:schemaRef ds:uri="http://schemas.openxmlformats.org/package/2006/metadata/core-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Novartis_PPT template_16x9</Template>
  <TotalTime>1280</TotalTime>
  <Words>2423</Words>
  <Application>Microsoft Office PowerPoint</Application>
  <PresentationFormat>Custom</PresentationFormat>
  <Paragraphs>743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Calibri</vt:lpstr>
      <vt:lpstr>Calibri Light</vt:lpstr>
      <vt:lpstr>Georgia</vt:lpstr>
      <vt:lpstr>Open Sans</vt:lpstr>
      <vt:lpstr>Verdana</vt:lpstr>
      <vt:lpstr>Wingdings</vt:lpstr>
      <vt:lpstr>Wingdings 2</vt:lpstr>
      <vt:lpstr>Medium Blue with Section Titles</vt:lpstr>
      <vt:lpstr>Ascension-PPT-Widescreen-16x9</vt:lpstr>
      <vt:lpstr>1_Ascension-PPT-Widescreen-16x9</vt:lpstr>
      <vt:lpstr>IAM Design Document Open questions By Sections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slide heading</dc:title>
  <dc:creator>Weatherhead, Scott (Div)</dc:creator>
  <cp:lastModifiedBy>Varshith Reddy Vummadi</cp:lastModifiedBy>
  <cp:revision>7</cp:revision>
  <dcterms:created xsi:type="dcterms:W3CDTF">2023-10-24T15:10:28Z</dcterms:created>
  <dcterms:modified xsi:type="dcterms:W3CDTF">2025-02-19T15:27:11Z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9bec58-8084-492e-8360-0e1cfe36408c_Enabled">
    <vt:lpwstr>true</vt:lpwstr>
  </property>
  <property fmtid="{D5CDD505-2E9C-101B-9397-08002B2CF9AE}" pid="3" name="MSIP_Label_3c9bec58-8084-492e-8360-0e1cfe36408c_SetDate">
    <vt:lpwstr>2023-10-12T11:34:02Z</vt:lpwstr>
  </property>
  <property fmtid="{D5CDD505-2E9C-101B-9397-08002B2CF9AE}" pid="4" name="MSIP_Label_3c9bec58-8084-492e-8360-0e1cfe36408c_Method">
    <vt:lpwstr>Standard</vt:lpwstr>
  </property>
  <property fmtid="{D5CDD505-2E9C-101B-9397-08002B2CF9AE}" pid="5" name="MSIP_Label_3c9bec58-8084-492e-8360-0e1cfe36408c_Name">
    <vt:lpwstr>Not Protected -Pilot</vt:lpwstr>
  </property>
  <property fmtid="{D5CDD505-2E9C-101B-9397-08002B2CF9AE}" pid="6" name="MSIP_Label_3c9bec58-8084-492e-8360-0e1cfe36408c_SiteId">
    <vt:lpwstr>f35a6974-607f-47d4-82d7-ff31d7dc53a5</vt:lpwstr>
  </property>
  <property fmtid="{D5CDD505-2E9C-101B-9397-08002B2CF9AE}" pid="7" name="MSIP_Label_3c9bec58-8084-492e-8360-0e1cfe36408c_ActionId">
    <vt:lpwstr>9929b886-7866-4465-9bf7-3a0ab3cdd5a5</vt:lpwstr>
  </property>
  <property fmtid="{D5CDD505-2E9C-101B-9397-08002B2CF9AE}" pid="8" name="MSIP_Label_3c9bec58-8084-492e-8360-0e1cfe36408c_ContentBits">
    <vt:lpwstr>0</vt:lpwstr>
  </property>
  <property fmtid="{D5CDD505-2E9C-101B-9397-08002B2CF9AE}" pid="9" name="ContentTypeId">
    <vt:lpwstr>0x0101009234ED344C1A2F4693C6E25E9994AD09</vt:lpwstr>
  </property>
  <property fmtid="{D5CDD505-2E9C-101B-9397-08002B2CF9AE}" pid="10" name="MSIP_Label_ea60d57e-af5b-4752-ac57-3e4f28ca11dc_SiteId">
    <vt:lpwstr>36da45f1-dd2c-4d1f-af13-5abe46b99921</vt:lpwstr>
  </property>
  <property fmtid="{D5CDD505-2E9C-101B-9397-08002B2CF9AE}" pid="11" name="MSIP_Label_ea60d57e-af5b-4752-ac57-3e4f28ca11dc_Method">
    <vt:lpwstr>Standard</vt:lpwstr>
  </property>
  <property fmtid="{D5CDD505-2E9C-101B-9397-08002B2CF9AE}" pid="12" name="MSIP_Label_ea60d57e-af5b-4752-ac57-3e4f28ca11dc_Enabled">
    <vt:lpwstr>true</vt:lpwstr>
  </property>
  <property fmtid="{D5CDD505-2E9C-101B-9397-08002B2CF9AE}" pid="13" name="MSIP_Label_ea60d57e-af5b-4752-ac57-3e4f28ca11dc_Name">
    <vt:lpwstr>ea60d57e-af5b-4752-ac57-3e4f28ca11dc</vt:lpwstr>
  </property>
  <property fmtid="{D5CDD505-2E9C-101B-9397-08002B2CF9AE}" pid="14" name="MSIP_Label_ea60d57e-af5b-4752-ac57-3e4f28ca11dc_SetDate">
    <vt:lpwstr>2023-12-18T14:25:59Z</vt:lpwstr>
  </property>
  <property fmtid="{D5CDD505-2E9C-101B-9397-08002B2CF9AE}" pid="15" name="MSIP_Label_ea60d57e-af5b-4752-ac57-3e4f28ca11dc_ContentBits">
    <vt:lpwstr>0</vt:lpwstr>
  </property>
  <property fmtid="{D5CDD505-2E9C-101B-9397-08002B2CF9AE}" pid="16" name="MSIP_Label_ea60d57e-af5b-4752-ac57-3e4f28ca11dc_ActionId">
    <vt:lpwstr>e579476b-1048-4c32-94db-926b7a046263</vt:lpwstr>
  </property>
  <property fmtid="{D5CDD505-2E9C-101B-9397-08002B2CF9AE}" pid="17" name="Order">
    <vt:r8>4300</vt:r8>
  </property>
  <property fmtid="{D5CDD505-2E9C-101B-9397-08002B2CF9AE}" pid="18" name="xd_Signature">
    <vt:bool>false</vt:bool>
  </property>
  <property fmtid="{D5CDD505-2E9C-101B-9397-08002B2CF9AE}" pid="19" name="xd_ProgID">
    <vt:lpwstr/>
  </property>
  <property fmtid="{D5CDD505-2E9C-101B-9397-08002B2CF9AE}" pid="20" name="ComplianceAssetId">
    <vt:lpwstr/>
  </property>
  <property fmtid="{D5CDD505-2E9C-101B-9397-08002B2CF9AE}" pid="21" name="TemplateUrl">
    <vt:lpwstr/>
  </property>
  <property fmtid="{D5CDD505-2E9C-101B-9397-08002B2CF9AE}" pid="22" name="_ExtendedDescription">
    <vt:lpwstr/>
  </property>
  <property fmtid="{D5CDD505-2E9C-101B-9397-08002B2CF9AE}" pid="23" name="TriggerFlowInfo">
    <vt:lpwstr/>
  </property>
</Properties>
</file>